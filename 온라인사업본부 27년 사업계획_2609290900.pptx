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147481375" r:id="rId5"/>
    <p:sldId id="2147481697" r:id="rId6"/>
    <p:sldId id="2147481826" r:id="rId7"/>
    <p:sldId id="2147481926" r:id="rId8"/>
    <p:sldId id="2147481927" r:id="rId9"/>
    <p:sldId id="2147481928" r:id="rId10"/>
    <p:sldId id="2147481904" r:id="rId11"/>
    <p:sldId id="2147481929" r:id="rId12"/>
    <p:sldId id="2147481930" r:id="rId13"/>
    <p:sldId id="2147481931" r:id="rId14"/>
    <p:sldId id="2147481932" r:id="rId15"/>
    <p:sldId id="2147481933" r:id="rId16"/>
    <p:sldId id="2147481934" r:id="rId17"/>
    <p:sldId id="2147481935" r:id="rId18"/>
    <p:sldId id="2147481936" r:id="rId19"/>
    <p:sldId id="2147481937" r:id="rId20"/>
    <p:sldId id="2147481924" r:id="rId21"/>
  </p:sldIdLst>
  <p:sldSz cx="12192000" cy="6858000"/>
  <p:notesSz cx="6797675" cy="9926638"/>
  <p:custDataLst>
    <p:tags r:id="rId24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8546AEC-89D7-43EE-A577-D105B68D39C8}">
          <p14:sldIdLst>
            <p14:sldId id="2147481375"/>
            <p14:sldId id="2147481697"/>
            <p14:sldId id="2147481826"/>
            <p14:sldId id="2147481926"/>
            <p14:sldId id="2147481927"/>
            <p14:sldId id="2147481928"/>
            <p14:sldId id="2147481904"/>
            <p14:sldId id="2147481929"/>
            <p14:sldId id="2147481930"/>
            <p14:sldId id="2147481931"/>
            <p14:sldId id="2147481932"/>
            <p14:sldId id="2147481933"/>
            <p14:sldId id="2147481934"/>
            <p14:sldId id="2147481935"/>
            <p14:sldId id="2147481936"/>
            <p14:sldId id="2147481937"/>
            <p14:sldId id="2147481924"/>
          </p14:sldIdLst>
        </p14:section>
        <p14:section name="첨부" id="{DF360670-66DD-4637-9BF1-593401171C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상협" initials="A" lastIdx="2" clrIdx="0">
    <p:extLst>
      <p:ext uri="{19B8F6BF-5375-455C-9EA6-DF929625EA0E}">
        <p15:presenceInfo xmlns:p15="http://schemas.microsoft.com/office/powerpoint/2012/main" userId="이상협" providerId="None"/>
      </p:ext>
    </p:extLst>
  </p:cmAuthor>
  <p:cmAuthor id="2" name="AD1907004P01" initials="A" lastIdx="0" clrIdx="1">
    <p:extLst>
      <p:ext uri="{19B8F6BF-5375-455C-9EA6-DF929625EA0E}">
        <p15:presenceInfo xmlns:p15="http://schemas.microsoft.com/office/powerpoint/2012/main" userId="AD1907004P01" providerId="None"/>
      </p:ext>
    </p:extLst>
  </p:cmAuthor>
  <p:cmAuthor id="3" name="이다교|대리|다이소|온라인운영지원부" initials="이" lastIdx="1" clrIdx="2">
    <p:extLst>
      <p:ext uri="{19B8F6BF-5375-455C-9EA6-DF929625EA0E}">
        <p15:presenceInfo xmlns:p15="http://schemas.microsoft.com/office/powerpoint/2012/main" userId="이다교|대리|다이소|온라인운영지원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0FF"/>
    <a:srgbClr val="F7F8F9"/>
    <a:srgbClr val="009A9A"/>
    <a:srgbClr val="E6F5F5"/>
    <a:srgbClr val="FEF4F4"/>
    <a:srgbClr val="000000"/>
    <a:srgbClr val="92D050"/>
    <a:srgbClr val="FFC5D3"/>
    <a:srgbClr val="0000FF"/>
    <a:srgbClr val="EFEFE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6173" autoAdjust="0"/>
  </p:normalViewPr>
  <p:slideViewPr>
    <p:cSldViewPr snapToGrid="0">
      <p:cViewPr varScale="1">
        <p:scale>
          <a:sx n="114" d="100"/>
          <a:sy n="114" d="100"/>
        </p:scale>
        <p:origin x="108" y="258"/>
      </p:cViewPr>
      <p:guideLst>
        <p:guide orient="horz" pos="113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564" y="10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4"/>
          <c:y val="0.08"/>
          <c:w val="0.92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잔존율</c:v>
                </c:pt>
              </c:strCache>
            </c:strRef>
          </c:tx>
          <c:spPr>
            <a:ln w="28575">
              <a:solidFill>
                <a:srgbClr val="009A9A"/>
              </a:solidFill>
              <a:round/>
            </a:ln>
          </c:spPr>
          <c:marker>
            <c:symbol val="circle"/>
            <c:size val="5"/>
            <c:spPr>
              <a:solidFill>
                <a:srgbClr val="009A9A"/>
              </a:solidFill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A4-4CC0-AECB-265BD1DB350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A4-4CC0-AECB-265BD1DB350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A4-4CC0-AECB-265BD1DB350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A4-4CC0-AECB-265BD1DB350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A4-4CC0-AECB-265BD1DB350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A4-4CC0-AECB-265BD1DB350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A4-4CC0-AECB-265BD1DB350D}"/>
                </c:ext>
              </c:extLst>
            </c:dLbl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1">
                    <a:solidFill>
                      <a:srgbClr val="0F172A"/>
                    </a:solidFill>
                    <a:latin typeface="맑은 고딕"/>
                    <a:ea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M6</c:v>
                </c:pt>
                <c:pt idx="5">
                  <c:v>M9</c:v>
                </c:pt>
                <c:pt idx="6">
                  <c:v>M12</c:v>
                </c:pt>
                <c:pt idx="7">
                  <c:v>M18</c:v>
                </c:pt>
                <c:pt idx="8">
                  <c:v>M24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0.155</c:v>
                </c:pt>
                <c:pt idx="1">
                  <c:v>0.13200000000000001</c:v>
                </c:pt>
                <c:pt idx="2">
                  <c:v>0.12</c:v>
                </c:pt>
                <c:pt idx="3">
                  <c:v>0.115</c:v>
                </c:pt>
                <c:pt idx="4">
                  <c:v>0.112</c:v>
                </c:pt>
                <c:pt idx="5">
                  <c:v>0.111</c:v>
                </c:pt>
                <c:pt idx="6">
                  <c:v>0.11</c:v>
                </c:pt>
                <c:pt idx="7">
                  <c:v>0.111</c:v>
                </c:pt>
                <c:pt idx="8">
                  <c:v>0.111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FA4-4CC0-AECB-265BD1DB3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17"/>
          <c:min val="0.08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978534581957198E-2"/>
          <c:y val="6.4007433476025166E-2"/>
          <c:w val="0.95093250772877413"/>
          <c:h val="0.72714414593145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740</c:v>
                </c:pt>
                <c:pt idx="1">
                  <c:v>1200</c:v>
                </c:pt>
                <c:pt idx="2">
                  <c:v>1980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9-4CDD-B89B-A5F2CE81E2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746</c:v>
                </c:pt>
                <c:pt idx="1">
                  <c:v>1400</c:v>
                </c:pt>
                <c:pt idx="2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49-4CDD-B89B-A5F2CE81E2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1556899327"/>
        <c:axId val="1525358831"/>
      </c:barChart>
      <c:catAx>
        <c:axId val="1556899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5358831"/>
        <c:crosses val="autoZero"/>
        <c:auto val="1"/>
        <c:lblAlgn val="ctr"/>
        <c:lblOffset val="100"/>
        <c:noMultiLvlLbl val="0"/>
      </c:catAx>
      <c:valAx>
        <c:axId val="1525358831"/>
        <c:scaling>
          <c:orientation val="minMax"/>
          <c:min val="500"/>
        </c:scaling>
        <c:delete val="1"/>
        <c:axPos val="l"/>
        <c:numFmt formatCode="General" sourceLinked="1"/>
        <c:majorTickMark val="none"/>
        <c:minorTickMark val="none"/>
        <c:tickLblPos val="nextTo"/>
        <c:crossAx val="1556899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7.8023756645803896E-2"/>
                  <c:y val="-4.44995988653685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6F-46AD-B6A9-68163A19713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-0.05</c:v>
                </c:pt>
                <c:pt idx="1">
                  <c:v>0</c:v>
                </c:pt>
                <c:pt idx="2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6F-46AD-B6A9-68163A1971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-0.02</c:v>
                </c:pt>
                <c:pt idx="1">
                  <c:v>0.02</c:v>
                </c:pt>
                <c:pt idx="2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6F-46AD-B6A9-68163A197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0506943"/>
        <c:axId val="1530884831"/>
      </c:lineChart>
      <c:catAx>
        <c:axId val="153050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30884831"/>
        <c:crossesAt val="-7.0000000000000007E-2"/>
        <c:auto val="1"/>
        <c:lblAlgn val="ctr"/>
        <c:lblOffset val="100"/>
        <c:noMultiLvlLbl val="0"/>
      </c:catAx>
      <c:valAx>
        <c:axId val="15308848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3050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2"/>
          <c:w val="0.94"/>
          <c:h val="0.6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진입</c:v>
                </c:pt>
                <c:pt idx="1">
                  <c:v>진입
이탈</c:v>
                </c:pt>
                <c:pt idx="2">
                  <c:v>본인인증
이탈</c:v>
                </c:pt>
                <c:pt idx="3">
                  <c:v>정보입력
이탈</c:v>
                </c:pt>
                <c:pt idx="4">
                  <c:v>가입
완료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80.400000000000006</c:v>
                </c:pt>
                <c:pt idx="2">
                  <c:v>59.1</c:v>
                </c:pt>
                <c:pt idx="3">
                  <c:v>52.4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EF-4868-82AB-9A1ABABA86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A6A6A6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5959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DEF-4868-82AB-9A1ABABA8671}"/>
              </c:ext>
            </c:extLst>
          </c:dPt>
          <c:dPt>
            <c:idx val="1"/>
            <c:invertIfNegative val="0"/>
            <c:bubble3D val="0"/>
            <c:spPr>
              <a:solidFill>
                <a:srgbClr val="F4C7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7DEF-4868-82AB-9A1ABABA8671}"/>
              </c:ext>
            </c:extLst>
          </c:dPt>
          <c:dPt>
            <c:idx val="2"/>
            <c:invertIfNegative val="0"/>
            <c:bubble3D val="0"/>
            <c:spPr>
              <a:solidFill>
                <a:srgbClr val="D0021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7DEF-4868-82AB-9A1ABABA8671}"/>
              </c:ext>
            </c:extLst>
          </c:dPt>
          <c:dPt>
            <c:idx val="3"/>
            <c:invertIfNegative val="0"/>
            <c:bubble3D val="0"/>
            <c:spPr>
              <a:solidFill>
                <a:srgbClr val="F4C7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7DEF-4868-82AB-9A1ABABA8671}"/>
              </c:ext>
            </c:extLst>
          </c:dPt>
          <c:dPt>
            <c:idx val="4"/>
            <c:invertIfNegative val="0"/>
            <c:bubble3D val="0"/>
            <c:spPr>
              <a:solidFill>
                <a:srgbClr val="009A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7DEF-4868-82AB-9A1ABABA8671}"/>
              </c:ext>
            </c:extLst>
          </c:dPt>
          <c:cat>
            <c:strRef>
              <c:f>Sheet1!$A$2:$A$6</c:f>
              <c:strCache>
                <c:ptCount val="5"/>
                <c:pt idx="0">
                  <c:v>진입</c:v>
                </c:pt>
                <c:pt idx="1">
                  <c:v>진입
이탈</c:v>
                </c:pt>
                <c:pt idx="2">
                  <c:v>본인인증
이탈</c:v>
                </c:pt>
                <c:pt idx="3">
                  <c:v>정보입력
이탈</c:v>
                </c:pt>
                <c:pt idx="4">
                  <c:v>가입
완료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84.5</c:v>
                </c:pt>
                <c:pt idx="1">
                  <c:v>4.0999999999999996</c:v>
                </c:pt>
                <c:pt idx="2">
                  <c:v>21.3</c:v>
                </c:pt>
                <c:pt idx="3">
                  <c:v>6.7</c:v>
                </c:pt>
                <c:pt idx="4">
                  <c:v>52.4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A6A6A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7DEF-4868-82AB-9A1ABABA8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4"/>
          <c:y val="0.16"/>
          <c:w val="0.92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Option 1  현재 성장 유지</c:v>
                </c:pt>
              </c:strCache>
            </c:strRef>
          </c:tx>
          <c:spPr>
            <a:ln w="25400">
              <a:solidFill>
                <a:srgbClr val="A6A6A6"/>
              </a:solidFill>
              <a:round/>
            </a:ln>
          </c:spPr>
          <c:marker>
            <c:symbol val="circle"/>
            <c:size val="5"/>
            <c:spPr>
              <a:solidFill>
                <a:srgbClr val="A6A6A6"/>
              </a:solidFill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831-4F9B-92B0-44C30A8B080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31-4F9B-92B0-44C30A8B080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831-4F9B-92B0-44C30A8B0800}"/>
                </c:ext>
              </c:extLst>
            </c:dLbl>
            <c:numFmt formatCode="#,##0" sourceLinked="0"/>
            <c:spPr>
              <a:noFill/>
              <a:ln>
                <a:noFill/>
              </a:ln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  <c:pt idx="3">
                  <c:v>27년</c:v>
                </c:pt>
                <c:pt idx="4">
                  <c:v>28년</c:v>
                </c:pt>
                <c:pt idx="5">
                  <c:v>29년</c:v>
                </c:pt>
                <c:pt idx="6">
                  <c:v>30년</c:v>
                </c:pt>
                <c:pt idx="7">
                  <c:v>31년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740</c:v>
                </c:pt>
                <c:pt idx="1">
                  <c:v>1400</c:v>
                </c:pt>
                <c:pt idx="2">
                  <c:v>2300</c:v>
                </c:pt>
                <c:pt idx="3">
                  <c:v>3100</c:v>
                </c:pt>
                <c:pt idx="4">
                  <c:v>3800</c:v>
                </c:pt>
                <c:pt idx="5">
                  <c:v>4459</c:v>
                </c:pt>
                <c:pt idx="6">
                  <c:v>5081</c:v>
                </c:pt>
                <c:pt idx="7">
                  <c:v>5665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831-4F9B-92B0-44C30A8B08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Option 2  31년 1조</c:v>
                </c:pt>
              </c:strCache>
            </c:strRef>
          </c:tx>
          <c:spPr>
            <a:ln w="34925">
              <a:solidFill>
                <a:srgbClr val="009A9A"/>
              </a:solidFill>
              <a:round/>
            </a:ln>
          </c:spPr>
          <c:marker>
            <c:symbol val="circle"/>
            <c:size val="5"/>
            <c:spPr>
              <a:solidFill>
                <a:srgbClr val="009A9A"/>
              </a:solidFill>
            </c:spPr>
          </c:marker>
          <c:dLbls>
            <c:numFmt formatCode="#,##0" sourceLinked="0"/>
            <c:spPr>
              <a:noFill/>
              <a:ln>
                <a:noFill/>
              </a:ln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24년</c:v>
                </c:pt>
                <c:pt idx="1">
                  <c:v>25년</c:v>
                </c:pt>
                <c:pt idx="2">
                  <c:v>26년</c:v>
                </c:pt>
                <c:pt idx="3">
                  <c:v>27년</c:v>
                </c:pt>
                <c:pt idx="4">
                  <c:v>28년</c:v>
                </c:pt>
                <c:pt idx="5">
                  <c:v>29년</c:v>
                </c:pt>
                <c:pt idx="6">
                  <c:v>30년</c:v>
                </c:pt>
                <c:pt idx="7">
                  <c:v>31년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740</c:v>
                </c:pt>
                <c:pt idx="1">
                  <c:v>1400</c:v>
                </c:pt>
                <c:pt idx="2">
                  <c:v>2300</c:v>
                </c:pt>
                <c:pt idx="3">
                  <c:v>3187</c:v>
                </c:pt>
                <c:pt idx="4">
                  <c:v>4264</c:v>
                </c:pt>
                <c:pt idx="5">
                  <c:v>5916</c:v>
                </c:pt>
                <c:pt idx="6">
                  <c:v>7868</c:v>
                </c:pt>
                <c:pt idx="7">
                  <c:v>10011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831-4F9B-92B0-44C30A8B0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500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</c:spPr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맑은 고딕"/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E329E-D9A3-4E51-8CF7-DDDA2A2B14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65F28-D046-4EB2-B490-7CF3467E5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923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DDFD8-18C4-4053-8E3F-F7988E814C25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90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370D6-86E2-4B7B-BB55-338A4655A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71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4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0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01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5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408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42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456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370D6-86E2-4B7B-BB55-338A4655A40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01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C26DE2C-FCE4-0A4E-A5B5-C69DE596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0770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" name="think-cell 슬라이드" r:id="rId4" imgW="592" imgH="595" progId="TCLayout.ActiveDocument.1">
                  <p:embed/>
                </p:oleObj>
              </mc:Choice>
              <mc:Fallback>
                <p:oleObj name="think-cell 슬라이드" r:id="rId4" imgW="592" imgH="59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26DE2C-FCE4-0A4E-A5B5-C69DE596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44F6-DFCA-4684-B145-45078173030D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410949" y="6612832"/>
            <a:ext cx="783747" cy="230747"/>
          </a:xfrm>
        </p:spPr>
        <p:txBody>
          <a:bodyPr/>
          <a:lstStyle>
            <a:lvl1pPr>
              <a:defRPr sz="1000"/>
            </a:lvl1pPr>
          </a:lstStyle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‹#›</a:t>
            </a:fld>
            <a:r>
              <a:rPr lang="en-US" altLang="ko-KR" dirty="0"/>
              <a:t> l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83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4D071DC-7593-4A65-48F6-91C335F599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05156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think-cell 슬라이드" r:id="rId4" imgW="592" imgH="595" progId="TCLayout.ActiveDocument.1">
                  <p:embed/>
                </p:oleObj>
              </mc:Choice>
              <mc:Fallback>
                <p:oleObj name="think-cell 슬라이드" r:id="rId4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D071DC-7593-4A65-48F6-91C335F599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995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B2BDBA9-20D8-FA31-549F-A6B60B2EF7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308809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" name="think-cell 슬라이드" r:id="rId6" imgW="592" imgH="595" progId="TCLayout.ActiveDocument.1">
                  <p:embed/>
                </p:oleObj>
              </mc:Choice>
              <mc:Fallback>
                <p:oleObj name="think-cell 슬라이드" r:id="rId6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2BDBA9-20D8-FA31-549F-A6B60B2EF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2F57-76DA-4078-8CE3-179BA0A6F44D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B5F83-15D8-40F8-9CC2-700DDE7315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85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3.xml"/><Relationship Id="rId9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4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5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04E8028-F2D2-991F-189B-2DE424B96C2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2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4E8028-F2D2-991F-189B-2DE424B96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742545" y="4228902"/>
            <a:ext cx="270691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ko-KR" altLang="en-US" sz="1400" b="1" dirty="0">
                <a:ea typeface="맑은 고딕"/>
              </a:rPr>
              <a:t>발표자 </a:t>
            </a:r>
            <a:r>
              <a:rPr lang="en-US" altLang="ko-KR" sz="1400" b="1" dirty="0">
                <a:ea typeface="맑은 고딕"/>
              </a:rPr>
              <a:t>: </a:t>
            </a:r>
            <a:r>
              <a:rPr lang="ko-KR" altLang="en-US" sz="1400" b="1" dirty="0" err="1">
                <a:ea typeface="맑은 고딕"/>
              </a:rPr>
              <a:t>조태진</a:t>
            </a:r>
            <a:r>
              <a:rPr lang="ko-KR" altLang="en-US" sz="1400" b="1" dirty="0">
                <a:ea typeface="맑은 고딕"/>
              </a:rPr>
              <a:t> 본부장</a:t>
            </a:r>
            <a:r>
              <a:rPr lang="en-US" altLang="ko-KR" sz="1400" b="1" dirty="0">
                <a:ea typeface="맑은 고딕"/>
              </a:rPr>
              <a:t>(</a:t>
            </a:r>
            <a:r>
              <a:rPr lang="ko-KR" altLang="en-US" sz="1400" b="1" dirty="0">
                <a:ea typeface="맑은 고딕"/>
              </a:rPr>
              <a:t>상무)</a:t>
            </a:r>
            <a:endParaRPr lang="en-US" altLang="ko-KR" sz="1400" b="1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2545" y="5934157"/>
            <a:ext cx="2706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1400" b="1" dirty="0">
                <a:solidFill>
                  <a:prstClr val="black"/>
                </a:solidFill>
              </a:rPr>
              <a:t>온라인사업본부</a:t>
            </a:r>
            <a:endParaRPr lang="en-US" altLang="ko-KR" sz="1400" b="1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42545" y="6249095"/>
            <a:ext cx="2706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ko-KR" sz="1400" b="1" dirty="0"/>
              <a:t>2026</a:t>
            </a:r>
            <a:r>
              <a:rPr lang="ko-KR" altLang="en-US" sz="1400" b="1" dirty="0"/>
              <a:t>년  </a:t>
            </a:r>
            <a:r>
              <a:rPr lang="en-US" altLang="ko-KR" sz="1400" b="1" dirty="0"/>
              <a:t>9</a:t>
            </a:r>
            <a:r>
              <a:rPr lang="ko-KR" altLang="en-US" sz="1400" b="1" dirty="0"/>
              <a:t>월 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일</a:t>
            </a:r>
            <a:endParaRPr lang="en-US" altLang="ko-KR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15033" y="1874126"/>
            <a:ext cx="10161935" cy="5749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ea typeface="맑은 고딕"/>
              </a:rPr>
              <a:t>온라인사업본부 </a:t>
            </a:r>
            <a:r>
              <a:rPr lang="en-US" altLang="ko-KR" sz="2400" b="1" dirty="0">
                <a:ea typeface="맑은 고딕"/>
              </a:rPr>
              <a:t>27</a:t>
            </a:r>
            <a:r>
              <a:rPr lang="ko-KR" altLang="en-US" sz="2400" b="1" dirty="0">
                <a:ea typeface="맑은 고딕"/>
              </a:rPr>
              <a:t>년 사업전략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 rot="10800000" flipV="1">
            <a:off x="9828362" y="220133"/>
            <a:ext cx="2092703" cy="2751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spc="-100" dirty="0" err="1">
                <a:solidFill>
                  <a:schemeClr val="tx1"/>
                </a:solidFill>
                <a:latin typeface="맑은 고딕"/>
                <a:ea typeface="맑은 고딕"/>
              </a:rPr>
              <a:t>컨퍼런스콜</a:t>
            </a:r>
            <a:endParaRPr lang="en-US" altLang="ko-KR" sz="1000" b="1" spc="-1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/>
          <p:cNvSpPr/>
          <p:nvPr/>
        </p:nvSpPr>
        <p:spPr>
          <a:xfrm rot="10800000" flipV="1">
            <a:off x="9828362" y="495301"/>
            <a:ext cx="2092703" cy="2751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ea typeface="맑은 고딕"/>
              </a:rPr>
              <a:t>2026.9.1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4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b="1" dirty="0"/>
              <a:t>보고 요약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C8FC6A-897F-40CF-9CDB-AC7000CB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2</a:t>
            </a:fld>
            <a:r>
              <a:rPr lang="en-US" altLang="ko-KR"/>
              <a:t> l 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986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 err="1">
                <a:ea typeface="맑은 고딕"/>
              </a:rPr>
              <a:t>이커머스</a:t>
            </a:r>
            <a:r>
              <a:rPr lang="ko-KR" altLang="en-US" sz="1600" b="1" dirty="0">
                <a:ea typeface="맑은 고딕"/>
              </a:rPr>
              <a:t> 기본기 갖추기에 집중하여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매출 성장 및 영업이익 흑자를</a:t>
            </a:r>
            <a:r>
              <a:rPr lang="en-US" altLang="ko-KR" sz="1600" b="1" dirty="0">
                <a:ea typeface="맑은 고딕"/>
              </a:rPr>
              <a:t> </a:t>
            </a:r>
            <a:r>
              <a:rPr lang="ko-KR" altLang="en-US" sz="1600" b="1" dirty="0">
                <a:ea typeface="맑은 고딕"/>
              </a:rPr>
              <a:t>달성했습니다</a:t>
            </a:r>
            <a:r>
              <a:rPr lang="en-US" altLang="ko-KR" sz="1600" b="1" dirty="0">
                <a:ea typeface="맑은 고딕"/>
              </a:rPr>
              <a:t>. </a:t>
            </a:r>
            <a:br>
              <a:rPr lang="en-US" altLang="ko-KR" sz="1600" b="1" dirty="0">
                <a:ea typeface="맑은 고딕"/>
              </a:rPr>
            </a:br>
            <a:r>
              <a:rPr lang="ko-KR" altLang="en-US" sz="1600" b="1" dirty="0">
                <a:ea typeface="맑은 고딕"/>
              </a:rPr>
              <a:t>다만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고객 지표는 악화되지는 않으나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개선이 </a:t>
            </a:r>
            <a:r>
              <a:rPr lang="ko-KR" altLang="en-US" sz="1600" b="1" dirty="0" err="1">
                <a:ea typeface="맑은 고딕"/>
              </a:rPr>
              <a:t>뚜렸하지도</a:t>
            </a:r>
            <a:r>
              <a:rPr lang="ko-KR" altLang="en-US" sz="1600" b="1" dirty="0">
                <a:ea typeface="맑은 고딕"/>
              </a:rPr>
              <a:t> 않습니다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5269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성장 시나리오</a:t>
            </a:r>
            <a:r>
              <a:rPr lang="en-US" altLang="ko-KR" dirty="0"/>
              <a:t> </a:t>
            </a:r>
            <a:r>
              <a:rPr lang="ko-KR" altLang="en-US" dirty="0"/>
              <a:t>①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  <a:endParaRPr lang="ko-KR" altLang="en-US" sz="12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3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316A1-BADD-4900-83D1-0B1F3D6DFFFB}"/>
              </a:ext>
            </a:extLst>
          </p:cNvPr>
          <p:cNvSpPr txBox="1"/>
          <p:nvPr/>
        </p:nvSpPr>
        <p:spPr>
          <a:xfrm>
            <a:off x="629266" y="2762865"/>
            <a:ext cx="3460953" cy="25496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이커머스</a:t>
            </a:r>
            <a:r>
              <a:rPr lang="ko-KR" altLang="en-US" sz="1200" b="1" dirty="0"/>
              <a:t> 표준적 물류 경험 제공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 err="1"/>
              <a:t>다이소만의</a:t>
            </a:r>
            <a:r>
              <a:rPr lang="ko-KR" altLang="en-US" sz="1200" b="1" dirty="0"/>
              <a:t> 온라인 마케팅 방법론 수립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전략 상품 중심의 성장 추진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효율적 사업구조 수립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31C3E-3040-4861-8871-D31D704AE71E}"/>
              </a:ext>
            </a:extLst>
          </p:cNvPr>
          <p:cNvSpPr txBox="1"/>
          <p:nvPr/>
        </p:nvSpPr>
        <p:spPr>
          <a:xfrm>
            <a:off x="1204451" y="2546896"/>
            <a:ext cx="231058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24</a:t>
            </a:r>
            <a:r>
              <a:rPr lang="ko-KR" altLang="en-US" sz="1200" b="1" dirty="0"/>
              <a:t>년</a:t>
            </a:r>
            <a:r>
              <a:rPr lang="en-US" altLang="ko-KR" sz="1200" b="1" dirty="0"/>
              <a:t>~26</a:t>
            </a:r>
            <a:r>
              <a:rPr lang="ko-KR" altLang="en-US" sz="1200" b="1" dirty="0"/>
              <a:t>년 주요 추진 과제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6D2189-2095-4F0E-AB74-171541064B5D}"/>
              </a:ext>
            </a:extLst>
          </p:cNvPr>
          <p:cNvSpPr/>
          <p:nvPr/>
        </p:nvSpPr>
        <p:spPr>
          <a:xfrm>
            <a:off x="4670323" y="1806481"/>
            <a:ext cx="953729" cy="7833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재무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성과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EF75C31-9BEC-407B-A31A-24B1203619FF}"/>
              </a:ext>
            </a:extLst>
          </p:cNvPr>
          <p:cNvSpPr/>
          <p:nvPr/>
        </p:nvSpPr>
        <p:spPr>
          <a:xfrm>
            <a:off x="4670322" y="4328803"/>
            <a:ext cx="953729" cy="7833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고객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지표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38683" y="4749427"/>
            <a:ext cx="2336144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1">
                <a:solidFill>
                  <a:srgbClr val="595959"/>
                </a:solidFill>
                <a:latin typeface="맑은 고딕"/>
                <a:ea typeface="맑은 고딕"/>
              </a:rPr>
              <a:t>회원 구성 (2026년 8월)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38683" y="5045869"/>
            <a:ext cx="2336144" cy="59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2600" b="1">
                <a:solidFill>
                  <a:srgbClr val="009A9A"/>
                </a:solidFill>
                <a:latin typeface="맑은 고딕"/>
                <a:ea typeface="맑은 고딕"/>
              </a:rPr>
              <a:t>61%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38683" y="5638754"/>
            <a:ext cx="2336144" cy="256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0">
                <a:solidFill>
                  <a:srgbClr val="0F172A"/>
                </a:solidFill>
                <a:latin typeface="맑은 고딕"/>
                <a:ea typeface="맑은 고딕"/>
              </a:rPr>
              <a:t>구매 경험 없음 567만 / 전체 926만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38683" y="5974723"/>
            <a:ext cx="1429720" cy="316205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368403" y="5974723"/>
            <a:ext cx="906424" cy="31620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993547" y="5974723"/>
            <a:ext cx="1401686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850" b="1">
                <a:solidFill>
                  <a:srgbClr val="FFFFFF"/>
                </a:solidFill>
                <a:latin typeface="맑은 고딕"/>
                <a:ea typeface="맑은 고딕"/>
              </a:rPr>
              <a:t>미구매 567만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68403" y="5974723"/>
            <a:ext cx="906424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50" b="0">
                <a:solidFill>
                  <a:srgbClr val="0F172A"/>
                </a:solidFill>
                <a:latin typeface="맑은 고딕"/>
                <a:ea typeface="맑은 고딕"/>
              </a:rPr>
              <a:t>구매 359만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38683" y="6369979"/>
            <a:ext cx="2336144" cy="316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800" b="0">
                <a:solidFill>
                  <a:srgbClr val="A6A6A6"/>
                </a:solidFill>
                <a:latin typeface="맑은 고딕"/>
                <a:ea typeface="맑은 고딕"/>
              </a:rPr>
              <a:t>온·오프 통합회원제 특성상 순수 온라인 회원 아님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87203" y="4749427"/>
            <a:ext cx="2760899" cy="2766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900" b="1">
                <a:solidFill>
                  <a:srgbClr val="595959"/>
                </a:solidFill>
                <a:latin typeface="맑은 고딕"/>
                <a:ea typeface="맑은 고딕"/>
              </a:rPr>
              <a:t>코호트 잔존율 — 11%에 수렴</a:t>
            </a:r>
          </a:p>
        </p:txBody>
      </p:sp>
      <p:graphicFrame>
        <p:nvGraphicFramePr>
          <p:cNvPr id="110" name="Chart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31813"/>
              </p:ext>
            </p:extLst>
          </p:nvPr>
        </p:nvGraphicFramePr>
        <p:xfrm>
          <a:off x="8487203" y="5026106"/>
          <a:ext cx="2760899" cy="1422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8487203" y="6449031"/>
            <a:ext cx="2760899" cy="256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* 코호트 실측 범위 기반 개략 곡선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92812-E13B-40CD-8262-1EB192FD5095}"/>
              </a:ext>
            </a:extLst>
          </p:cNvPr>
          <p:cNvSpPr txBox="1"/>
          <p:nvPr/>
        </p:nvSpPr>
        <p:spPr>
          <a:xfrm>
            <a:off x="5751576" y="1808163"/>
            <a:ext cx="480974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23</a:t>
            </a:r>
            <a:r>
              <a:rPr lang="ko-KR" altLang="en-US" sz="1200" b="1" dirty="0"/>
              <a:t>년 </a:t>
            </a:r>
            <a:r>
              <a:rPr lang="en-US" altLang="ko-KR" sz="1200" b="1" dirty="0"/>
              <a:t>BCG</a:t>
            </a:r>
            <a:r>
              <a:rPr lang="ko-KR" altLang="en-US" sz="1200" b="1" dirty="0"/>
              <a:t>와 수립한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개년 목표 초과 달성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58672-8D77-4D3A-B318-B7B8AEE872CC}"/>
              </a:ext>
            </a:extLst>
          </p:cNvPr>
          <p:cNvSpPr txBox="1"/>
          <p:nvPr/>
        </p:nvSpPr>
        <p:spPr>
          <a:xfrm>
            <a:off x="5788486" y="4330442"/>
            <a:ext cx="545961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회원수는 지속 성장하나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미구매</a:t>
            </a:r>
            <a:r>
              <a:rPr lang="ko-KR" altLang="en-US" sz="1200" b="1" dirty="0"/>
              <a:t> 회원이 많고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잔존율은 </a:t>
            </a:r>
            <a:r>
              <a:rPr lang="en-US" altLang="ko-KR" sz="1200" b="1" dirty="0"/>
              <a:t>11% </a:t>
            </a:r>
            <a:r>
              <a:rPr lang="ko-KR" altLang="en-US" sz="1200" b="1" dirty="0"/>
              <a:t>수렴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870670B3-5D45-4C80-A80B-133ED096F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295632"/>
              </p:ext>
            </p:extLst>
          </p:nvPr>
        </p:nvGraphicFramePr>
        <p:xfrm>
          <a:off x="5938683" y="2527558"/>
          <a:ext cx="3105926" cy="1919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C3E2B1DF-0337-4676-95A6-FA2EF6F1F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441478"/>
              </p:ext>
            </p:extLst>
          </p:nvPr>
        </p:nvGraphicFramePr>
        <p:xfrm>
          <a:off x="9194806" y="2527557"/>
          <a:ext cx="2971800" cy="1919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7A855C-3C75-4C25-8384-6CB1AD789BA8}"/>
              </a:ext>
            </a:extLst>
          </p:cNvPr>
          <p:cNvSpPr txBox="1"/>
          <p:nvPr/>
        </p:nvSpPr>
        <p:spPr>
          <a:xfrm>
            <a:off x="9194806" y="3417458"/>
            <a:ext cx="47818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/>
              <a:t>실적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0EE037-E7A0-4DDF-879D-01B81F677C5F}"/>
              </a:ext>
            </a:extLst>
          </p:cNvPr>
          <p:cNvSpPr txBox="1"/>
          <p:nvPr/>
        </p:nvSpPr>
        <p:spPr>
          <a:xfrm>
            <a:off x="9194806" y="3660048"/>
            <a:ext cx="478189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solidFill>
                  <a:schemeClr val="tx1">
                    <a:lumMod val="50000"/>
                    <a:lumOff val="50000"/>
                  </a:schemeClr>
                </a:solidFill>
              </a:rPr>
              <a:t>계획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CF4AF-9386-4FE5-9211-A2A36093DF3E}"/>
              </a:ext>
            </a:extLst>
          </p:cNvPr>
          <p:cNvSpPr txBox="1"/>
          <p:nvPr/>
        </p:nvSpPr>
        <p:spPr>
          <a:xfrm>
            <a:off x="6808304" y="2196550"/>
            <a:ext cx="146652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매출액 실적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B9FC56-9823-4875-9FEF-02242F07DC9A}"/>
              </a:ext>
            </a:extLst>
          </p:cNvPr>
          <p:cNvSpPr txBox="1"/>
          <p:nvPr/>
        </p:nvSpPr>
        <p:spPr>
          <a:xfrm>
            <a:off x="9867652" y="2200724"/>
            <a:ext cx="146652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/>
              <a:t>[ </a:t>
            </a:r>
            <a:r>
              <a:rPr lang="ko-KR" altLang="en-US" sz="1200" b="1" dirty="0"/>
              <a:t>영업이익 실적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2665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향후 전체 고객이 </a:t>
            </a:r>
            <a:r>
              <a:rPr lang="en-US" altLang="ko-KR" sz="1600" b="1" dirty="0">
                <a:ea typeface="맑은 고딕"/>
              </a:rPr>
              <a:t>2</a:t>
            </a:r>
            <a:r>
              <a:rPr lang="ko-KR" altLang="en-US" sz="1600" b="1" dirty="0">
                <a:ea typeface="맑은 고딕"/>
              </a:rPr>
              <a:t>천만까지 늘어나도</a:t>
            </a:r>
            <a:r>
              <a:rPr lang="en-US" altLang="ko-KR" sz="1600" b="1" dirty="0">
                <a:ea typeface="맑은 고딕"/>
              </a:rPr>
              <a:t>, </a:t>
            </a:r>
            <a:r>
              <a:rPr lang="ko-KR" altLang="en-US" sz="1600" b="1" dirty="0">
                <a:ea typeface="맑은 고딕"/>
              </a:rPr>
              <a:t>구매율과 재구매율의 개선이 없다면</a:t>
            </a:r>
            <a:r>
              <a:rPr lang="en-US" altLang="ko-KR" sz="1600" b="1" dirty="0">
                <a:ea typeface="맑은 고딕"/>
              </a:rPr>
              <a:t>, </a:t>
            </a:r>
            <a:br>
              <a:rPr lang="en-US" altLang="ko-KR" sz="1600" b="1" dirty="0">
                <a:ea typeface="맑은 고딕"/>
              </a:rPr>
            </a:br>
            <a:r>
              <a:rPr lang="en-US" altLang="ko-KR" sz="1600" b="1" dirty="0">
                <a:ea typeface="맑은 고딕"/>
              </a:rPr>
              <a:t>5</a:t>
            </a:r>
            <a:r>
              <a:rPr lang="ko-KR" altLang="en-US" sz="1600" b="1" dirty="0">
                <a:ea typeface="맑은 고딕"/>
              </a:rPr>
              <a:t>년 후 매출은 </a:t>
            </a:r>
            <a:r>
              <a:rPr lang="en-US" altLang="ko-KR" sz="1600" b="1" dirty="0">
                <a:ea typeface="맑은 고딕"/>
              </a:rPr>
              <a:t>6</a:t>
            </a:r>
            <a:r>
              <a:rPr lang="ko-KR" altLang="en-US" sz="1600" b="1" dirty="0">
                <a:ea typeface="맑은 고딕"/>
              </a:rPr>
              <a:t>천억 수준이 될 것으로 추정됩니다</a:t>
            </a:r>
            <a:r>
              <a:rPr lang="en-US" altLang="ko-KR" sz="1600" b="1" dirty="0">
                <a:ea typeface="맑은 고딕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4</a:t>
            </a:fld>
            <a:r>
              <a:rPr lang="en-US" altLang="ko-KR"/>
              <a:t> l 21</a:t>
            </a:r>
            <a:endParaRPr lang="ko-KR" altLang="en-US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CD06AB3F-C168-46B5-A6DD-1F8E6887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427628"/>
              </p:ext>
            </p:extLst>
          </p:nvPr>
        </p:nvGraphicFramePr>
        <p:xfrm>
          <a:off x="838200" y="2329455"/>
          <a:ext cx="10515600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2031년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신규 구매고객 (만명, 12월)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-0.5% 감쇠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고객 수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(</a:t>
                      </a: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만명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, 12</a:t>
                      </a:r>
                      <a:r>
                        <a:rPr lang="ko-KR" altLang="en-US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월</a:t>
                      </a:r>
                      <a:r>
                        <a:rPr lang="en-US" altLang="ko-KR" sz="115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1,566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2,048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2,269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+ 미전환 회원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596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(만명, 연말)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1,029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전월 누적 + 신규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구매고객 증가율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잔존율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구매빈도 (건/월)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객단가 (원)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31,846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 구매고객 (만명, 12월)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+ 누적 × 잔존율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(억원)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3,100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3,800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4,459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5,081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5,665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성장률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+64%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+17%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9A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635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성장 시나리오</a:t>
            </a:r>
            <a:r>
              <a:rPr lang="en-US" altLang="ko-KR" dirty="0"/>
              <a:t> </a:t>
            </a:r>
            <a:r>
              <a:rPr lang="ko-KR" altLang="en-US" dirty="0"/>
              <a:t>②</a:t>
            </a:r>
            <a:r>
              <a:rPr lang="en-US" altLang="ko-KR" dirty="0"/>
              <a:t> </a:t>
            </a:r>
            <a:r>
              <a:rPr lang="ko-KR" altLang="en-US" dirty="0"/>
              <a:t>미래 성장 추정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86596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78335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시장 환경 및 고객 행동을 통해 </a:t>
            </a:r>
            <a:r>
              <a:rPr lang="en-US" altLang="ko-KR" sz="1600" b="1" dirty="0">
                <a:ea typeface="맑은 고딕"/>
              </a:rPr>
              <a:t>3</a:t>
            </a:r>
            <a:r>
              <a:rPr lang="ko-KR" altLang="en-US" sz="1600" b="1" dirty="0">
                <a:ea typeface="맑은 고딕"/>
              </a:rPr>
              <a:t>개의 성장 기회요인을 </a:t>
            </a:r>
            <a:r>
              <a:rPr lang="ko-KR" altLang="en-US" sz="1600" b="1" dirty="0" err="1">
                <a:ea typeface="맑은 고딕"/>
              </a:rPr>
              <a:t>발견할수</a:t>
            </a:r>
            <a:r>
              <a:rPr lang="ko-KR" altLang="en-US" sz="1600" b="1" dirty="0">
                <a:ea typeface="맑은 고딕"/>
              </a:rPr>
              <a:t> 있고</a:t>
            </a:r>
            <a:r>
              <a:rPr lang="en-US" altLang="ko-KR" sz="1600" b="1" dirty="0">
                <a:ea typeface="맑은 고딕"/>
              </a:rPr>
              <a:t>, 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이를 통해 </a:t>
            </a:r>
            <a:r>
              <a:rPr lang="en-US" altLang="ko-KR" sz="1600" b="1" dirty="0">
                <a:ea typeface="맑은 고딕"/>
              </a:rPr>
              <a:t>31</a:t>
            </a:r>
            <a:r>
              <a:rPr lang="ko-KR" altLang="en-US" sz="1600" b="1" dirty="0">
                <a:ea typeface="맑은 고딕"/>
              </a:rPr>
              <a:t>년 최대 </a:t>
            </a:r>
            <a:r>
              <a:rPr lang="en-US" altLang="ko-KR" sz="1600" b="1" dirty="0">
                <a:ea typeface="맑은 고딕"/>
              </a:rPr>
              <a:t>1</a:t>
            </a:r>
            <a:r>
              <a:rPr lang="ko-KR" altLang="en-US" sz="1600" b="1" dirty="0">
                <a:ea typeface="맑은 고딕"/>
              </a:rPr>
              <a:t>조원까지 성장할 수 있을 것임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5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635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성장 시나리오</a:t>
            </a:r>
            <a:r>
              <a:rPr lang="en-US" altLang="ko-KR" dirty="0"/>
              <a:t> </a:t>
            </a:r>
            <a:r>
              <a:rPr lang="ko-KR" altLang="en-US" dirty="0"/>
              <a:t>③</a:t>
            </a:r>
            <a:r>
              <a:rPr lang="en-US" altLang="ko-KR" dirty="0"/>
              <a:t> </a:t>
            </a:r>
            <a:r>
              <a:rPr lang="ko-KR" altLang="en-US" dirty="0"/>
              <a:t>성장 기회 요인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333705" y="2212258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인증 편의성 제고 時 </a:t>
            </a:r>
            <a:r>
              <a:rPr lang="ko-KR" altLang="en-US" sz="1200" b="1" dirty="0" err="1"/>
              <a:t>회원수</a:t>
            </a:r>
            <a:r>
              <a:rPr lang="ko-KR" altLang="en-US" sz="1200" b="1" dirty="0"/>
              <a:t> 확대 가능성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4541912" y="2212258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업계 최고 수준의 배송으로 야간 매출 활성화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8E4F3-BFE8-460A-81CB-4E7E27921C52}"/>
              </a:ext>
            </a:extLst>
          </p:cNvPr>
          <p:cNvSpPr txBox="1"/>
          <p:nvPr/>
        </p:nvSpPr>
        <p:spPr>
          <a:xfrm>
            <a:off x="8311779" y="2212257"/>
            <a:ext cx="3491043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무료배송 장바구니를 </a:t>
            </a:r>
            <a:r>
              <a:rPr lang="ko-KR" altLang="en-US" sz="1200" b="1" dirty="0" err="1"/>
              <a:t>못채운</a:t>
            </a:r>
            <a:r>
              <a:rPr lang="ko-KR" altLang="en-US" sz="1200" b="1" dirty="0"/>
              <a:t> 고객을</a:t>
            </a:r>
            <a:br>
              <a:rPr lang="en-US" altLang="ko-KR" sz="1200" b="1" dirty="0"/>
            </a:br>
            <a:r>
              <a:rPr lang="ko-KR" altLang="en-US" sz="1200" b="1" dirty="0"/>
              <a:t>당겨올 수 있는 방안 마련 필요</a:t>
            </a:r>
            <a:br>
              <a:rPr lang="en-US" altLang="ko-KR" sz="1200" b="1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전체 </a:t>
            </a:r>
            <a:r>
              <a:rPr lang="en-US" altLang="ko-KR" sz="1200" dirty="0"/>
              <a:t>180</a:t>
            </a:r>
            <a:r>
              <a:rPr lang="ko-KR" altLang="en-US" sz="1200" dirty="0"/>
              <a:t>만명의 고객이 쇼핑 중이나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이중 </a:t>
            </a:r>
            <a:r>
              <a:rPr lang="en-US" altLang="ko-KR" sz="1200" dirty="0"/>
              <a:t>1%</a:t>
            </a:r>
            <a:r>
              <a:rPr lang="ko-KR" altLang="en-US" sz="1200" dirty="0"/>
              <a:t>만이 매일 쇼핑을 완료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무료배송 기준을 </a:t>
            </a:r>
            <a:r>
              <a:rPr lang="ko-KR" altLang="en-US" sz="1200" dirty="0" err="1"/>
              <a:t>못채운</a:t>
            </a:r>
            <a:r>
              <a:rPr lang="ko-KR" altLang="en-US" sz="1200" dirty="0"/>
              <a:t> 고객은 </a:t>
            </a:r>
            <a:r>
              <a:rPr lang="en-US" altLang="ko-KR" sz="1200" dirty="0"/>
              <a:t>0.4%</a:t>
            </a:r>
            <a:r>
              <a:rPr lang="ko-KR" altLang="en-US" sz="1200" dirty="0"/>
              <a:t>만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주문 하고</a:t>
            </a:r>
            <a:r>
              <a:rPr lang="en-US" altLang="ko-KR" sz="1200" dirty="0"/>
              <a:t>, </a:t>
            </a:r>
            <a:r>
              <a:rPr lang="ko-KR" altLang="en-US" sz="1200" dirty="0"/>
              <a:t>채운 고객은 </a:t>
            </a:r>
            <a:r>
              <a:rPr lang="en-US" altLang="ko-KR" sz="1200" dirty="0"/>
              <a:t>3%</a:t>
            </a:r>
            <a:r>
              <a:rPr lang="ko-KR" altLang="en-US" sz="1200" dirty="0"/>
              <a:t>가 주문으로 전환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E978E-DEE2-4253-B53B-FC5B2D3F11C8}"/>
              </a:ext>
            </a:extLst>
          </p:cNvPr>
          <p:cNvSpPr txBox="1"/>
          <p:nvPr/>
        </p:nvSpPr>
        <p:spPr>
          <a:xfrm>
            <a:off x="552876" y="6059526"/>
            <a:ext cx="3059004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SNS</a:t>
            </a:r>
            <a:r>
              <a:rPr lang="ko-KR" altLang="en-US" sz="1200" b="1" dirty="0"/>
              <a:t> 가입 時 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본인인증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과 </a:t>
            </a:r>
            <a:r>
              <a:rPr lang="en-US" altLang="ko-KR" sz="1200" b="1" dirty="0"/>
              <a:t>"</a:t>
            </a:r>
            <a:r>
              <a:rPr lang="ko-KR" altLang="en-US" sz="1200" b="1" dirty="0"/>
              <a:t>정보입력</a:t>
            </a:r>
            <a:r>
              <a:rPr lang="en-US" altLang="ko-KR" sz="1200" b="1" dirty="0"/>
              <a:t>“ </a:t>
            </a:r>
            <a:br>
              <a:rPr lang="en-US" altLang="ko-KR" sz="1200" b="1" dirty="0"/>
            </a:br>
            <a:r>
              <a:rPr lang="ko-KR" altLang="en-US" sz="1200" b="1" dirty="0"/>
              <a:t>생략하여 회원 </a:t>
            </a:r>
            <a:r>
              <a:rPr lang="ko-KR" altLang="en-US" sz="1200" b="1" dirty="0" err="1"/>
              <a:t>가입율</a:t>
            </a:r>
            <a:r>
              <a:rPr lang="ko-KR" altLang="en-US" sz="1200" b="1" dirty="0"/>
              <a:t> 증가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1885F-C2DB-450A-BF86-5398197154C3}"/>
              </a:ext>
            </a:extLst>
          </p:cNvPr>
          <p:cNvSpPr txBox="1"/>
          <p:nvPr/>
        </p:nvSpPr>
        <p:spPr>
          <a:xfrm>
            <a:off x="4402500" y="6059526"/>
            <a:ext cx="305900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익일 배송 보장으로 야간 주문 활성화</a:t>
            </a:r>
          </a:p>
        </p:txBody>
      </p:sp>
      <p:graphicFrame>
        <p:nvGraphicFramePr>
          <p:cNvPr id="93" name="Chart 92"/>
          <p:cNvGraphicFramePr>
            <a:graphicFrameLocks noGrp="1"/>
          </p:cNvGraphicFramePr>
          <p:nvPr/>
        </p:nvGraphicFramePr>
        <p:xfrm>
          <a:off x="552876" y="2920813"/>
          <a:ext cx="2967564" cy="2772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596182" y="3354368"/>
            <a:ext cx="649342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0F172A"/>
                </a:solidFill>
                <a:latin typeface="맑은 고딕"/>
                <a:ea typeface="맑은 고딕"/>
              </a:rPr>
              <a:t>84.5만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4084" y="3198920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−4.1만</a:t>
            </a:r>
          </a:p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4.9%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11986" y="3273958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D0021B"/>
                </a:solidFill>
                <a:latin typeface="맑은 고딕"/>
                <a:ea typeface="맑은 고딕"/>
              </a:rPr>
              <a:t>−21.3만</a:t>
            </a:r>
          </a:p>
          <a:p>
            <a:pPr algn="ctr"/>
            <a:r>
              <a:rPr lang="ko-KR" sz="850" b="1">
                <a:solidFill>
                  <a:srgbClr val="D0021B"/>
                </a:solidFill>
                <a:latin typeface="맑은 고딕"/>
                <a:ea typeface="맑은 고딕"/>
              </a:rPr>
              <a:t>26.5%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69889" y="3663785"/>
            <a:ext cx="649342" cy="3108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−6.7만</a:t>
            </a:r>
          </a:p>
          <a:p>
            <a:pPr algn="ctr"/>
            <a:r>
              <a:rPr lang="ko-KR" sz="800" b="0">
                <a:solidFill>
                  <a:srgbClr val="595959"/>
                </a:solidFill>
                <a:latin typeface="맑은 고딕"/>
                <a:ea typeface="맑은 고딕"/>
              </a:rPr>
              <a:t>11.3%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27791" y="3941854"/>
            <a:ext cx="649342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ko-KR" sz="850" b="1">
                <a:solidFill>
                  <a:srgbClr val="009A9A"/>
                </a:solidFill>
                <a:latin typeface="맑은 고딕"/>
                <a:ea typeface="맑은 고딕"/>
              </a:rPr>
              <a:t>52.4만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15732" y="2954483"/>
            <a:ext cx="221775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50" b="1">
                <a:solidFill>
                  <a:srgbClr val="595959"/>
                </a:solidFill>
                <a:latin typeface="맑은 고딕"/>
                <a:ea typeface="맑은 고딕"/>
              </a:rPr>
              <a:t>주문일 (D일)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87132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0시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41571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6시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96010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12시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50449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18시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04888" y="319222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24시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15732" y="3375107"/>
            <a:ext cx="2217756" cy="1097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111160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665599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220038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774477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328916" y="3338531"/>
            <a:ext cx="9144" cy="8229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02500" y="3564899"/>
            <a:ext cx="65836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세종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온라인센터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dirty="0" err="1">
                <a:solidFill>
                  <a:srgbClr val="0F172A"/>
                </a:solidFill>
                <a:latin typeface="맑은 고딕"/>
                <a:ea typeface="맑은 고딕"/>
              </a:rPr>
              <a:t>쿠팡</a:t>
            </a: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 수준</a:t>
            </a:r>
            <a: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  <a:t>)</a:t>
            </a:r>
            <a:endParaRPr lang="ko-KR" sz="1000" b="1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115732" y="3557987"/>
            <a:ext cx="2217756" cy="475488"/>
          </a:xfrm>
          <a:prstGeom prst="rect">
            <a:avLst/>
          </a:prstGeom>
          <a:solidFill>
            <a:srgbClr val="00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115732" y="3557987"/>
            <a:ext cx="221775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자정까지 주문  →  D+1 도착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02500" y="4574531"/>
            <a:ext cx="65836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안성</a:t>
            </a:r>
            <a:br>
              <a:rPr lang="en-US" altLang="ko-KR" sz="1000" b="1" dirty="0">
                <a:solidFill>
                  <a:srgbClr val="0F172A"/>
                </a:solidFill>
                <a:latin typeface="맑은 고딕"/>
                <a:ea typeface="맑은 고딕"/>
              </a:rPr>
            </a:br>
            <a:r>
              <a:rPr lang="ko-KR" altLang="en-US" sz="1000" b="1" dirty="0">
                <a:solidFill>
                  <a:srgbClr val="0F172A"/>
                </a:solidFill>
                <a:latin typeface="맑은 고딕"/>
                <a:ea typeface="맑은 고딕"/>
              </a:rPr>
              <a:t>온라인센터</a:t>
            </a:r>
            <a:endParaRPr lang="ko-KR" sz="1000" b="1" dirty="0">
              <a:solidFill>
                <a:srgbClr val="0F172A"/>
              </a:solidFill>
              <a:latin typeface="맑은 고딕"/>
              <a:ea typeface="맑은 고딕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115732" y="4490675"/>
            <a:ext cx="1108878" cy="47548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115732" y="4490675"/>
            <a:ext cx="110887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D+1 도착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24610" y="4490675"/>
            <a:ext cx="1108878" cy="475488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24610" y="4490675"/>
            <a:ext cx="110887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  <a:ea typeface="맑은 고딕"/>
              </a:rPr>
              <a:t>D+2 도착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13130" y="4984451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1">
                <a:solidFill>
                  <a:srgbClr val="595959"/>
                </a:solidFill>
                <a:latin typeface="맑은 고딕"/>
                <a:ea typeface="맑은 고딕"/>
              </a:rPr>
              <a:t>낮 12시 마감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24610" y="4371803"/>
            <a:ext cx="1108878" cy="10972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224610" y="4335227"/>
            <a:ext cx="10972" cy="82296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322516" y="4335227"/>
            <a:ext cx="10972" cy="82296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224610" y="4179779"/>
            <a:ext cx="110887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800" b="1">
                <a:solidFill>
                  <a:srgbClr val="D0021B"/>
                </a:solidFill>
                <a:latin typeface="맑은 고딕"/>
                <a:ea typeface="맑은 고딕"/>
              </a:rPr>
              <a:t>12시간 차이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02500" y="5222195"/>
            <a:ext cx="29675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50" b="0">
                <a:solidFill>
                  <a:srgbClr val="A6A6A6"/>
                </a:solidFill>
                <a:latin typeface="맑은 고딕"/>
                <a:ea typeface="맑은 고딕"/>
              </a:rPr>
              <a:t>D+1 도착 = 주문 다음 날 23:59까지 배송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00E8CF-5B07-433E-AD92-575CAE1F97B6}"/>
              </a:ext>
            </a:extLst>
          </p:cNvPr>
          <p:cNvSpPr/>
          <p:nvPr/>
        </p:nvSpPr>
        <p:spPr>
          <a:xfrm>
            <a:off x="8196044" y="3930869"/>
            <a:ext cx="3892492" cy="2612544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여기에 그래프 넣어줘</a:t>
            </a:r>
            <a:br>
              <a:rPr lang="en-US" altLang="ko-KR" sz="1400" b="1" dirty="0">
                <a:solidFill>
                  <a:schemeClr val="bg1"/>
                </a:solidFill>
              </a:rPr>
            </a:br>
            <a:r>
              <a:rPr lang="ko-KR" altLang="en-US" sz="1400" b="1" dirty="0">
                <a:solidFill>
                  <a:schemeClr val="bg1"/>
                </a:solidFill>
              </a:rPr>
              <a:t>텍스트는 최소 </a:t>
            </a:r>
            <a:r>
              <a:rPr lang="en-US" altLang="ko-KR" sz="1400" b="1" dirty="0">
                <a:solidFill>
                  <a:schemeClr val="bg1"/>
                </a:solidFill>
              </a:rPr>
              <a:t>10pt</a:t>
            </a:r>
            <a:r>
              <a:rPr lang="ko-KR" altLang="en-US" sz="1400" b="1" dirty="0">
                <a:solidFill>
                  <a:schemeClr val="bg1"/>
                </a:solidFill>
              </a:rPr>
              <a:t>로 해줘</a:t>
            </a:r>
          </a:p>
        </p:txBody>
      </p:sp>
    </p:spTree>
    <p:extLst>
      <p:ext uri="{BB962C8B-B14F-4D97-AF65-F5344CB8AC3E}">
        <p14:creationId xmlns:p14="http://schemas.microsoft.com/office/powerpoint/2010/main" val="386921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2CCCB64-F665-4C1E-8F03-C3324FD0726E}"/>
              </a:ext>
            </a:extLst>
          </p:cNvPr>
          <p:cNvSpPr/>
          <p:nvPr/>
        </p:nvSpPr>
        <p:spPr>
          <a:xfrm>
            <a:off x="200025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F40BF9-50AC-4437-96F1-4B665C76905E}"/>
              </a:ext>
            </a:extLst>
          </p:cNvPr>
          <p:cNvSpPr/>
          <p:nvPr/>
        </p:nvSpPr>
        <p:spPr>
          <a:xfrm>
            <a:off x="4212000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75776B-744F-455A-A63D-75AED3CECC6C}"/>
              </a:ext>
            </a:extLst>
          </p:cNvPr>
          <p:cNvSpPr/>
          <p:nvPr/>
        </p:nvSpPr>
        <p:spPr>
          <a:xfrm>
            <a:off x="8223975" y="2395345"/>
            <a:ext cx="3739425" cy="41147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텍스트 개체 틀 6"/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74641-3D35-4F02-BB0F-B1ABCA75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6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6F6EB-A31E-48C4-8F02-8BFBAE9114BF}"/>
              </a:ext>
            </a:extLst>
          </p:cNvPr>
          <p:cNvSpPr txBox="1"/>
          <p:nvPr/>
        </p:nvSpPr>
        <p:spPr>
          <a:xfrm>
            <a:off x="333705" y="76268"/>
            <a:ext cx="713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Ⅰ. </a:t>
            </a:r>
            <a:r>
              <a:rPr lang="ko-KR" altLang="en-US" b="1" dirty="0"/>
              <a:t>오픈 이후 </a:t>
            </a:r>
            <a:r>
              <a:rPr lang="en-US" altLang="ko-KR" b="1" dirty="0"/>
              <a:t>3</a:t>
            </a:r>
            <a:r>
              <a:rPr lang="ko-KR" altLang="en-US" b="1" dirty="0"/>
              <a:t>년 성과 및 성장 시나리오</a:t>
            </a:r>
            <a:r>
              <a:rPr lang="en-US" altLang="ko-KR" dirty="0"/>
              <a:t> </a:t>
            </a:r>
            <a:r>
              <a:rPr lang="ko-KR" altLang="en-US" dirty="0"/>
              <a:t>④</a:t>
            </a:r>
            <a:r>
              <a:rPr lang="en-US" altLang="ko-KR" dirty="0"/>
              <a:t> </a:t>
            </a:r>
            <a:r>
              <a:rPr lang="ko-KR" altLang="en-US" dirty="0"/>
              <a:t>성장에 따른 부채 요인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F8AD-2915-4593-A032-58B744B9A917}"/>
              </a:ext>
            </a:extLst>
          </p:cNvPr>
          <p:cNvSpPr txBox="1"/>
          <p:nvPr/>
        </p:nvSpPr>
        <p:spPr>
          <a:xfrm>
            <a:off x="829005" y="2212258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975" indent="-180975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PC </a:t>
            </a:r>
            <a:r>
              <a:rPr lang="ko-KR" altLang="en-US" sz="1200" b="1" dirty="0"/>
              <a:t>사이트 개선 지연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05DEA-6E5E-4236-93E1-930AB61D50A7}"/>
              </a:ext>
            </a:extLst>
          </p:cNvPr>
          <p:cNvSpPr txBox="1"/>
          <p:nvPr/>
        </p:nvSpPr>
        <p:spPr>
          <a:xfrm>
            <a:off x="5037212" y="2212258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 </a:t>
            </a:r>
            <a:r>
              <a:rPr lang="ko-KR" altLang="en-US" sz="1200" b="1" dirty="0"/>
              <a:t>기능 고도화 과제 지연 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8E4F3-BFE8-460A-81CB-4E7E27921C52}"/>
              </a:ext>
            </a:extLst>
          </p:cNvPr>
          <p:cNvSpPr txBox="1"/>
          <p:nvPr/>
        </p:nvSpPr>
        <p:spPr>
          <a:xfrm>
            <a:off x="8984879" y="2212257"/>
            <a:ext cx="2292721" cy="3336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975" indent="-180975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/>
              <a:t>운영 프로세스 개선 지연</a:t>
            </a:r>
            <a:endParaRPr lang="ko-KR" altLang="en-US" sz="1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7D4F65D-E959-479A-95C2-0BBAAB5E8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527627"/>
              </p:ext>
            </p:extLst>
          </p:nvPr>
        </p:nvGraphicFramePr>
        <p:xfrm>
          <a:off x="267994" y="3977279"/>
          <a:ext cx="3603486" cy="197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162">
                  <a:extLst>
                    <a:ext uri="{9D8B030D-6E8A-4147-A177-3AD203B41FA5}">
                      <a16:colId xmlns:a16="http://schemas.microsoft.com/office/drawing/2014/main" val="1841021502"/>
                    </a:ext>
                  </a:extLst>
                </a:gridCol>
                <a:gridCol w="1201162">
                  <a:extLst>
                    <a:ext uri="{9D8B030D-6E8A-4147-A177-3AD203B41FA5}">
                      <a16:colId xmlns:a16="http://schemas.microsoft.com/office/drawing/2014/main" val="444553600"/>
                    </a:ext>
                  </a:extLst>
                </a:gridCol>
                <a:gridCol w="1201162">
                  <a:extLst>
                    <a:ext uri="{9D8B030D-6E8A-4147-A177-3AD203B41FA5}">
                      <a16:colId xmlns:a16="http://schemas.microsoft.com/office/drawing/2014/main" val="888715666"/>
                    </a:ext>
                  </a:extLst>
                </a:gridCol>
              </a:tblGrid>
              <a:tr h="4304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모바일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89538"/>
                  </a:ext>
                </a:extLst>
              </a:tr>
              <a:tr h="6926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속도개선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 →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미시행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583301"/>
                  </a:ext>
                </a:extLst>
              </a:tr>
              <a:tr h="8539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전문몰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뷰티헬스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패션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매장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펫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신상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미시행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0593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9B3CE1F-09A9-46E1-9D60-364974D851EE}"/>
              </a:ext>
            </a:extLst>
          </p:cNvPr>
          <p:cNvSpPr txBox="1"/>
          <p:nvPr/>
        </p:nvSpPr>
        <p:spPr>
          <a:xfrm>
            <a:off x="4338712" y="2880900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검색엔진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내재화 추진 필요</a:t>
            </a:r>
            <a:br>
              <a:rPr lang="en-US" altLang="ko-KR" sz="1200" b="1" dirty="0"/>
            </a:br>
            <a:r>
              <a:rPr lang="en-US" altLang="ko-KR" sz="1200" b="1" dirty="0"/>
              <a:t>   - </a:t>
            </a:r>
            <a:r>
              <a:rPr lang="ko-KR" altLang="en-US" sz="1200" b="1" dirty="0"/>
              <a:t>현재 외부솔루션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다이퀘스트</a:t>
            </a:r>
            <a:r>
              <a:rPr lang="en-US" altLang="ko-KR" sz="1200" b="1" dirty="0"/>
              <a:t>) </a:t>
            </a:r>
            <a:r>
              <a:rPr lang="ko-KR" altLang="en-US" sz="1200" b="1" dirty="0" err="1"/>
              <a:t>사용중</a:t>
            </a:r>
            <a:br>
              <a:rPr lang="en-US" altLang="ko-KR" sz="1200" b="1" dirty="0"/>
            </a:br>
            <a:r>
              <a:rPr lang="en-US" altLang="ko-KR" sz="1200" b="1" dirty="0"/>
              <a:t>   - </a:t>
            </a:r>
            <a:r>
              <a:rPr lang="ko-KR" altLang="en-US" sz="1200" b="1" dirty="0"/>
              <a:t>최적화 어려움 → 기능개선 지연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B90D10-7906-4A95-82FD-9794E1EBFE07}"/>
              </a:ext>
            </a:extLst>
          </p:cNvPr>
          <p:cNvSpPr txBox="1"/>
          <p:nvPr/>
        </p:nvSpPr>
        <p:spPr>
          <a:xfrm>
            <a:off x="4338712" y="4182352"/>
            <a:ext cx="349104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</a:t>
            </a:r>
            <a:r>
              <a:rPr lang="en-US" altLang="ko-KR" sz="1200" b="1" dirty="0"/>
              <a:t>API : </a:t>
            </a:r>
            <a:r>
              <a:rPr lang="ko-KR" altLang="en-US" sz="1200" b="1" dirty="0"/>
              <a:t>중복 </a:t>
            </a:r>
            <a:r>
              <a:rPr lang="ko-KR" altLang="en-US" sz="1200" b="1" dirty="0" err="1"/>
              <a:t>개발건</a:t>
            </a:r>
            <a:r>
              <a:rPr lang="ko-KR" altLang="en-US" sz="1200" b="1" dirty="0"/>
              <a:t> 다수 존재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관리 공수 과다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DAF4CF-9C68-42AF-A416-04293361416B}"/>
              </a:ext>
            </a:extLst>
          </p:cNvPr>
          <p:cNvSpPr txBox="1"/>
          <p:nvPr/>
        </p:nvSpPr>
        <p:spPr>
          <a:xfrm>
            <a:off x="4338712" y="5171373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③ 재해복구 시간 단축 필요 </a:t>
            </a:r>
            <a:r>
              <a:rPr lang="en-US" altLang="ko-KR" sz="1200" b="1" dirty="0"/>
              <a:t>: 40</a:t>
            </a:r>
            <a:r>
              <a:rPr lang="ko-KR" altLang="en-US" sz="1200" b="1" dirty="0"/>
              <a:t>분 → </a:t>
            </a:r>
            <a:r>
              <a:rPr lang="en-US" altLang="ko-KR" sz="1200" b="1" dirty="0"/>
              <a:t>30</a:t>
            </a:r>
            <a:r>
              <a:rPr lang="ko-KR" altLang="en-US" sz="1200" b="1" dirty="0"/>
              <a:t>분</a:t>
            </a:r>
            <a:br>
              <a:rPr lang="en-US" altLang="ko-KR" sz="1200" b="1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장애 발생 時 완전 복구까지 </a:t>
            </a:r>
            <a:r>
              <a:rPr lang="en-US" altLang="ko-KR" sz="1200" dirty="0"/>
              <a:t>40</a:t>
            </a:r>
            <a:r>
              <a:rPr lang="ko-KR" altLang="en-US" sz="1200" dirty="0"/>
              <a:t>분 소요</a:t>
            </a:r>
            <a:br>
              <a:rPr lang="en-US" altLang="ko-KR" sz="1200" dirty="0"/>
            </a:br>
            <a:r>
              <a:rPr lang="en-US" altLang="ko-KR" sz="1200" dirty="0"/>
              <a:t>  - </a:t>
            </a:r>
            <a:r>
              <a:rPr lang="ko-KR" altLang="en-US" sz="1200" dirty="0"/>
              <a:t>절차 개선 및 지속 모의훈련 통해 </a:t>
            </a:r>
            <a:r>
              <a:rPr lang="en-US" altLang="ko-KR" sz="1200" dirty="0"/>
              <a:t>30</a:t>
            </a:r>
            <a:r>
              <a:rPr lang="ko-KR" altLang="en-US" sz="1200" dirty="0"/>
              <a:t>분 추진</a:t>
            </a:r>
            <a:r>
              <a:rPr lang="ko-KR" altLang="en-US" sz="1200" b="1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EF333-27C5-4387-9F29-1A8D4FC7FBCC}"/>
              </a:ext>
            </a:extLst>
          </p:cNvPr>
          <p:cNvSpPr txBox="1"/>
          <p:nvPr/>
        </p:nvSpPr>
        <p:spPr>
          <a:xfrm>
            <a:off x="8346353" y="288089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① 기능 관련 </a:t>
            </a:r>
            <a:r>
              <a:rPr lang="en-US" altLang="ko-KR" sz="1200" b="1" dirty="0"/>
              <a:t>VOC </a:t>
            </a:r>
            <a:r>
              <a:rPr lang="ko-KR" altLang="en-US" sz="1200" b="1" dirty="0"/>
              <a:t>관련 과제 처리 미흡</a:t>
            </a:r>
            <a:br>
              <a:rPr lang="en-US" altLang="ko-KR" sz="1200" b="1" dirty="0"/>
            </a:br>
            <a:r>
              <a:rPr lang="en-US" altLang="ko-KR" sz="1200" dirty="0"/>
              <a:t>   - </a:t>
            </a:r>
            <a:r>
              <a:rPr lang="ko-KR" altLang="en-US" sz="1200" dirty="0"/>
              <a:t>주문</a:t>
            </a:r>
            <a:r>
              <a:rPr lang="en-US" altLang="ko-KR" sz="1200" dirty="0"/>
              <a:t>/</a:t>
            </a:r>
            <a:r>
              <a:rPr lang="ko-KR" altLang="en-US" sz="1200" dirty="0"/>
              <a:t>배송</a:t>
            </a:r>
            <a:r>
              <a:rPr lang="en-US" altLang="ko-KR" sz="1200" dirty="0"/>
              <a:t>/</a:t>
            </a:r>
            <a:r>
              <a:rPr lang="ko-KR" altLang="en-US" sz="1200" dirty="0"/>
              <a:t>상품 관련 불만은 </a:t>
            </a:r>
            <a:r>
              <a:rPr lang="en-US" altLang="ko-KR" sz="1200" dirty="0"/>
              <a:t>100% </a:t>
            </a:r>
            <a:r>
              <a:rPr lang="ko-KR" altLang="en-US" sz="1200" dirty="0"/>
              <a:t>처리</a:t>
            </a:r>
            <a:br>
              <a:rPr lang="en-US" altLang="ko-KR" sz="1200" dirty="0"/>
            </a:br>
            <a:r>
              <a:rPr lang="en-US" altLang="ko-KR" sz="1200" dirty="0"/>
              <a:t>   - </a:t>
            </a:r>
            <a:r>
              <a:rPr lang="ko-KR" altLang="en-US" sz="1200" dirty="0" err="1"/>
              <a:t>기능건은</a:t>
            </a:r>
            <a:r>
              <a:rPr lang="ko-KR" altLang="en-US" sz="1200" dirty="0"/>
              <a:t> 과제화 미흡 </a:t>
            </a:r>
            <a:r>
              <a:rPr lang="en-US" altLang="ko-KR" sz="1200" dirty="0"/>
              <a:t>(3</a:t>
            </a:r>
            <a:r>
              <a:rPr lang="ko-KR" altLang="en-US" sz="1200" dirty="0"/>
              <a:t>분기 </a:t>
            </a:r>
            <a:r>
              <a:rPr lang="en-US" altLang="ko-KR" sz="1200" dirty="0"/>
              <a:t>30</a:t>
            </a:r>
            <a:r>
              <a:rPr lang="ko-KR" altLang="en-US" sz="1200" dirty="0"/>
              <a:t>개 수준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004DF-23A6-4385-9C34-9D0CC5CAAB54}"/>
              </a:ext>
            </a:extLst>
          </p:cNvPr>
          <p:cNvSpPr txBox="1"/>
          <p:nvPr/>
        </p:nvSpPr>
        <p:spPr>
          <a:xfrm>
            <a:off x="267994" y="281776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고객 </a:t>
            </a:r>
            <a:r>
              <a:rPr lang="en-US" altLang="ko-KR" sz="1200" b="1" dirty="0"/>
              <a:t>80% </a:t>
            </a:r>
            <a:r>
              <a:rPr lang="ko-KR" altLang="en-US" sz="1200" b="1" dirty="0"/>
              <a:t>사용하는 모바일 앱 중심의 개발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PC</a:t>
            </a:r>
            <a:r>
              <a:rPr lang="ko-KR" altLang="en-US" sz="1200" b="1" dirty="0"/>
              <a:t>는 속도개선 및 </a:t>
            </a:r>
            <a:r>
              <a:rPr lang="ko-KR" altLang="en-US" sz="1200" b="1" dirty="0" err="1"/>
              <a:t>전문몰</a:t>
            </a:r>
            <a:r>
              <a:rPr lang="ko-KR" altLang="en-US" sz="1200" b="1" dirty="0"/>
              <a:t> 개발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미흡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22E47-BB63-4818-A039-82D1FE833A83}"/>
              </a:ext>
            </a:extLst>
          </p:cNvPr>
          <p:cNvSpPr txBox="1"/>
          <p:nvPr/>
        </p:nvSpPr>
        <p:spPr>
          <a:xfrm>
            <a:off x="8346353" y="4265199"/>
            <a:ext cx="3491043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② 교환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반품 관련 수동 처리 지속</a:t>
            </a:r>
            <a:br>
              <a:rPr lang="en-US" altLang="ko-KR" sz="1200" b="1" dirty="0"/>
            </a:br>
            <a:r>
              <a:rPr lang="en-US" altLang="ko-KR" sz="1200" dirty="0"/>
              <a:t>   - //</a:t>
            </a:r>
            <a:br>
              <a:rPr lang="en-US" altLang="ko-KR" sz="1200" dirty="0"/>
            </a:br>
            <a:r>
              <a:rPr lang="en-US" altLang="ko-KR" sz="1200" dirty="0"/>
              <a:t>   - ///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78240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99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Ⅱ. 27</a:t>
            </a:r>
            <a:r>
              <a:rPr lang="ko-KR" altLang="en-US" b="1" dirty="0"/>
              <a:t>년 추진 전략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7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A7737-0C35-4552-B94C-1BB96BD6B580}"/>
              </a:ext>
            </a:extLst>
          </p:cNvPr>
          <p:cNvSpPr txBox="1"/>
          <p:nvPr/>
        </p:nvSpPr>
        <p:spPr>
          <a:xfrm>
            <a:off x="2178025" y="2189602"/>
            <a:ext cx="3529781" cy="11646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회원 가입 장애물 제거</a:t>
            </a:r>
            <a:br>
              <a:rPr lang="en-US" altLang="ko-KR" sz="1200" b="1" dirty="0"/>
            </a:br>
            <a:r>
              <a:rPr lang="en-US" altLang="ko-KR" sz="1200" dirty="0"/>
              <a:t>- SNS </a:t>
            </a:r>
            <a:r>
              <a:rPr lang="ko-KR" altLang="en-US" sz="1200" dirty="0"/>
              <a:t>가입 도입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외국인 위한 이메일 회원체계 도입</a:t>
            </a:r>
            <a:endParaRPr lang="en-US" altLang="ko-KR" sz="1200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가입</a:t>
            </a:r>
            <a:r>
              <a:rPr lang="en-US" altLang="ko-KR" sz="1200" b="1" dirty="0"/>
              <a:t>~</a:t>
            </a:r>
            <a:r>
              <a:rPr lang="ko-KR" altLang="en-US" sz="1200" b="1" dirty="0"/>
              <a:t>구매</a:t>
            </a:r>
            <a:r>
              <a:rPr lang="en-US" altLang="ko-KR" sz="1200" b="1" dirty="0"/>
              <a:t>~</a:t>
            </a:r>
            <a:r>
              <a:rPr lang="ko-KR" altLang="en-US" sz="1200" b="1" dirty="0"/>
              <a:t>재구매 자동화 </a:t>
            </a:r>
            <a:r>
              <a:rPr lang="en-US" altLang="ko-KR" sz="1200" b="1" dirty="0"/>
              <a:t>CRM </a:t>
            </a:r>
            <a:r>
              <a:rPr lang="ko-KR" altLang="en-US" sz="1200" b="1" dirty="0"/>
              <a:t>도입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0B758-34F6-480D-B506-0AFEAC76E3F4}"/>
              </a:ext>
            </a:extLst>
          </p:cNvPr>
          <p:cNvSpPr txBox="1"/>
          <p:nvPr/>
        </p:nvSpPr>
        <p:spPr>
          <a:xfrm>
            <a:off x="2178025" y="3473943"/>
            <a:ext cx="3529781" cy="6106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배송 속도 혁신 </a:t>
            </a:r>
            <a:r>
              <a:rPr lang="en-US" altLang="ko-KR" sz="1200" b="1" dirty="0"/>
              <a:t>: </a:t>
            </a:r>
            <a:r>
              <a:rPr lang="ko-KR" altLang="en-US" sz="1200" dirty="0"/>
              <a:t>자정 이전 주문 時 익일 배송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새벽배송</a:t>
            </a:r>
            <a:r>
              <a:rPr lang="en-US" altLang="ko-KR" sz="1200" dirty="0"/>
              <a:t>/</a:t>
            </a:r>
            <a:r>
              <a:rPr lang="ko-KR" altLang="en-US" sz="1200" dirty="0"/>
              <a:t>당일배송은 차후 검토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1EFE48-5ED3-4849-B5B3-6B98FF6955C2}"/>
              </a:ext>
            </a:extLst>
          </p:cNvPr>
          <p:cNvSpPr txBox="1"/>
          <p:nvPr/>
        </p:nvSpPr>
        <p:spPr>
          <a:xfrm>
            <a:off x="2178024" y="4218534"/>
            <a:ext cx="3529782" cy="6106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무료 배송 기준 인하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수익성 확보 기조 下</a:t>
            </a:r>
            <a:r>
              <a:rPr lang="en-US" altLang="ko-KR" sz="1200" b="1" dirty="0"/>
              <a:t>)</a:t>
            </a:r>
            <a:br>
              <a:rPr lang="en-US" altLang="ko-KR" sz="1200" b="1" dirty="0"/>
            </a:br>
            <a:r>
              <a:rPr lang="en-US" altLang="ko-KR" sz="1200" dirty="0"/>
              <a:t>- Test </a:t>
            </a:r>
            <a:r>
              <a:rPr lang="ko-KR" altLang="en-US" sz="1200" dirty="0"/>
              <a:t>後 시행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759CEE-CE2A-483C-90BE-9C0817C93B3F}"/>
              </a:ext>
            </a:extLst>
          </p:cNvPr>
          <p:cNvSpPr txBox="1"/>
          <p:nvPr/>
        </p:nvSpPr>
        <p:spPr>
          <a:xfrm>
            <a:off x="2178024" y="4990927"/>
            <a:ext cx="3529782" cy="6106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장바구니 완성 추천 봇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CS </a:t>
            </a:r>
            <a:r>
              <a:rPr lang="ko-KR" altLang="en-US" sz="1200" b="1" dirty="0"/>
              <a:t>해결 봇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518205-A191-42D4-AC40-A01473AA554A}"/>
              </a:ext>
            </a:extLst>
          </p:cNvPr>
          <p:cNvSpPr txBox="1"/>
          <p:nvPr/>
        </p:nvSpPr>
        <p:spPr>
          <a:xfrm>
            <a:off x="2178024" y="5722817"/>
            <a:ext cx="3529782" cy="8876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매장 </a:t>
            </a:r>
            <a:r>
              <a:rPr lang="en-US" altLang="ko-KR" sz="1200" b="1" dirty="0"/>
              <a:t>: PC </a:t>
            </a:r>
            <a:r>
              <a:rPr lang="ko-KR" altLang="en-US" sz="1200" b="1" dirty="0"/>
              <a:t>사이트 전면 개편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기술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검색 기술 내재화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장애 대응</a:t>
            </a:r>
            <a:endParaRPr lang="en-US" altLang="ko-KR" sz="1200" b="1" dirty="0"/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고객 </a:t>
            </a:r>
            <a:r>
              <a:rPr lang="en-US" altLang="ko-KR" sz="1200" b="1" dirty="0"/>
              <a:t>: CS</a:t>
            </a:r>
            <a:r>
              <a:rPr lang="ko-KR" altLang="en-US" sz="1200" b="1" dirty="0"/>
              <a:t> 기준 변화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44A7B1-1C5B-4528-B2BF-7E8A085497C5}"/>
              </a:ext>
            </a:extLst>
          </p:cNvPr>
          <p:cNvSpPr/>
          <p:nvPr/>
        </p:nvSpPr>
        <p:spPr>
          <a:xfrm>
            <a:off x="368300" y="2184255"/>
            <a:ext cx="1101805" cy="116461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회원 기반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확대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9FFEC1-7BD3-4ADD-9326-7E1C5DA3C80F}"/>
              </a:ext>
            </a:extLst>
          </p:cNvPr>
          <p:cNvSpPr/>
          <p:nvPr/>
        </p:nvSpPr>
        <p:spPr>
          <a:xfrm>
            <a:off x="402895" y="3473943"/>
            <a:ext cx="1101805" cy="13552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물류 서비스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혁신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0DF82A-FE12-4576-B2C6-F0934E65601A}"/>
              </a:ext>
            </a:extLst>
          </p:cNvPr>
          <p:cNvSpPr/>
          <p:nvPr/>
        </p:nvSpPr>
        <p:spPr>
          <a:xfrm>
            <a:off x="402895" y="4990928"/>
            <a:ext cx="1101805" cy="61061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문제해결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</a:rPr>
              <a:t>완성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122AEE-1968-4A28-892B-52A3E41652FE}"/>
              </a:ext>
            </a:extLst>
          </p:cNvPr>
          <p:cNvSpPr/>
          <p:nvPr/>
        </p:nvSpPr>
        <p:spPr>
          <a:xfrm>
            <a:off x="402895" y="5722816"/>
            <a:ext cx="1101805" cy="88761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</a:rPr>
              <a:t>부채 해소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FC5FC04C-4040-49D9-B1A0-A5BAD4E5688E}"/>
              </a:ext>
            </a:extLst>
          </p:cNvPr>
          <p:cNvSpPr/>
          <p:nvPr/>
        </p:nvSpPr>
        <p:spPr>
          <a:xfrm rot="5400000">
            <a:off x="4331109" y="4260147"/>
            <a:ext cx="3529781" cy="192506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37580-90D6-466E-A441-41E516E498D6}"/>
              </a:ext>
            </a:extLst>
          </p:cNvPr>
          <p:cNvSpPr txBox="1"/>
          <p:nvPr/>
        </p:nvSpPr>
        <p:spPr>
          <a:xfrm>
            <a:off x="6677526" y="2021307"/>
            <a:ext cx="473342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i="1" dirty="0"/>
              <a:t>27</a:t>
            </a:r>
            <a:r>
              <a:rPr lang="ko-KR" altLang="en-US" sz="1400" b="1" i="1" dirty="0"/>
              <a:t>년은 세종센터 및 </a:t>
            </a:r>
            <a:r>
              <a:rPr lang="en-US" altLang="ko-KR" sz="1400" b="1" i="1" dirty="0"/>
              <a:t>AI </a:t>
            </a:r>
            <a:r>
              <a:rPr lang="ko-KR" altLang="en-US" sz="1400" b="1" i="1" dirty="0"/>
              <a:t>기반의 서비스 혁신으로</a:t>
            </a:r>
            <a:endParaRPr lang="en-US" altLang="ko-KR" sz="1400" b="1" i="1" dirty="0"/>
          </a:p>
          <a:p>
            <a:pPr algn="ctr">
              <a:lnSpc>
                <a:spcPct val="150000"/>
              </a:lnSpc>
            </a:pPr>
            <a:r>
              <a:rPr lang="en-US" altLang="ko-KR" sz="1400" b="1" i="1" dirty="0"/>
              <a:t>31</a:t>
            </a:r>
            <a:r>
              <a:rPr lang="ko-KR" altLang="en-US" sz="1400" b="1" i="1" dirty="0"/>
              <a:t>년 </a:t>
            </a:r>
            <a:r>
              <a:rPr lang="en-US" altLang="ko-KR" sz="1400" b="1" i="1" dirty="0"/>
              <a:t>1</a:t>
            </a:r>
            <a:r>
              <a:rPr lang="ko-KR" altLang="en-US" sz="1400" b="1" i="1" dirty="0"/>
              <a:t>조원 성장의 기반 마련</a:t>
            </a:r>
          </a:p>
        </p:txBody>
      </p:sp>
      <p:graphicFrame>
        <p:nvGraphicFramePr>
          <p:cNvPr id="76" name="Chart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99208"/>
              </p:ext>
            </p:extLst>
          </p:nvPr>
        </p:nvGraphicFramePr>
        <p:xfrm>
          <a:off x="6514281" y="3086790"/>
          <a:ext cx="5309419" cy="2754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D910570-4B28-4211-9A37-34FFFE8FC109}"/>
              </a:ext>
            </a:extLst>
          </p:cNvPr>
          <p:cNvSpPr txBox="1"/>
          <p:nvPr/>
        </p:nvSpPr>
        <p:spPr>
          <a:xfrm>
            <a:off x="2178025" y="1395214"/>
            <a:ext cx="3529781" cy="62609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온라인 </a:t>
            </a:r>
            <a:r>
              <a:rPr lang="ko-KR" altLang="en-US" sz="1200" b="1" dirty="0" err="1"/>
              <a:t>결품율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50% </a:t>
            </a:r>
            <a:r>
              <a:rPr lang="ko-KR" altLang="en-US" sz="1200" b="1" dirty="0"/>
              <a:t>감소</a:t>
            </a:r>
            <a:r>
              <a:rPr lang="en-US" altLang="ko-KR" sz="1200" b="1" dirty="0"/>
              <a:t>(26</a:t>
            </a:r>
            <a:r>
              <a:rPr lang="ko-KR" altLang="en-US" sz="1200" b="1" dirty="0"/>
              <a:t>년 </a:t>
            </a:r>
            <a:r>
              <a:rPr lang="en-US" altLang="ko-KR" sz="1200" b="1" dirty="0"/>
              <a:t>6% </a:t>
            </a:r>
            <a:r>
              <a:rPr lang="ko-KR" altLang="en-US" sz="1200" b="1" dirty="0"/>
              <a:t>→ </a:t>
            </a:r>
            <a:r>
              <a:rPr lang="en-US" altLang="ko-KR" sz="1200" b="1" dirty="0"/>
              <a:t>27 3%)</a:t>
            </a:r>
          </a:p>
          <a:p>
            <a:pPr marL="180975" indent="-1809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/>
              <a:t>추가 </a:t>
            </a:r>
            <a:r>
              <a:rPr lang="ko-KR" altLang="en-US" sz="1200" b="1" dirty="0" err="1"/>
              <a:t>전문몰</a:t>
            </a:r>
            <a:r>
              <a:rPr lang="ko-KR" altLang="en-US" sz="1200" b="1" dirty="0"/>
              <a:t> 확대</a:t>
            </a:r>
            <a:endParaRPr lang="en-US" altLang="ko-KR" sz="1200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FAF053-A4FC-49E4-B9B5-3706E7D63AF0}"/>
              </a:ext>
            </a:extLst>
          </p:cNvPr>
          <p:cNvSpPr/>
          <p:nvPr/>
        </p:nvSpPr>
        <p:spPr>
          <a:xfrm>
            <a:off x="368300" y="1389868"/>
            <a:ext cx="1101805" cy="6314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상품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기반 강화</a:t>
            </a:r>
          </a:p>
        </p:txBody>
      </p:sp>
    </p:spTree>
    <p:extLst>
      <p:ext uri="{BB962C8B-B14F-4D97-AF65-F5344CB8AC3E}">
        <p14:creationId xmlns:p14="http://schemas.microsoft.com/office/powerpoint/2010/main" val="84706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7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① </a:t>
            </a:r>
            <a:r>
              <a:rPr lang="ko-KR" altLang="en-US" b="1" dirty="0" err="1"/>
              <a:t>결품율</a:t>
            </a:r>
            <a:r>
              <a:rPr lang="ko-KR" altLang="en-US" b="1" dirty="0"/>
              <a:t> </a:t>
            </a:r>
            <a:r>
              <a:rPr lang="en-US" altLang="ko-KR" b="1" dirty="0"/>
              <a:t>50% </a:t>
            </a:r>
            <a:r>
              <a:rPr lang="ko-KR" altLang="en-US" b="1" dirty="0"/>
              <a:t>감축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8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27" name="텍스트 개체 틀 6">
            <a:extLst>
              <a:ext uri="{FF2B5EF4-FFF2-40B4-BE49-F238E27FC236}">
                <a16:creationId xmlns:a16="http://schemas.microsoft.com/office/drawing/2014/main" id="{551FC0D7-6AE1-4090-8086-14067D29FA7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1917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1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② </a:t>
            </a:r>
            <a:r>
              <a:rPr lang="ko-KR" altLang="en-US" b="1" dirty="0" err="1"/>
              <a:t>전문몰</a:t>
            </a:r>
            <a:r>
              <a:rPr lang="ko-KR" altLang="en-US" b="1" dirty="0"/>
              <a:t> 확대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9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5FB22D4F-B797-40EC-8197-B13B6609A2FD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6878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5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742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③ 회원가입 장애물 제거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10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FE7DC93-D1A6-4165-B473-D68F96E1AABF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0605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9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④ 자동 </a:t>
            </a:r>
            <a:r>
              <a:rPr lang="en-US" altLang="ko-KR" b="1" dirty="0"/>
              <a:t>CRM </a:t>
            </a:r>
            <a:r>
              <a:rPr lang="ko-KR" altLang="en-US" b="1" dirty="0"/>
              <a:t>도입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11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0F92D6CB-B4CA-4CD0-B5D9-36247D70FD36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6618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3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⑤ 익일 배송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12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50E3018-A4A2-41A0-BAA9-8AF702E430A1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02043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6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4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⑥ </a:t>
            </a:r>
            <a:r>
              <a:rPr lang="ko-KR" altLang="en-US" b="1" dirty="0" err="1"/>
              <a:t>무배</a:t>
            </a:r>
            <a:r>
              <a:rPr lang="ko-KR" altLang="en-US" b="1" dirty="0"/>
              <a:t> 기준 인하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13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302DB44F-884C-407B-A402-5087A4E35CD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0489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0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⑦ 문제 해결형 </a:t>
            </a:r>
            <a:r>
              <a:rPr lang="en-US" altLang="ko-KR" b="1" dirty="0"/>
              <a:t>AI</a:t>
            </a:r>
            <a:endParaRPr lang="ko-KR" altLang="en-US" b="1" dirty="0"/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14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4ADE5B4F-CEC4-49E9-8654-98E1C2C57B9D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03138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4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40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⑧ 문제 해결형 </a:t>
            </a:r>
            <a:r>
              <a:rPr lang="en-US" altLang="ko-KR" b="1" dirty="0"/>
              <a:t>AI</a:t>
            </a:r>
            <a:endParaRPr lang="ko-KR" altLang="en-US" b="1" dirty="0"/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15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8550CDA4-864B-4983-9FC4-491AC4F11AAC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79394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8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Ⅲ. </a:t>
            </a:r>
            <a:r>
              <a:rPr lang="ko-KR" altLang="en-US" b="1" dirty="0"/>
              <a:t>세부 추진 과제 ⑨ 부채 해소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16</a:t>
            </a:fld>
            <a:r>
              <a:rPr lang="en-US" altLang="ko-KR"/>
              <a:t> l 21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7756897D-E99F-4803-B13E-CCA5C102A189}"/>
              </a:ext>
            </a:extLst>
          </p:cNvPr>
          <p:cNvSpPr txBox="1">
            <a:spLocks/>
          </p:cNvSpPr>
          <p:nvPr/>
        </p:nvSpPr>
        <p:spPr>
          <a:xfrm>
            <a:off x="226500" y="798474"/>
            <a:ext cx="11795518" cy="41402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ea typeface="맑은 고딕"/>
              </a:rPr>
              <a:t>매출과 성장 중심의 운영에 따라 일부 기술</a:t>
            </a:r>
            <a:r>
              <a:rPr lang="en-US" altLang="ko-KR" sz="1600" b="1" dirty="0">
                <a:ea typeface="맑은 고딕"/>
              </a:rPr>
              <a:t>/</a:t>
            </a:r>
            <a:r>
              <a:rPr lang="ko-KR" altLang="en-US" sz="1600" b="1" dirty="0">
                <a:ea typeface="맑은 고딕"/>
              </a:rPr>
              <a:t>운영 부채가 잔존하고 있음</a:t>
            </a:r>
            <a:endParaRPr lang="en-US" altLang="ko-KR" sz="16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0901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4DB8C8C-A708-289E-473F-57C96949F5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8" name="think-cell 슬라이드" r:id="rId5" imgW="592" imgH="595" progId="TCLayout.ActiveDocument.1">
                  <p:embed/>
                </p:oleObj>
              </mc:Choice>
              <mc:Fallback>
                <p:oleObj name="think-cell 슬라이드" r:id="rId5" imgW="592" imgH="59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DB8C8C-A708-289E-473F-57C96949F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직사각형 76">
            <a:extLst>
              <a:ext uri="{FF2B5EF4-FFF2-40B4-BE49-F238E27FC236}">
                <a16:creationId xmlns:a16="http://schemas.microsoft.com/office/drawing/2014/main" id="{5CD2015A-4898-8AF9-FCEA-4A0E47A1DA66}"/>
              </a:ext>
            </a:extLst>
          </p:cNvPr>
          <p:cNvSpPr/>
          <p:nvPr/>
        </p:nvSpPr>
        <p:spPr>
          <a:xfrm>
            <a:off x="0" y="0"/>
            <a:ext cx="200025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45" name="직선 연결선 72">
            <a:extLst>
              <a:ext uri="{FF2B5EF4-FFF2-40B4-BE49-F238E27FC236}">
                <a16:creationId xmlns:a16="http://schemas.microsoft.com/office/drawing/2014/main" id="{CE75FCCB-EA8C-DF02-6352-57C8CF185C8B}"/>
              </a:ext>
            </a:extLst>
          </p:cNvPr>
          <p:cNvCxnSpPr/>
          <p:nvPr/>
        </p:nvCxnSpPr>
        <p:spPr>
          <a:xfrm>
            <a:off x="0" y="51435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BE3F49-620C-D6CB-3EFC-8BFE2ACAE0F3}"/>
              </a:ext>
            </a:extLst>
          </p:cNvPr>
          <p:cNvSpPr txBox="1"/>
          <p:nvPr/>
        </p:nvSpPr>
        <p:spPr>
          <a:xfrm>
            <a:off x="333705" y="76268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b="1" dirty="0"/>
              <a:t>[</a:t>
            </a:r>
            <a:r>
              <a:rPr lang="ko-KR" altLang="en-US" b="1" dirty="0"/>
              <a:t>참고</a:t>
            </a:r>
            <a:r>
              <a:rPr lang="en-US" altLang="ko-KR" b="1" dirty="0"/>
              <a:t>] 31</a:t>
            </a:r>
            <a:r>
              <a:rPr lang="ko-KR" altLang="en-US" b="1" dirty="0"/>
              <a:t>년 주요 지표</a:t>
            </a:r>
          </a:p>
        </p:txBody>
      </p:sp>
      <p:sp>
        <p:nvSpPr>
          <p:cNvPr id="9" name="AutoShape 13" descr="data:image/jpeg;base64,/9j/4QEcRXhpZgAATU0AKgAAAAgABgEAAAQAAAABAAADyAEBAAQAAAABAAAIawExAAIAAAApAAAAVodpAAQAAAABAAAAkwESAAMAAAABAAEAAAEyAAIAAAAUAAAAfwAAAABBbmRyb2lkIEJQMkEuMjUwNjA1LjAzMS5BMy5GOTU2TktTUzNDWkMxADIwMjY6MDM6MjQgMTM6MzA6NDgAAASQAwACAAAAFAAAAMmSkQACAAAABDE1MwCkIAACAAAAJQAAAN2SCAAEAAAAAQAAAAAAAAAAMjAyNjowMzoyNCAxMzozMDo0OAAwN2E4Zjg2Yi00NDNiLTQzNzEtYTViNC0zZDMxMGI1NzE1NzIAAAEBEgADAAAAAQABAAAAAAAA/+AAEEpGSUYAAQEAAAEAAQAA/+IB2ElDQ19QUk9GSUxFAAEBAAAByAAAAAAEMAAAbW50clJHQiBYWVogB+AAAQABAAAAAAAAYWNzcAAAAAAAAAAAAAAAAAAAAAAAAAAAAAAAAAAAAAEAAPbWAAEAAAAA0y0AAAAAAAAAAAAAAAAAAAAAAAAAAAAAAAAAAAAAAAAAAAAAAAAAAAAAAAAAAAAAAAAAAAAJZGVzYwAAAPAAAAAkclhZWgAAARQAAAAUZ1hZWgAAASgAAAAUYlhZWgAAATwAAAAUd3RwdAAAAVAAAAAUclRSQwAAAWQAAAAoZ1RSQwAAAWQAAAAoYlRSQwAAAWQAAAAoY3BydAAAAYwAAAA8bWx1YwAAAAAAAAABAAAADGVuVVMAAAAIAAAAHABzAFIARwBCWFlaIAAAAAAAAG+iAAA49QAAA5BYWVogAAAAAAAAYpkAALeFAAAY2lhZWiAAAAAAAAAkoAAAD4QAALbPWFlaIAAAAAAAAPbWAAEAAAAA0y1wYXJhAAAAAAAEAAAAAmZmAADypwAADVkAABPQAAAKWwAAAAAAAAAAbWx1YwAAAAAAAAABAAAADGVuVVMAAAAgAAAAHABHAG8AbwBnAGwAZQAgAEkAbgBjAC4AIAAyADAAMQA2/9sAQwABAQEBAQEBAQEBAQEBAQEBAQEBAQEBAQEBAQEBAQEBAQEBAQEBAQEBAQEBAQEBAQEBAQEBAQEBAQEBAQEBAQEB/9sAQwEBAQEBAQEBAQEBAQEBAQEBAQEBAQEBAQEBAQEBAQEBAQEBAQEBAQEBAQEBAQEBAQEBAQEBAQEBAQEBAQEBAQEB/8AAEQgIawPIAwEiAAIRAQMRAf/EAB8AAAEEAwEBAQEAAAAAAAAAAAABAgkKBgcIAwUEC//EAJQQAAADBwEFAwYIBAgQFA8CHwEEBQIDBgcRITEIAAlBUWEScZETIjJigdEKFBUWQqGx8BcjUsEYGSgzOVhjcholJicpNzhDSFNXZ3ii4fEkKjY6RkdVWWZod4KSl5i2t9bX4jQ1VlpkZXV2lZaosrS10tTV2ERFVIinwklzdIeUmbPTk6O440ppeYWGpKWm8oPDxv/EAB4BAQADAQEBAQEBAQAAAAAAAAABAgMEBQYHCAkK/8QAdBEAAgECAwQGBgUFBg0RBAAXAQIRAAMSITEEQVFhEyJxgZHwBQahscHRBxQyYuEjQlJy8RYzVFeSwggVFyRTgpOUlrLS09cYGTRDVVZlZ3OVoqSm1Nbk5mODs9U1N0RkdHe0w3W1tvIlJjjiRWZ2eISGt//aAAwDAQACEQMRAD8AvAcrBjw6B02OVgx4dA6bHKwY8OgdNjlYMeHQOm36BX5vRysGPDoHTY5WDHh0DpscrBjw6B02OVgx4dA6bKUcrBjw6B02OVgx4dA6bHKwY8OgdNjlYMeHQOmylHKwY8OgdNjlYMeHQOmxysGPDoHTY5WDHh0DpspRysGPDoHTY5WDHh0DpscrBjw6B02OVgx4dA6bKUlMWDHhjFvdjHJtBtYAyI9MeqH2ANgvnZfYGKeNLYxz4WDrRKDyCwAzw40x5uPqt6PJ5z8+eylKABYRZABzjGLeiH3DjwKYt1+y3o93IbBsAABSwBYAsHd0C3hjAXotPqCn2YtgeNLWxy0A4cRr2g5dY8u7nqop0D+5a2OIB9+CUpwCwU+ygBbHdYKY5LTFgsHSw2pS32U7uSUxQADiP1er7ht4aUoAPRAApQOAcbWuz7hxbkAFb0AOGL0tb0Qt7s8imbBXGO63o4t1CwewAMWAKB9dsWDxCndyyObE88xyETPaYjj20paXCwWDwG2LY6gPstZAtwC/Lhi3ohbv5BXotMUAL54ZyGPZenjsUuFgoAeA2xbHUB9nKw4zw38IJOu85Ejf3zPAxw7NB7ePOimAoFg+ylsUp4YCnQpcLBb6sYt9g8A9gHOgdPbS2AEAtflQPYlKUCgXzT2VwzS/Wns4XHnOY9/nOmmee45d2/lPcYoAONAsHtDAgAeaA9eg8+CAHEQAPrEMUAPND6uPMcLSlAoGL0xwt6NBr7McOCUwFApQK051C3o0EOeMcNlRQAcRCluWKUsHmBalrDwsFbggBUQGlgwFBoAWoAebTvuFactgQwAAFs04Da1ezQQHI2ALBjYpSgAF6cAwFuPZAfqqGaVpRWiDf53cvbMR3wg8ABkLZoHGoVAPNxzsGAtwFQAApUAxT/zbAAshnv8AziCAAAACIcKe21gAWQ+3u4iCAAjTzQCnLAejb0aX4jatAsAAAbKv57JjlpRQRpVkAAOABj0eTN7XrQMANMBsoM2C1LceGObGPbS3KuxQGaWvSwZ5WuwFvrqGM0bQREKhwwAWDGKM+2tOVsACh4niO6SBlluiaWrIUsA26WxaosgN7+HWyVG1GGeXAb2qAeaH5uHMOyAzSnm07gG2LejilfALc1BnFuHWw2t6FKc/ZsqBM6Zbt2ULy7fd2JUbeazyx+9sFg/NwtcKKA4qyHKoU6WDzQ+0OFrhRQZxbpxzbmxYLcffsnZxbhwrbFg83GfAPaqZOWXgeYmco49wMRNKAANKAGOlsWp2MV9n17J2cW+21wx5gdRr0C3NOzSlGaU5ANvRxYOIfUHIB2GRpSoBTnQLYt6NwpfgPiFFRlOkRpl+qdI7By5U4BCwCyAWpWgdLXDFONuHeB2RCggFKcuHo29ALU+zFahsnZxQLdKjyxRgLU+vhWobDNhABZALUCwWxa4YpjHAKXAQVOpjf8oOWWnhp4OAAEAoABioBQKYpTzRsP2Z5AMhYAFkKgFrcLVyz7PYHfslOyICDPCnEfybB5ocq8LgFb22WmBAAwGOGK4Y93dkNlQRIz1+OW+OUSB3cFZClhDhawiAYtdkA4V4XC99lZClhD3BiweaAdbcQ2SlgEAAKZpkBtYPNEaeHhgpXsiAAFMhig2t6IjTni1OGFY0oBaggFrc+VgsAU7g4B7CmLBUPqxYB7OBDNADl3HIaUtfmFaWoDIiOOmA9igFBCwBbhwpSgYx7Q7h4PPzqR3xvjtHntijkNAx9tOleAcsXxYpwoFP73QPtqP2ABalAp7OnCgcfvyTkNMfVWgUCoVp4YCtsVPsEdpgjSTmN3bxJpH4x3a+PiKXl4fYHKv2eGGgFqUCoYHliweYAAFuAewNnUzUApTvpjoHTI8AtySl2RAL0oNAvwD8n3YsA7UPExAiB/J3Hkc86H5adg9vHnQHAaUqF+mLYxnIh3cgAxYAoFLdaWDzQt3UC1+gAWAKBUMdMDYeyAeAcA44WnCgUpjgFKdA+vkFOmgMgHjGnndvqKADkABTHTFQC2M/3OBQeQcPzW9HFu/u4AcLAFr09lsB9dO7kXtiwU+9g5dA79qsOJyy3wN3E66nf7BSm0ALUCtqWxgBp5tA4Vp4BwWnIACwU6Up6tvbyCwcCgVCoBgQH6qB6NOAcr4rsAFOzbgIfZb0QtYPycBnakgaQe3Ph8QR2HnSl5W4eGLY92MbLysGPDoHTZACgBYAoFLcOgWC3sDu2XlYMeHQOm1a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2OVgx4dA6bGylHKwY8OgdNjlYMeHQOmxysGPDoHTY5WDHh0DpspRysGPDoHTY5WDHh0DpscrBjw6B02OVgx4dA6bKUcrBjw6B02OVgx4dA6bHKwY8OgdNjlYMeHQOmylHKwY8OgdNjlYMeHQOmxysGPDoHTY5WDHh0DpspRysGPDoHTY5WDHh0DpscrBjw6B02T2cKd2MWx7OGNlKSmLBz7ser7htnZL280AqNe7FvR9w2zyWghS2ApbgI0x5uOY4t6PJAAKh5oBQOXEaY80PbcMejysBPnu4jiPM0pwAAUsHPGMWwH5hsHsSmLB7sWDzenGg9dl5dLfZi2OeAt4ABiwWCgfVi2MYtbFtrgaZ7t2RzIOeZ0EDsy4SpPYF7Wva1vRxQL16X5FL4AKBQKcMWDzce2gUxyKYqAWDvoIUxb7Kd3IABtYLjW3ssHm92aDbptYmATwpQAB5tqUCtscPVDlmw4tsAA8gv9lreiHKlB8eQAByDl7LW9ELUDu/MvHuCn962Pb7NswJIPPPiYIO88SI4666yPPHXdzopfuCndjFsY40ti2xTFgv8AVioYxQONOAWtRACwWDr9VeF68bB7OC8QsFgp9lgtj2+zlcbvfx0kgzpx5680/CeGUa9u/nRTAUCweFKUpb3d3JKByCwUxyoIAFsWtS1gsPA60Co46Vpb0cW4hwCvQpTshQKcaY4W9HA8/Nxw4Wp8hppu17Mp50gBxEArTvp6NADza0CnspxHAAUCogFePePZoAeaFq8sCGBHBS4BQKAF7WrbHm0H2U9lNkpcA7IAABytXzcebcB9lQDgGypUSeQ1oAKBUQ99bWCrIDfoPvBADiIBSnsAKBYAFnHK4YoHPYpUQoAUAKWxW3q0oPcAWAcDsghgACwZEPZazIDQB5hWtKhWlFa+4ZadkbvdkPcAFRDzQCgUxjHq0v3AFgqGNj0aAABW3K2KU8wBx3X6jYp2QCgBXhzDGAFkOVr93EQRlnFvb4U+iIU+qwWDZUTpx8YzWR7ZoBnA9n20/e+rgafUFsBs6gM0qAY91gAWMW5hy57NrSnZAK87DTFgqwA3p9nEaggM4t9Xdigdw1pwC2NlMhA1jviMPIcQZ8hajYAZDHIBHhb0Q69faPmoADYcDQMAFsWCjIW8M4xRwM0palA6gAYt6NKZ6WD2gdm2MeHo29AbYrfgPXZTPKctNTqeqdN28Rx7aaADbNv7mLe7IdKAdoKWAe8A9WwebWntDha4Ud5tsY62xb9bxivt67FAGlKY614W9ABpQOPG/PZUARGY3aH9T5d8ikAQtVkAtkMcPUxUPuFaL2cW4cK9MeYFqfZztsnZx5vDkNsWDzcV+wOlUABCnmhSl7B0sHm4p3cLYopwnUwdIz6vx17I3UoALNPNClLhTHohaocgpw4ByEF7OKBbpUeWKMBan18K1DYAAEAtTgPGmLBRjFs27q1DZADs0qyFOVO6tKhwAKcK0AOQgqRoJ5QR3cspO7h7HM3AAEArS1g9WgB5o1CmelLCFwGQpQBDurwxUAqyFh+2gUvXZKYEA4Wpw9Gn0QtTnxDnUNlpUAGgBag0DHo1pRjjw6XpkAVOfu7N06jt+c6KAUEAFmwhTiNMUD0QzavUArjZQCg0EAAPqAbUAPNAKD9oBx2QAqAeaACFhsAcqU80bUpyDpTAACIBYAEM8KDalPNHpXAW5YVR13+Pz+HhzpwBwEAx3gGLB5oBTu5bABgKBUPqCw0DzQCluAcA44TkNAqAX5gNreiI08LU9igFBCgBjljAAHo47xCnLkrMd8b44T576OQ0AOA+2gfk1pYOWArbC04UCn97oH21H7AA4UClLcgxbABSv35IHARAKgFO6tMeaA/UHUOUfAjXfoRnPd2+2Y/GO7Xx8RS8un56Byrju62wlOgdMWxX6P8AdH7FpeggFKe62Me2tscgK28PzBbs1+zw2oY1PKBM5dU6E6xru38y3eeWnPiKSgWqABULh4Wxwpxp3cgK+bYLBTurSweaFv8AY0pfoAFsBUMcgxYB7IWtegcvYUvSgUEOlAx0DPfw2lDkeXhp5J7ajz+z8KWmKAAUxThitLd+P7yU5AHP7PV6Zz3cCgWsFwvbuoGMd9O7ktMWCwU7sYsHLp3YpJE/Ic41z7e45U8j2cs+zyUEOgWp3hiwUZG1r/eiAAcADgIf2uPNxYKiHTHB1MBQKAFKeFOHToH1bNAPRsGBDjalKfRDlxp0AdszHu0jl7dd+sUpwB0D70tgLW+/BeVgx4dA6bND6NqUAQ42xb0Qtbpws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lYMeHQOmxysGPDoHTZSjlYMeHQOmxysGPDoHTY5WDHh0DpscrBjw6B02Uo5WDHh0DpscrBjw6B02OVgx4dA6bHKwY8OgdNlKOVgx4dA6bHKwY8OgdNjlYMeHQOm0VutLfL6EdBU9JP6cp9TEVmZqzeVkAiCFBKK4ilmWKLEyynIqPGU2njtTJPYShk49PvD5dkuXWIjOI6YoqhCHTZV2WbNUe4ltcVx1RZAliAJJgCTvJq9u3cutgtoztBOFQSYAknLcBrUqXKwY8OgdNkpiwe7GLdOmy8rBjw6B02TiFgwPsxbGPDGB4XqlJytx+oKeri3GmAvyRkA5B9dgtQA80LWCgdLVpYoAUsAUZt0Eaerm3f6vJQClLUAAAPbb1QHle3UAptYDPKfCPHPs8ct0qKYt1+ygej3cht02AAeQZ8At6ocuN7Bfkt/AKe23q4646W2KUpYLBT7LYxbhTu5aKPOUaCN5zge/dEqSnQL2te1reji169L8inQLBSoZDFPo4rxC3TkAABSwWDgFgG2KAADjoPS9gAG1gCo16Bi3oh+YbZ2hzlHHXjlnl55b6UAAUCwBQPrt0Dlm3dstMWD7KY6dKcBsHHZKU4AHC17WCno4oHHpfkvHAWCnjSwWxbgPstaB47z/0TvMTMTyG46yPP/R+z97jyo5WwFPsxbH3pySlgsFwv9Vfo8eoBXpwADFg5j9Xq/mAbcOC8cBYBD7LBbHcPALCOLj9vAkwZHL4+1z7Mt2Ua8j7TRS4WCgB4DbFsdah3cmgHGgWsFhtigAHZqAd2OQ8FpbAAI8uFaW9HFr1DgFeiUwFApS9A7rejT6gwA2Daajz5+NAAIBWlxC9MhWnq4yI9Q4iNkAKAFriFLZD0ceaFAD6hpYRwAFwsAAAUxbhWnm04U4VoFKbIAVEBEAAAAA9gUx5tKeFuQBsrVRA3SfcY5ezjvpKdkAtfhaogNsVZC3t9g5AAOyAD2Q5U8LBVj7BCwW47ABUQGgBQO4AxT6NKDkRGgYsAU2QLiFrAFAp/ra/R48agGAqHDZVv2ADuzjkd407aGWaiAiyAW4BjGB7NKD3BgLbA3oAAFgyFBHhQA80BpwEbD+YHgAAFcDThiweaA3wPLqIjQAKAAiFApalacKAHmiFM9LctlRp25aRlpI04Z6Z7oyoZZwNAC2aWALW9EQpQO6wVC2yVuFADGR9lgAWA6ZpcBtnZM0sAAGMV4U+iHXkIdRuCgzxpSgcAG3o+rindgLYDZVeQ5H/ABN8acd+U8qTsiIgIgHeABb0bB5oWr3cLXCgDOPNCwcAwNsWDpy4W2WoBS2AHnYbWuxjxD69kqNqMgFu+mPUC2PAetFRAy3xGQ0nqg5xHbnwpezjzQxyxigBbGPq6bJ2ceaHsAOmLcbcuHShUbeazjrbFvQxivt67KA4qyGOA4xYAFjGK359dlB4aZx+p29vae2kCoUsFADpbFg83Fh5Bi17OCg0tQeV+QWCjAVCndcLhnYAAGlA4dbejjzcZ8OPFvZxYLBwDHo2C3cHDhThRUict46us5fZ8gfKlBkQEPNCwcu61wxgBxgKcKOAAEAGgBzpemLWYC1rY7s7IyNaAIBilQ9lrMfXavLIbJQQEBoGOIfva5Zxw4YDoIKkcdRlrrngiTx30rIUEAFkAtQLBYbWCrI2p+a16goB2RC1sDmwebirIWr05WCw7FAEAEAt9no29AP74VzkAKhQQuAdMWxRiv3AeI0VI3cYy4EdWSIHh5hQDsiyPZ4UHjStKAHmhxAB51AOOygHZELBTFuA+bSnmgFPuF9kZCwB2QAQtjhageiNg9lqWpgAKgAUCoePCgXZERAMDgACmQ2U1AyEEcN2WXmN2WVOAKDQQCggPUAG1g80Ap+cOeygFgCgWD6rDS7Icr24BW+GgAiAWuGedbUp5oiPCuMcQ2dSlBoAWuABgLWCjNRAO8McsKyiCR4xnll+FH5I0CwU6hWgW80BpnlwtTC0vgPdSnT89bB7EAKDgACnDhSmPND7eAUDkAGLAAhbuxYBoFhDkAcu5r57CPPkh78vaMzy+NLy6W+zFuWaUDh1ApzAKf3rYD7eHgU6BT+9bH2jwD2F7W6eNPVr7LbUJ3mYEQNeB46693tD2/siOetJS4WC4eGKfR6WqIU+oAK+bYLBTurSweaFv9jSl+gIdAtjpgaBRnA8af3inAACghalKBj1ePtxw2qpM8j4aDPWJ0nmYqKADFgtYOmK0tx40+rgtOge7A0xz+/IoFrBcL/VbAW76DbHIDhbhfvt0Dl04W5aHPKfnkR+M9oqfZoefdl3j40UHkHD81vRxbv7uDQCmQC1BtwxYKMha16e2nB1MdAp9nTp07uTaXC1QEKcKWpnzQ5Wv7ArbMqN/tIk/Z4n9aopaAHClMUDFaVAPNwNL0+qtncrBjw6B02aAYqAYoNuIU5h9tO4eChwsAW8MWCwW8MY2pSl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3wYbimGIxS3K3CMRoEVIr8GPIK8NrCeuJb7ypcubdA5Pphg0UeA8KGixpjsPR7ZcwXfM1dvnbTTz58RSvvcrBjw6B02OVgx4dA6bHKwY8OgdNjlYMeHQOmylHKwY8OgdNjlYMeHQOmxysGPDoHTY5WDHh0DpspRysGPDoHTY5WDHh0DpscrBjw6B02OVgx4dA6bKUcrBjw6B02NjlYMeHQOmxspRysGPDoHTY5WDHh0DpscrBjw6B02OVgx4dA6bKUcrBjw6B02OVgx4dA6bHKwY8OgdNjlYMeHQOmylHKwY8OgdNjlYMeHQOmxysGPDoHTaB/fj76qAt1FKAhDkJpyfH2r2byApGJMS+UHRl5DcMJLp++SjM2Zkvi7ZdsIRRFJ2+LI0NlDZZZjxfKPUYi+TEchEsSw9ndu27NtrtxgqKJJ9wA3knIAZk1pZs3L9xbVpSzuYAHiSToABmScgBJrGd+xvuYG3W0pGJfywOQzG2tSaCQ9alzAJx6CiTllDJtg4UanJMRNcMtMspBM6XbJwbDKg/Iv44XnT9ouwYh+HonfFIrtwzuP41mPGpDezb0FlemVPWZS81NWTMrZpODZ5WTVY8b+OpU9JvpywXd/GotNeTLqcqIJeFgRoIRgRoqMlmohahpMgTmncf7uaWeoOaLO9k3smouUsx5pzHXnE0pSylmlNeXppWW1Y0Bc0hTfm+hGllyUIkCJRyQCVEqAIEkZARiSMcOIyekJ8Ow6Xu6/optMVv1Rshsf1XpfW6B/FDjbzrKna7i7VtOFba57Ns7MOrwu3BMFzqo3COAn0rzjY7TbJsstdYRtW0qp63GzaMSLY0ZhGI9prfHKwY8OgdNm+zpjGKh6OLZxYLhw0T+im0xW/VGyGx/Vel9boH8UONm/optMVv1RkhsCNpvS+sNsfxQe4eg8PTxp+kv8AKHzry8D/AKLfyT8q3vQPyQyAcbAFLB5uLd3XkoANrB9wDHmhyrwwHCwYTBUyJdzIKmz0u49gqPiaY/YKqRyC4pQ4pKp5p878s6LHTCGcPOiph66Dyrty/bdPW3Ydtllpmo7Zve2LB9fhi3Dw20XOCGBmIzBBz7Z3Du7pqQQYIIPA5GkoPIM+AWx5vT6gvyWg8gz4BbHm9P7uKFKUsFgoH1WxYLcPDGyUpSwWZ8BtYKM4twp+95agRx3a9g4eZmnn5eeFFA5dMYC1g830bd3jYALhUACgAADYaDbHm462C2OQABawYr7bdAv4D05ABioAA5twxbAcadbBnhRj1s9BA13HM7+GXs1ilLTFsB7ulvEK8rbABigAHPhTFeF/bT2cE9gX+y1vR5Bx6ByovK2Ap9mLY+9OUjdHKR4ExJO858Rz1nhuju0jTnvPdR7AsAh9nTHdyxXCUwFAuF/qrw49wY4cCmLAHEfq9X/2Rtw4HWgBQBD7LB5tad1sWHhceY07uVBx9nYRry+NABcLBQAoH1Y80KeIYxyQLBWlOHUPRoAeaFgpw5YEcFLAFAqP1BauGMDatQ7+iUuAUCgZpivm29GmO72bKlRJA3ansypKUAA7NxCg8wDzcebj7B5jgEKdkKBi9MgFreiA0qA9QoFQGtgAvUQAAAPZQKY82ggN+QjalNkAPpCABa/d5tADzQAQtThWgWANla9w5dmXmOQopSgUyF+YYx5tb4zalKCI2KdkGaAFaUAKYxUAAWMcr93GiAGBEKcxALBjHm0p4VoAUANgAqIWALUtwwAgA0xxERAO7AbKjh3QBwkTqJy7staAClBEMZHwp9EQv7rbNoIiA0CgWC2MU+iA9/GtLDai5EKBYPttSnmgP93hURoeiAWCtLByxjzaUr9nKo7Krw4ZSc/u6ZZaD26UWZpbhYArThQPREKZ6W2bQRpYOgWtiweYAjbPXqI0AZrQaB30x6NvRAbewcWvZ1gpbhwAfVt6PLuwHtVHDKBlwMzhOeUkka9mW+kBjHmgHsxjFGQ+rpa4ACgzjzQ9gYDzcWxjwC2Nm1G1gC3tCtLXYx4U8dk7NaVDAU7gtirF/bTHfRQdnATnuw7oPI7pB416AxjzQxyG3o0APNxb6goGNk7OPND2Bj0aUtjHgFsbeYM4sGOlsep9tBt30UKhSnAKd2LXY7vDv2UkHdw3/qjgM9N/HlS9mlLAHsD1ceb7uHMKKyOAEOFKhwx6gWxyxjNABxUKd1bYt6GKfXwrXZeyFvNAbcq8gtYLVt7ADlsoOI1yHhgGmXE/PQ0CzjzQxyryxYLDj2Bm2wzegCAVpYQ9lQsx9drBjOyBUKWClMBS2MeZz50DpcaL2a0GnC1sYsFQC1bcwoHQdlAfhP8A0BllmZHxFKAdkQsABSg2xjFWeAd3AKYEDs0EBAPqra1rshYfdat9gArSoBUM09mKMBamevDhsMhgKAFAtTl5tg80e8OnSwKsN3cQTw6k+J38adSlGgAPZz821mQD+6HPYAKCAgFQ6X/JsFGQ/NcOdQ2ayGA7IBy6UpYPNG1O4AAMX2VkOAgH5wxYKsj7cBTNQwqwjLnn7stOW/PhycAUELBQQpa4VtSlGQt9Xt2UA4CAfmpaoB5oBTGOPIbg0AsFgqFh58BAPREaBjhYAyA7OD6I9mggFBAAxgKAHZrTiFwGnTCs3GhiOMbtOQ7M+A0pQwFrgFONsYqzWghkaB3cQXAhbP1YtjFuIhgPYgBQaUAA4U4CFPVDxEeAUDkAFgsFQt3YsA9kLU5AGKdyqjUabtdO/lxpQCwWC1u7GLBw5AHLuKXuAUp7ugfWPDHIp0D3UpYLfbewW5JQbWC1h9tMeb7gtfap1z0By/6Oeoz1jyCj4a92fZwpaANLBi9vDIV4dNkAPRtgBDuxQA80BEMcsXrstOgW/uDa2Pv3JThQADpSgYr9H344cM85G4ZchuzPsn51FABSlgtYOlaY80Lc6BwzxBaUpYApinDFQC3f9xsgBioBcLhypS2L+0eFg5AAFrBcL24hT1QtbjThblr2Ru948jnFBu7d+nnjS06AH5sVDHG/3wggIUEAC3K9AGlaebXnW4e3AAcLUGlBt3dA9mO7kUqGOHKmKc2fzB3csyJ1PfOX5vblJPnKlAAIUsFqhbhWmPNC3dQLX40UApSwBTlw6BYLe7ZtBHgFwDlYQpb0ftrjAcHBzpSweywWwH28A2rHMeY+fsNKX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Qxb/fTXqm1Ybsuc0ntIrasoTLUFaDl1egVBXScPrE05cQ+rfHowl6nmTrgHSi/UXQElkIcZVkF7FDKCMPsHVL5SGGF+Gr4KJu/9emkdQ1SzA1OwHMOREpY7SIRhuC5QzIZVUNYimP0xSMnViYriBTCw6BALoKA6KQ38vLcMOz8UsrzougqzBCG1Zwbt7TQmhLySkvIwmzNmMECX8t5foB+JoyjKJj7pNQ4fQ0115U0dOmnvD0XJYs5ZenDxx6XIkS5k6ZcOHmpdMOsbS7rQhBZjzS1O+Ap2QtDa8ahiIj8FqjRkxD64WbesgRW0g64JLSSB524eHUYyoJ5YmvJfk1ZEfqCY+cm2+N9nsttlq+1wi8iELaxgBlGIYsP2oGIzHVJid89qbVeTYr2zLaU2XuBnu4GJViUOHF9iTgAGIYgCY3R0tysGPDoHTY5WDHh0DpscrBjw6B02OVgx4dA6bdlcVHKwY8OgdNjlYMeHQOmxysGPDoHTY5WDHh0DpspRysGPDoHTY5WDHh0DpscrBjw6B02OVgx4dA6bKUcrBjw6B02NjlYMeHQOmxspRysGPDoHTY5WDHh0DpscrBjw6B02OVgx4dA6bKUcrBjw6B02OVgx4dA6bHKwY8OgdNjlYMeHQOmylHKwY8OgdNqCXwqbc7zXNzFifegyJKxbMiClhBQ3GqGEnysdiRZlX80EJMhhDmPCSQ8KNnHMpWYeSCLmNSJY6d+Yis7fxSBQvBSisPoPv28rBjw6B02/OaKFTxUwRPFi5wkcLvihwmacuzBU0VMO2nJgsYLvmG3T8u/dNtunzl6w07eu2mmG2GmWhDbn2rZk2qy1pyRJDKw1VhMNGhyJBB1BOYMEdOybVc2O8t63Bywup0dCQWWdxyBB3EAwRIP80/dH7jbdzb1+S7+K4J1nzwl5POBi5VxOiQinDMuVNeg00YbFyUiWHTzTCc9iyXa69ZEEmJXCcVeEznlERdJp6o6dsm5cP4C60xft058f+IEvv8A7ttyXvgN1TPLc8ahkbezbqBtegqVyIvG1ybMtIWJNKCHIswqGi/ys6ah5y+/h7ppmD5d+nxBCBwm8S5bnAdlipwnDB6GXMF2lN0LvZpNb13TyxMKFHRCB53QF8noc+JKPFVwbVILiEyWZbKxGgMPHvykqy0i5t0cfQjEJku6a+MEVaHFBppZQVAWvK2bZtkxnZdq2dF2lBIYNcwX03OhxAT+kuWcwBDKvr7VtW2C2Nr2XanbZXMFStsvs9wx+TudU5TAViTMgEnEGeB/+AutMX7dOfH/AIgS+/8Au317J/AXemP9ulPf/wAQZf5t+64uN+nfS6RTFg92MW6dNkoNrBz7sUD0fcNs8u/+luw/wdf5T/5ded/TTb/4S/8AJt/5HL38TUDG6V3Ccmt0zNmaM4Jfz/nDNlfmXLwrLV8hxYXQYcg5OSGIlTIoOKxpAQnT1ldiVg6iJpOH1k4ZcNQ6lm4pJFi5kInMPSk9FB5BnwC2PN6f3cURkMVAAG424Vp0D39/BaUpYLAIeNOnGl6U7uXdYs27KdHaTCgJIVTIkkE5sxOZAOu/gRXLdvXb7m5dcu5ABYgAwogaADIcqKDyDPgFseb0/u4olOgZpzoFvVxa9eQXxRaUpYLBT7LYxbhTu5JQApYLBwwA2xYA4Dig9L26KyooHKnDGAtYPN9G3d42ACnAAoFLeyn0cAPSnTgAAejbAVHvtzZv19EenJaYoAcx4cundyG22IMnPedZ4ka8gAcjl40HmdO/l40UuFQCwW6Y6W+rutZKYsAVuPTGPN+2g93A9gX+y1vR5Bx6ByovsCwCH2WC2O7w5aD298/mk6mYG8eTMfsPd7DOVHWgWCnGvCwWxXjiwD3IAWZAAClL+ylvRvX2DbwKYsHMfq9Wg/2o2CnQxemApjGLB5tafVYLcrUPfoPh7Msu6kAL1p6IUC3KmLBxxcMWDI7IAUCvZviwejWmPNqABfFaCAWHgUoABQPcFrehitK1AMBXlsUCoWCgWGmAHzRHDNOF8Y4bKugynu5Rln76aIWZDshi9MgFqB6Nch3hQLDWwIXZCgWC9Mhin0QGge6oCOAA+kLIBb6vNAADzacKWpwoABsgBQKiAY92PNABDuoNAsAbKvwEeQRy8x4AhcAoFqV6ejQA80LfnpYRwghSjIBS1/q82gsY9vCgZGigFAqIB1pTI9nHm0vnhYMAGyMhxEAsFxALVtULM0v3AGLcNlV4Za58o6szlpA7PGinZAPN7uXCn0Rt7gxsjLNRARCvWlwx6oDbu5W4AAFRAaBjvpin0QH7L8BrZBvQACgBYR8KgFWce0K0oFqiKqyMjuERodMHKZjXwFFeABSgUry9GzPm4rXlYOV9gGcWDHQR4W9EBvxrQfaNlZZpSwBwtS3o8QZDj+a2ABKjUKBS2RrYbWCrIhTOfzVFThxy7cgsRJ117c8qUGQClgD2U5Da3cOOAW2Ks2sI9wD6vNn6+gWxVgM3CoeN7WtdgOnLxrsoMhawW6Bi1vRAfsH8ygnLdpr/AGuhz4AxGQJ4ClqFvNHwxjFu/wAAzxUKDTAewenqhj81gxsnZDkHgHT1eg/elE7OLBbuxb1en34KgSI0z/8A3Tnpynvp3Zx5oYpgOlgtindw6UQAFmlADGLU4cmOfdYOVQBAAQpb2Xti3oBQPC4X47OC9PNoPK/THmhx9tscdlNYGmmvPCBB7p5DSgA7QAPZ4UEKVpWlsBYR+wLW2GbUAQClOFLYxRjFc4sFQDIAnZoICAAFO7A0tTs4GnTwGygHaAB7PCghStK0tgLCP2Ba2ypE5bjl3/ZiM+EE+/gogICA0ALcv3tQuzcLdMBmwgtK0EA5UtWno2uyAZC/UMVvs1ngAhjFOGKhZjHIemOGyshQaUAAHlwrSlKMjYfdwwqRujTL+Z7/AH606lgEAC3K9B82weYH5rhz2OQgGOXAfNtZkLcsV6DbZACggFACtAxgbUD0RtwHHDhhQCggFKVD67c2cWvbgADULgqw3ZHjpoerloY8coPDJQCgsjQKUoI2oAD2afRZoFaeGK12cAUGlAx7A9GoB5oBQbY5Bgb7MAOAgFul+FvQERpxxwsIYcAWZGlBCw2G1OzazOBAOnK+NlCJBGQkZDsjlx5aUoBYLejbjUMY82ohwGwdw5BQCghYAtwDFgoHohQM5EO7kgBcLBQQ5B0p9EOuR9gbKAWCwVDHTFgEWQ+zgHHCshrny1yHf8aACwWCoW7sWDzQtTkAYp1BacwCn962A+3h4HELBcOXdbGO+mAtyAClLAFApa/K2AtbhQLYpiD7B8wZ7oqfOf8Aa66QvDyaA4Wpa+bY6BypendslBqFug0zegBTzbhitKUpxpZadA92Bpjn9+SU6B0xbFaebb+4Fg4UMmANNJE6ZcyIMjzrB3eToPZw76AClLBa1uFaY80PqoFr9CmLAFLBThWlaWwPGnLhwKV4AFQ9oYtTs08R7g5LQLWC4X+q2At30G2OV10Gmm7zrxqPPnzrRToFh8K0rS2M1+0OB7At9VaYt1H8/GhQLWC4X+q2At30G2ORQLWC4X+q2At30G2OVSCd8aCB3DTvPsp589tNC3ZtSlQxzoNvNC3+xxgabKAU7NgsAh3dA80LW6BjNtkoADYAwAgFBtitPNtwrS9gxwWlMAAUpgOdKgHm4tw6Y4ZkHmdD4x86U7lYMeHQOmxysGPDoHTY5WDHh0DpscrBjw6B02i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RPb6jQHMXeUaCZgaZ5Tx4kQFMAzEsIR/DLyJTC4VhGK1KBzphRLwVFZlCMA9KJCy9fMP3CgeR4nT0pbT0dVaQHpsiTUUyKb4NvuWNUG7RXtQU6dVarDMOxjNaGYXl3DMqIPXkWMSpNCSjheK1KLooidMcvyrCswqP2IbR0VEU3hN07KRCoKbam7Ow4YJ2M9VeqeSWiyQsf6k9Q0WBBsq5cJ5M0uKblPOrCodPKykTRECH0BFTnT48rr0QrqinpCWTcsMOQMGmTSiZIJRY8oFOUt3NvbtGW9FR47N6YosiViJpaPyHz0lvMeHnUIR+ko6u0+dI8UOEsupraWsQypGipsj8pIi0otJZ9w6KLxdJfqKSwocb2dlO2WrrOBtKocCY4xL1hODUwC0RAOcgxl3W721jYr1pEJ2U3AblzoyQrdQ4cegkhJnMSIIxZyacrBjw6B02OVgx4dA6bHKwY8OgdNjlYMeHQOm3ZXDRysGPDoHTY5WDHh0DpscrBjw6B02OVgx4dA6bKUcrBjw6B02OVgx4dA6bHKwY8OgdNjlYMeHQOmylHKwY8OgdNjY5WDHh0DpsbKUcrBjw6B02OVgx4dA6bHKwY8OgdNjlYMeHQOmylHKwY8OgdNjlYMeHQOmxysGPDoHTY5WDHh0DpspRysGPDoHTY5WDHh0DpscrBjw6B02OVgx4dA6bKV+BVSktdS1FEW01PWEVYTziUrpCqTLqCWqJagXeFD6aokDbp8UPJ54o+elThM06elzJd68cvnTbttpkabkw/g/OqzRfvSpG6yd0LFUMwPJiI5hp52cksYvjFqHofllBJ+Ikk3MqX5si2L9RmNI6O0Ng2ylwollj8XwaqkyLaK0VOo0JxOjXMuVgx4dA6bHKwY8OgdNsL+z29owYwQ1tw9t0OF0YEHqtBgGII78iAR0WNpu7OX6MgrcQpcRxiRwQR1lORKzKnUZjQkFOIWDA+zFsY8MYHg2mLYZpjAjTHm454x6NhotOgcAxW1hp6OPvUOCUDkGaewKWDzcWDkGL7dAjfXPSgFACgAGAsHd6oW9gY4cF+/dioBbFh+r2IABawc8YG2LB+YbBYb0ADFgC1e4bdA/MPTlop5+J7Bz3g+I40pfYHL2WqGMWH6udkoHLkHGwWsFvRt3D7bFMWCwVxgbY80OvIenIAAtbAVwNht6txt0Hpe1mMKSOHv30opfAUAKey1g83Htp+ZfZS1LeynDH1BxDkgBioBXId9vVD7K/mWmKAHMeHLp3chttmvOPECcwM888gTGm/OacDz36Zec6KYCgWDwpSlLe7u5JTFgDiPTHT7aDbwWnQPZytbGBAOPQK4oU6BYBAPqsFsd3ILDw0HmddAc8zVvOf9r9r7vCkpyDAUCnDFADzcBfpbA4BKeiFApSo2xgKejxvXA24BsoBTsgABYK91Kerx9g28EpxoFACgU4YAKebjuqHIB2mojTiY17o7uHwpA5iAWCgf2uPNwPAbdADINpQAtm3UMVp5lacM+wdlp6IUCtOHst6OOYCFqAI7FAqA9mwBQbcqerxvyqABWmythMdkDlumN/Zz1ptPRCmAqNOHo0D0a248hpkcFKiAUCwXp7PVrQKcbgPAeAAUCogAWxw4Y82gh3CA0CwBslKAFuFL8rY82ngIcLBsqOGUTB8CojTzv5FKiHmha3UB83Hm16d4cRGyCFaBQLW9tqgFWQtw+zNQKUALUEQpbh6OPNp9mAsAbAB2QCwAPAOFbcmaUp0ALBXhsqs6dxy/tMo+XLnQNqAAAFvABpQA80fbi3Cl9kAAAAEWQ9gX4WCjIcelrDTgAyzSgiHeOeXHsgP1VrSwjSiUqIDSlApQeGK5Z7sDwsOR2VXhESTAz0+yRPPLPLWaLjS1ApjNMVyx/ep3jsoMhYaBbjQLY9UKU93sAAA4B7PZyZtfjThWnAClaWDoHhb0Q8PuCrBZ18jqkRv0ka5bt9HK3fkOWPN7r04dLLe1gDu5Wtdm3dYbbKDOLfV3cg7hrTlbGygzi3gA9Lej3+AWxVVwAPPZ8hTAAbf3MWt6IU7rD+ZQ4VAKWwI2uHq+7nw2f2cWHHW2LB5uM+HHinZx5tPYPT1fvQOlVIHnu+QptAGlvq42sFQ9n3s3s4oABTlQOXJnmH3CwO7OPNDw506e7IcwEAAwA0pz5Y5M4rT7eGyqlfhlyyBz10HnejN6AId1h6W9EPG2AtXJTsiAgAWDusPZtZgbcfrxYAWegV9nEA9Ufv4AM3sIcOo8rXZD+7QLVDZVeHHKDwJwbuHCde2lpUAGlLcsejXLPstyDoOy0qAeaGKDxpigB5oWGniF77NAKCAUti3DHJj84c6cNlAKCA0AAwP1Up5o2D2W6DZQRlPISOWHfy38NOBpQARALBUM0vypSjIW+qoDS+ygAiADS4cgwIdnFGQCnHgFudQ2QAoIWCnH29n1Rxx6dBqCgFBAKAFQAO4fNp9ERpwHAUpWoXBVhw7Ce2Fjs/b3KAei12QpgaXzSweazaoW4VALbKAUEA7IXDwpS1RZCw8bVrTA32QA4CABbuGtrB5oiPDFLBy2UAsFqCFrBgPNphkbUC1aY44BVh4aQOAykaectNygFgtTs99eFKeZUQtTAWALUw4AuFgCoeFACgejwpxEPbgGgAVCwUEKY/e0wyAfXTlTGygFgsAUsFsVpgRZ8bBi4cdlZMIM7st3vGXeOdKAYsFQt3BaweaFqWsAYD2LTmAU/vWwH28PBA4WpUPaFgtjvyPAKdAApSwBQKW60sHm442oFgrbA+fEezjxqJjz2RPEcKUOFqVC9OFg6dKXp3cimOn3Dh3DalNinQPdgaY5/fkAF8B7qU6B048AoHLMychpkJ4Th0z7Du5U3H48o05+4UgAPmjTFvGlg80LUz6NKX2AClLBawdK0xRkPqtz6ABwpQKVsAWxanZtXry4bABzALgHsxb0Q+seFg5Sm+SOPPMD8O+ajzz8aWgBSwWsFOFaVpbHda1+NALcP7laWC2OvS/HYAAtYMfZS2A+ug2xyOVgx3cun92wW5SZ9wz5wNQee4buyW/wANfw3UlLhUAwID9VPogHDjT27AAFrB6NB9lLXAK4tWnQOQIXAaBQOWQxYA7NaW5h4YQAEKWC1u6tMUYC3dTr0yM758x8I9lKcHCwBbwxYLBbwxjZeVgx4dA6bIFgCwWCndiwWC3cAY2XlYMeHQOm0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qOLeq7u+GN5/o8jDS5EMcn5aKRxeQI6gWOSSKnxC5h6O4S+PfIj9XRT3kDCggHC6kopiyXR1ZBWGyJ178UVnbHlyhvgfcgbiFN3RitOWYsTz6fzxmrN9IT4M7aHCyhAkDQnAyFEB1WKuHSMaieIHsTRLED12jqZ9aUnZEIYB0ZhpAcmSr9WXohsK8rBjw6B02OVgx4dA6bYNs1lry7QyA3kGFXlshn+bOEkSYJBInkI6F2q+th9mW4RZdsTJC5mQftRiAJUSAQDGepk5WDHh0DpscrBjw6B02OVgx4dA6bHKwY8OgdNt656OVgx4dA6bHKwY8OgdNjlYMeHQOmxysGPDoHTZSjlYMeHQOmxysGPDoHTY5WDHh0DpscrBjw6B02Uo5WDHh0DpsbHKwY8OgdNjZSjlYMeHQOmxysGPDoHTY5WDHh0DpscrBjw6B02Uo5WDHh0DpscrBjw6B02OVgx4dA6bHKwY8OgdNlKOVgx4dA6bHKwY8OgdNjlYMeHQOmxysGPDoHTZSjlYMeHQOmxysGPDoHTY5WDHh0DpsnsDH3DGPvTZSkoFrBxHGBti3uGwWG9EAMWCwD4jT1Q5Bew9B2KdAsAM8ONMebjwC3o7AANcBagd1OzYPNxUOgcgDO1gOJjv7B7ifbSnezp9nTHgFvA9gcvZa2MfV9dCnQP71Ond4dKAAAWsHEcYG3QPzDYLDemimeG7nuHOePkZtcvO7z40lOgcAxgLW9HH1d3Ap09XHC1Q9HGendwKYsAce4bdPrsNgtmgAejYA4j329UM/60enKHJy01ntj3j8KUAFsBgA9lrYC2eABbhei+wLBT7OmO7w5FAtYOeMDbp7htjklMWAOI/Vb0fcNg2A7uzL+TpB01PtORznlnu7c405+8UtMWCweGMW93cPBKYoABxGnstj3DbhsewL2te1rejigXr0vyMcAoAUClelg83HdyxyuPPEduZzoMvZ2bjnlpujj7TFwDAUsFwxYPNxnpbA4BtPRClqAI2tW1vR6DWtOvIFp6IUClKjbGAp6PG9cDbgGydaBewUtTFKebXAVqFrWDZVkEns8jz4Ul80vSgdMU7ICzQfZToAcEpQACgcK8wxYPNqAVxS1sDstPRCgVAPdb0a94CHIRrsgUzSwBTjwpb0eP8AretNlae/9kxvMadutIIXZCgWC9Mh6NAszwpnh14JSohYKAFO70RH6OOvCgVqOAAoFaBXA+2g280AxyoOLAGyUoABQAqF+62PNpQaU4VAMBsqk78tx7PsZTFABUQHshYOWAt6oDTN+HXggBUQGlOQcQG1gqyGacB7q5BaUoFAC17cLY82lBpwEBoAWANkEKAAAFBEL2sGPVEL/YGAtsqPwO7OcOUQcuWnLKjIhYKB/cxVnHCtQrSuLgAFOAez2BwAPuHLAAUALB96W9EMDxEKhYR6KyzUQt9XKnq1t9VrYAFWCg5nPIa9ixx5zQDNwt4dKcmeH1WtgAdYKVAa0xfp6tKVrm1ul0EaUAAuGemKgHm93Gn10QGeNK+wM26Bx+3qFFXoqNQoAAHsxbmwHTFBzxrslK5uPsHlb0e/7jZ4BSgiFPEOWPN5V8AtzbULWHHIbYtdkLZ8PFSk7PQPq6er3/fChUOP1APLmzTnT70AELeaOOQ2xb0e/wCr2qFBpbh1Cno4qz3+GBpdSgBDiFOFQ9nqVDh9fXYpi33tiwcfrAO/Y7I8Wfq7und9WyBUKUAOoW6eqPH70qAKUlKUt97Yozzv9fcgs4sADblXh6vO/wDcsHpQBCoBUO4bYt6Id/sD2tpSlg92OQc78OfcqpE/HxE+wUgB2gCrIAIZ6ejWlWcD+YA67KyFQAKYAA52tQA80Pb3BW+zaUEBp/etXDNb/wB2lKhstLstAAfelrsjbnilqhyVQbt2mkgR1deHMjfG6KVkKhSlw5X/ACaU80LB7AsHHZQCwWuzy4ejSlGQta3dWw22SnoiAUsHj5tQ9Ebc+VAyFwUAoIDQKCFPaPZ5s4xXFgCoCFwVI3d3h1I89vbSgHoj2e8AwA2sHmgFB91tnAFwsFwt09GmWOOMcgEK7NAOAgGPbW1g80Rx3YDNdlALYoIWoAXALDbze/iFAAKBemyrDKOJjtH2Qd3j5hQZtilOIWHhgexXIDypbPBwBcBoAAIYDhgeDIccCI9wcmgF2R7IUEKDgaV7Ng80ApUA8MAOygFqU9HHSogNA82uQGtg4WHIKhxlOsa+zWN+nd3U4AsFgqFg6VpYPNCgcBoAY8FoGKBT6gxbAfcPBAC4WpUMUxSlA9H7R4BQOQHCwWCndWmPNC1M4AKUEOTz5851l5FKHC1Khw4DboHLjTAW5AANrYtQPAKW+ygBsUxQACmKcMVpbvx/eSg8g4U+r1enXhjhRuA5e8DcZkZEZaZVPDyMwPaN/dRQbWrS1s3pQA80KhitKUpx2AClLAFKhw40xRkLc/RxeuxToGLDxDHNm322xyL8qVABDFqUt6Pvxw2hZmZnKM+45d58zUUAFKWxa3CtLB5oWxigWvjZQClLBYBDuC2LBawYoHfTZKdM46Up6v28gp0Wg8g4fmt6OLd/dwue/wCEyI3gax7edOWfnlv9lJSwBQLBThTh6vTlTpxBAAbWCogF7WEKW9H7a4sAcHUpwDp0rStLd/3w0Po2pSoY7ht5oW/2NwwO2ROenAiR2c+Q7QTSnB3B9wC2A5ffgvKwY8OgdNmh9G1LCHG2PVC1uncPB3KwY8OgdNq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o5WDHh0DpscrBjw6B02OVgx4dA6bHKwY8OgdNlKOVgx4dA6bHKwY8OgdNjlYMeHQOmxysGPDoHTZSjlYMeHQOmxysGPDoHTY5WDHh0DpscrBjw6B02Uo5WDHh0DpsnK3L2XDpi3TAYyC8rBjw6B02TlYLB30pTFvcNrByUpKYsGfClPV6dOFB5DPC1K1tyxb0Q/u9eCUAKWAKM8K2EaB+T07/AFeSgFACgAGAt7PVD7A9l6WUCd/h3ceY4+GqlpjAUClqWxi2LdA6Y2KYsFgpjnTFsd1AtcORToHD2Yxbp9lw4JTuzX2BS3o93W2bW1EcCO2eR/bznnSinQLB2ccLerjutbAcAA6BYAZ+zHmhbwC2A4ABWlgzXqGKB6P5wG2R4ABioBUbgGaDa3oh77ceFGOe6B2dumXDTh20pfYHL2WtjH1fXQpjmAU+zpi3C3TklMWAOPcNun12GwWzQpiwe7Fg83pxoPXaQdJziNDMfZG48Z13Tump4cjnGsZb/dS0pSwWDhwxi3findySmLBe44oGLej9tBtnkU6Byte1rejgaXryC+KFKCFgsFAt3YozjuHhjNL037t3Zpv+POaSlKjThS3DAW82tONrWwPBtLshSwcuFaW9EOAXrThXZaeiHZt9XCgej0Gtad/AEAOIhmwW4ebijPLA9LAOytEGXM592WU8+G8UlONKCNg+oAp5tMBwEBsFKbJSnZDs8q9MBQPMxXkNhALDstLshTAcOFezYfNwHHvvXZA/KpYAoFrBgKejgcjWnswCpPZmPdKkxvPLL2xSUqIWCwX6ejX6IDQKewQ4jhADiIYDhkAtb0QH+7z4FKAFgqNh+qtPNoNfYI2EKbFPRZpw+q1AAOzS/s4UDZVDnGmcZdoWPPCaQA4iHC9AuAWoHohj7eY4GQwIgAD9mMeaA0D83EcFMBQLBf6qU82mOQh3BTZQDAAAcMeywebT38ACmygEmJjTTIgjDPniO2gAqIW/uBb1ah+brwUbUAAvx6YqAVZ/P3XrQxS1/qALY833VpyC4AU4W427q0oHjblbAbK10oBnpbI27q4D2iP1YDZK4oHtpjFgqxivsp3CIpcaWoHIfZXLHdatOXEdlBnFu+wcKcg4Zrw5YopSAzi1cch5eqA4t97KDPQPAB5er969QotMUCtgwOMWDze/202AAbWDHKtMWC1wxy4WvspSdnp9QdOnH8/UKJ2egfV0r9Hv8eFbPvawY5d1gtjH3HZAAbebw4cLhYLYp3Xpz2UpoVDl9VOHqd35+OzgABwGA5DbGPNxnwDpUpigX8cUxbp9QW2b2acADw6er969QopSgFBAaBw5BXHq4G/D+4tAELBUMYG2KB6IcfzWwIgXoFLgHXpS3ZDhcQ6V6bIHmiFu/HT1R434VCvCtFKKcBD255Wp2QD38rbIyGApbhbj5tgDshTn3hz2cIYEA4ANaU5VyHs8Arx2aIVoIBTrSg8ObIjy5WzbZVGGYIHduOagDzllprSshwpjHfawUZAKceFwrmuwyFqUxy4ejYKMhbw8bbIAV7IgAAId2aBULsiNPzUznZeLI04X9vZqHo8OPKgVqFwVUbtN057upy858M1ALMjQKhYRpUAxavZCw0CtPqHZwBQWRoFwoHQB7NgqzTvt7K32aAUELBcKVDnYQAPNEfCnCwhhQC1ADGKBgBpyZ78iHCnIFWGmWuXbHVB3ecu5QC1KY8eFg80RoHGlOGc7OClQGgUEKWCwD5tvRxUOI8Nmh9EaBSlBsFArSoB5oBSofUGB2UA4UpTGahizPmVoAhegBwtsqYBEcs/ZrzjT3ZU4AoAW9HGeNBoHm15gNADqHEFAOFApThSgYtgPuHDZAC4eaAALOAAKANreiFs5H2bKH0bUoFONsYqyAiHgFvBWQ55R46iY5ilDIWAKhenstgLd9O7kAA2sFgp3YxYOXQOmNimKAAUxThitLd+P7yU5AHP7PV6Zz3cKkx2/HKJzz3d2Xa8x2QJPbx3mimOlvsp9HuxSlOmwH0bYAQ7sUAPNC2MUC3HgUHkHCmLY9Xp1wGOBTkAWpThTFaeb064DHDPMEajTITwGXukTQ9273eZ50AAhSwWAQ7sWDzQtbp3DwUAxYAoAhbhiwWC1unCw8Ep0D70qHo4t32DFqLToFsdMVALd/wDc4bSOPnyR4014ewcB57zxoAAtYMXtyp0D82LBybQOQWoIBe2K082tLBWleFQDZ3sC3LhWmLeI/wB2iUuFQDAgP1U+iAcONPbtmYO+ewgcBx4AncNBUUAABwC2OlaVpbHOlufGjuVgx4dA6bNABtYK0Co93Zt6Pf4eDuVgx4dA6bZ0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GxysGPDoHTY2UrHfm7/wBvIi/8J/8A5DY+buP4eRFj/NPHQPxGNsj5WHPj0DrscrDnx6B12UrHPm7j+HkRY/zTx0D8RjY+buP4eRFj/NPHQPxGNsi2NlKx35u4/h5EWP8ANPHQPxGNj5u4/h5EWP8ANPHQPxGNsip06B7vs2KYt0D3B9WylY783cfw8iLH+aeOgfiMbJ83cfw7iGlKf9M+Yhb/AKHx7Q6hxDI9kpy5/UFOnT7KDspWN/N3H8O4h4B/0zGwBSwf4H9GodA/M4IdpQPluILXr8pcqAAf9DgFKd2LByyCg1CgBxGnL0aB6Ofr67Opi3CmO6wUDjx9ltrBZ3jnmOzceyN3bvkGOX7Z+FY6EPDb+HkQ4H/4pgFxp/2OFvYH729j5uiFP4eRDYKWUwsI0t/0Ni3d6vLIvZThXuoNMY/uYEbJTFgz4Bb1en1BfFNAB2955HjyHdGtMR5eA3R8hWO/N0f824iszT/pmFq0x/gf0eY2C3o7KEPUD/p3EOOz/wBM60C2P8Dhi/CndemQ0HkGfqClvR6d9goPIAMWD3cgwHTkNgzTbPKcxGcZzkJGufCez3RpWPhD1P8A4txDYKf9MgHl/wBj/X/dogQ7ii3ENgoH8M+63/Q+LB06bZEAYsHP3cA6chtxpsgAPIM+AW9UOXG9gvyuoHDvBMbt88fdyq0njGkZACerrlugT8qx35u0p/DuIbAOFPA2xQuHK2OgXGifN3FVuIb5opW4W/6G+2g2uO2R06B+TjAWt6OPq68kpzAAoFA43tjzedg7rM5pbCB+08ufIeFJOWeegyHKPd3Vjnzd5rcQ4AA/hn+9Dzf8DBbIhS3Jkdk+bt2QFbiGwf5p/vah/wBDYsFa9KjyyMA9EBALBW3st6OOYDThUeTQC1RDNg6VpYPNxQLCHsZ5IHmeXyFa+yI07tOW7lWOfN21fluIgEbf9M+dLB/gag2wPm4CwbJ83Q80PluIaUD/AOKeBtQA/wADVp3WxYeGR0uAUpQL2xjmyFgp3c68GgHGnQB5Vpb0eFLgIBWgV6IHknl8hUSdN4ief2Z9+QHvisd+btRr8txFYKDRTwAdkeBbHd0sI4QIdoHaFbiKvRTuGLWLgNA48QoGdsipQACgBz/tcebS/OwjQKAAbFKiAUwAfXTAdmg9KUHkG0x5186VWTlEbvaF4Dt7p4CsdCHbB/DuIeGFPu/7HDvwGOHBwQ7S/wAtxFb/ALZ8bWsWEL8bBtkIBUQti2O71frC3TkUrQKUp9tsVZDGAp1p0VdZAHGB7Ij3CefKsdCHK3FbiL/wlgAp/wBjhjqAiFs7J83a0D5biKnIVPjatKlvYAV7r4yMeAUDr9VQCrOPaHIMCIqAUpbwtUbYtxDu4d2yPZlVpPHzl8hWOhDlP/i3EQdynS9rB/ge9Q7uHdsoQ4Nv4dxFjgpjbGP8D4vnoFrhtkYM1oNOHLut6IhQfzAIhzLM0sGMW6WuwFAp7emaInz3/CoJJ35eHCBpvgftrHQhvH8O4iCgY+UxCmLf9DUp/c5bL83ACn8PIhDh/wBM+61yv3oNs7ZBcaWALcACw+bgeyA55U4WvQEBmtPN+rGOmMeAWxtEAeTy+QqJz/CeB4Hj5E18AIdC38PIh5f9NA6WD/Avd7s7L828fw7iLH+aeMW/6Fxivt67feBnHmhjkNgti2MY5BbGwACFKBTuDuoGMY+q2yB4dvL5Cpn4bo4cuz286x75t4/h3EWP80xt6Ng/wNjPgGaBVPm7iq3EQBSn/TOlMY/wPin5hoO2RsjgBZALUqFLejw7PQeXC1/NXs2AQDwr0t6AcOfEMCNQ2QOHnL5CgJ1B85RHLLyKxr5uY/h3EIY/+KfKmP8AA/Lu4YrZQh2tvluIqgH+afdSgfFg9vUA422yIAEKALNAAO6mLBbH2WtfZohSggAB9w9UahzxYb22nz58KmTx4eyPkPDOseZh2ggArkRXsFFPGK4Lce/uC9Nj5ugA/wDTuIr/APbLGKf/AAvfxDnwtkVAEAt48KU5s4/uYzstKgFsBQfqpbshn7Q2iB8fd8hST57vkKxsIdvT5biGnCilgfNt/wBDhb25AOVNlCHfo/LcQ0pYAUv3tQ/6HxxzwHu2yGnQKh3Ztx7PLkHTuAv2RpQQpXv82oeiI09mKVqG0x58+6s5IMTkI/myT4+/OseCHbB/DuIas2r8pANPRoH/AEMAUGlPZz2cEO3ZH5biG4U/6ZgNK9mwCJbgObANrhW+2QgFwsFBCg2EBvSgB5ojy5UDpgALU7OLgABgLYAGccbiHMOkQPJO6PkKAnLu3D7sn2msfCHOHy3EQWr/ANMhr9GoV+LV5cvaGFCHfRH5biGghQaKQdA/+NwtUOfDAY2yEA9EaBig8guAD9EApavsDA3BQZ4UpS/GvCtPNqOAuABS1ahsgeHby+QqwM6fh+bJ0GcaR38BjwQ7YP4dxF5uP4Zj0G3+BqiFa1pTAW2cEO8PluIaZCimFOFQ/wCh+PDutTbIQC4WAAEOFBAMDTAWsIfYAcALdmgYCg56BxZCoY5Y40sge7ed0R7hWbEg8sjJAndxAzyBgeysfCHsfw7iEKhf+GXdavxetPaHcPACHsfw7iHFP+mdwxj/AAOGaXsFc02yEAoAWC1u6tKgHmhbuAMXpei06B7sYt9+nCCB+Ewdw4jgPZv1gE5Z/P8AN0HhHGDNY8EPUp/DuIAoFP8ApkFgtj/A98cccNm/N24D8txDgQ/6Z91P/hfpxEKcK7ZHQeQcPzW9HFu/u4IIcaBaghTPCwUZG1uvuoZ3DszM/m8+YHdQkkZ/AHQePLjqdMsdCHQt/DuIQsIf9Mu63/Q4Wtxp0AeChDuP4dxDcL/wyDhSn/wuH5q8h4ZDQA4AFKYDGKgFGcDS9PbTgtAClgtYKcK0rS2O61r8aXABAkbt/cPgO7tqJO7lz4cuIFY783sfw7iCthp8pWtS3/Q9vABGmOSDDo1AfluIfYphxoFv8D8s0ELAGeGRgFKWCwCHcFsWC1gxQO+myUsAUDFOHClvREPqDu5VK5aRp7cI57547zPEZ3+7kB7o8msdCHaU/h3EQUqFlPnQbf4GC3+xuHHZQh2wfw8iILU/6Z4xYP8AA4W9gcLbZAABmgAAUELYrStPN8aCOAxwcAU4AFLW9mLBb3eGdRWPf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83cfw8iLH+aeOgfiMbZFysGPDoHTY5WDHh0DpspWO/N3H8PIix/mnjoH4jGxtkXKwY8OgdNjZSl5WHPj0DrscrDnx6B12Xs9B+vp6vf8AfJTFhv39L478V96lJysOfHoHXY5WHPj0DrsUG1hv34tfHv7uZToP3p069eFualHKw58egddjlYc+PQOuxToP3p06/WGxTFh9+MW+9Q2Uo5WHPj0Drs2mKBmuOdvVz39LDs7lYc+PQOuzaVAApxAO/FQDzfsDljZShkLhQPq7hH6HUa/YA12UGcW48uAAHq8wxelOl1YZCtwDNrANrU+jw91w2UAxa9BHHEacOyFqgNqAHXldTnoTvPE5rxPEa89BuuqgjOczu4ZDs1nXdOR1DQZC1s1HFLW9XlxzbGzQALWvSvIOHq5sN89NnUDlWwB7Rp6uArgLXzslA5VwAW7rejjNvrttpMCc8hPONeOu7PfUFYE59/d8/YeOSAGLcLUDAjTHm05cuobLQeWAp7bcgxi4W6bFOTPEA9gUx5vvyFBts4GRtbLVeHohS/oD04+3O2YYDeefsPvJ9k5EzA7Ae2eI7syfO9tB5YCn2dMYuFumNighSwWZp9lsYtwpwtii06BdqnsCnqZsHX6tinq8QC3IKermgfZewbaDTzrv3nv5zvq0RG7jijXI5ATynl30wA9GgBYPd6txt6o2xexT0ahm9vZUPRxioDyCo42WgcA9ULY9GoeiPm2xjHsTshWwUEAAAoHdjzaZtbljaaKJI1yz90eO/lAptOIgH5IcfyQtRnFAqA+DOyUuFQAKBnli1ezjFa+0eS9n0bcPZ9G1me+tccRvsgMjkGc0DHdWnmUxa1wtQOOytOR1+UExy3Gm0tgAEbU76WDzaCFLWoOKAGxQKshQKAAewRpQA80LUwICIcgHZaUELUoFBtj0RH6OMcwCmB2bQaejmwdBEAt6OKcw4BXkCqZ8NOGRywTw7jPZupKcRDAcA4ebQPRqAfYNxqOAAoFaBf8AuWsyH2d/Q7OABkLXG372gejS9elbUpsoBUQti2O71frC2LclFEkcNecwvhplymMopaUALXHp3Xx9lOtAylOyAWvgO+1/REKezlWw7KAVHHIMcApT6NevGg8xwgBUa05WzTFPogOR60xcdlaUMs0pb38LYD6749j2Wa0EWeHsDFg83A+ytAqGyAFaW+9q/Rx34tnio2oAAFeeRDFADzQzTpTvGrKlA2oAAFQ42EQxQA80OV+Id/ooDOB7PgA+rjzRtQPqC1gqMs4tS3cAYp9EQp9VADZK8AAMUrx4WDzAGlPbXgA3BUax4+BB4efc6gAAVAAt7QxgOxWn1W5V2SoWozw6dMVY92O+jQZxb6sYxQAqGBrTlbFHAzjzaW4AOPNx5uKB9QWsGyonSBExu/V39nu3RSAOPNALcwGmLXdh9dOfPZQ7I0tTv4Y9SlO+mBtnYBilPNpalgG3o2DzcW+oLDQKp2aU82nsxjFsY8AtjZQE7wd27f1fcSfbwp3ZxQLU4VtiweaFs+AW5tABClgoHClvo4type3DpRAAWaWALXsFPo2DzcU42HHMKOZoIYoNMVvwx5gCPXA2G2dlAeGRyy3aLOnAQBup3ZAQAQAPZwxULMffNBvsymApTgHQbUAApjw4W2UAFkQHsh1t3VC4eyvdstK0EA6W4YtZgLU/uAN9lSM9O8acNeYHy7GAFBuGQvQO69ma5+rAcloICFqYAfqp9Ecey3QdilbU/Pa1LUwI/mxsgBUKCFadOYhQPRDw4W45VNAhQQsHIbd1OFbW5Uzy2QAvSlQEPr831QCg/WIBjGzgCoUEK0t9lMMgH15Dns0QxYKh3dKfRHkFbAHAbBsqrbjwI94+XLXWgAtQQC2eIUtYPNAKc6dOOzgD0RpTh3XCtxZxXpwuHEGgF2RoAVCg9K9moV7I49mOIV2UGeHZDFQoH73kzjiFR6hy2VQa793swaRlp7AJpwBwoFaVsA1+jUPR4W5dAEMKAeiNAuFBsHq1D0QCgiHtpYAHCAHojQK0oN7BgM9gApgRty79lAOFA9gDX6NQAezWmOQ04CGFXHLl2HJdchnBy9tKAUAKBgQ4XpaweaAiGeVOQ7OAOAAFwAeFOFaebSndXGA2aAYsF2b0wA2GgebSlhDjcAsA4cFuza4B2RoA9ObIWwN6U4V2VVxkPbx3CT8T2U4OFgCoX6Ytj3YxyQOFuF7cbeqHLpwtyACgBYLcr0rSwUZCw8aAGA6iCgHIACmOmKgFsZ/ucFUHKBzO7Tf5gE0gfRtwEMYx6ocvVryxRQCwWClKUp3UtQOXQOmKFOge7GLffpwKdA92K0txv9xtmSd2enOfs/e7CMt/bQ9+7XsHzy5RxpADFuF7cqWuyFfbToHJQALWDH2UtgProNsckAKUsFrW4VpYPNC2cUxfoAFKWC1Q4caWDzQtzpTHHaUMjs4ed/tqKWnQOH5rY6fZjgUDiAW6VzTFvr/u0QAwAgGKUyHCnALW6Biw2ovKwVp9lLVpw4VABtjkYEZhj2T2D9vdSmgAWsGBDA8KW9EOXGnQB4ODuALcPZbAfcAttwZqt3h+n/Sgy/RV9UexvMhl0DbiXEIPyphWLi20yww3EKi8qQhsu0yDxsANi9UHgOh8gmvwEBCv7O3e/aspomDRSClhKktDTxuhdPgkm5NRB5EGWmQZNxasODKh5VrtA028SC6Kx2mWRZdgDIbfvv0Z/wBDP9Kn0n7NZ9J+jvRVj0F6v3wGs+nvWS7d2DZNqtmPyno/ZbdnaPSO3Wyo/J7RZ2P6k5BQbUGBw+/6N9WvSnpNRdt2lsbOYIv7SWto4O+2oVrlwRoypgOmOre3KwY8OgdNjlYMeHQOm38/yK5vzYjoy/NxrM2P4tMGXjx6+exHGEQLIttvGhbbGigoGGWWRaGzDLLLDIUZZZBkAANdiItCItCLQjkREREe8RuO39I7L/QAbY9pTtv0p7Ns98gYrey+pt3bLSmMwt696z7C7AHIE2EJGZA0r6NfUJyOv6UVW3hdjLj+UdpQn+SK/oj8rBjw6B02OVgx4dA6bfzt9jbp/wBb+/42v+wf/rOrfuB/4W/6h/5yv6JHKwY8OgdNjlYMeHQOm387fY2f639/xtf9g/8A1nT9wP8Awt/1D/zlf0SOVgx4dA6bHKwY8OgdNv52+xs/1v7/AI2v+wf/AKzp+4H/AIW/6h/5yv6JHKwY8OgdNjlYMeHQOm387fY2f639/wAbX/YP/wBZ0/cD/wALf9Q/85X9EjlYMeHQOmxysGPDoHTb+dvsbP8AW/v+Nr/sH/6zp+4H/hb/AKh/5yv6JHKwY8OgdNjlYMeHQOm387fY2f639/xtf9g//WdP3A/8Lf8AUP8Azlf0SOVgx4dA6bHKwY8OgdNv52+xs/1v7/ja/wCwf/rOn7gf+Fv+of8AnK/okcrBjw6B02OVgx4dA6bfzt9jZ/rf3/G1/wBg/wD1nT9wP/C3/UP/ADlf0SOVgx4dA6bHKwY8OgdNv52+xs/1v7/ja/7B/wDrOn7gf+Fv+of+cr+iRysGPDoHTY5WDHh0Dpt/O32Nn+t/f8bX/YP/ANZ0/cD/AMLf9Q/85X9EjlYMeHQOmxysGPDoHTb+dvsbP9b+/wCNr/sH/wCs6fuB/wCFv+of+cr+iRysGPDoHTY5WDHh0Dpt/O32Nn+t/f8AG1/2D/8AWdP3A/8AC3/UP/OV/RI5WDHh0DpscrBjw6B02/nb7Gz/AFv7/ja/7B/+s6fuB/4W/wCof+cr+iRysGPDoHTY5WDHh0Dpt/O32Nn+t/f8bX/YP/1nT9wP/C3/AFD/AM5X9EjlYMeHQOmxysGPDoHTb+dvsbP9b+/42v8AsH/6zp+4H/hb/qH/AJyv6JHKwY8OgdNjlYMeHQOm387fY2f639/xtf8AYP8A9Z0/cD/wt/1D/wA5X9EjlYMeHQOmxysGPDoHTb+dvsbP9b+/42v+wf8A6zp+4H/hb/qH/nK/okcrBjw6B02OVgx4dA6bfzt9jZ/rf3/G1/2D/wDWdP3A/wDC3/UP/OV/RI5WDHh0DpscrBjw6B02/nb7Gz/W/v8Aja/7B/8ArOn7gf8Ahb/qH/nK/okcrBjw6B02OVgx4dA6bfzt9jZ/rf3/ABtf9g//AFnT9wP/AAt/1D/zlf0SOVgx4dA6bHKwY8OgdNv52+xs/wBb+/42v+wf/rOn7gf+Fv8AqH/nK/okcrBjw6B02OVgx4dA6bfzt9jZ/rf3/G1/2D/9Z0/cD/wt/wBQ/wDOV/RI5WDHh0DpscrBjw6B02/nb7Gz/W/v+Nr/ALB/+s6fuB/4W/6h/wCcr+iRysGPDoHTY5WDHh0Dpt/O32Nn+t/f8bX/AGD/APWdP3A/8Lf9Q/8AOV/RI5WDHh0DpscrBjw6B02/nb7Gz/W/v+Nr/sH/AOs6fuB/4W/6h/5yv6JHKwY8OgdNjlYMeHQOm387fY2f639/xtf9g/8A1nT9wP8Awt/1D/zlf0SOVgx4dA6bHKwY8OgdNv52+xs/1v7/AI2v+wf/AKzp+4H/AIW/6h/5yv6JHKwY8OgdNjlYMeHQOm387faXfc8z1mJDOquEZNuYjVjcvZmpMYEVOGTh4waSCB+GIMiSM01XTCL942XTjzL5Dekn74k7cvDJY88dmBeMMOwY+O+kD+gj2/1N9TPWT1s9H/SHs/p256t+iNu9N7R6M2j1Xf0ONo2H0Zs9zbNv6LbU9YfSuG/b2SzeuWbbbIVvXEW0btrHjXj2/wBSrmx7HtO12/SC3zs1l77Wm2U2cVu0pe5D/WLsMEViowQxESJmraPKwY8OgdNjlYMeHQOmxysGPDoHTY5WDHh0Dpt/ClfD0crBjw6B02OVgx4dA6bHKwY8OgdNjlYMeHQOmylHKwY8OgdNjY5WDHh0DpsbKV69nFg8Axb1fcIXvmidnp97ep9vXrt6U6fV3U4d31bFOn1d1OHd9WytcA4+A7Pke8+Pn2en3t6n29eux2en3t6n29euz6Yt9XG2LfZThbFDs4sH922LZ7qcLclRg7fZy/Hw8fOmLD4d3qf373zU7OLD4Dm3q/VcOvN/Z6B9XSv0eg/fB2Q5B4B09Xv++FRgPu1O/L4n2dk+fZxYcgOOoeqPW1+nVOz0Hnx6B+TyEfzVpf0piwc8d3qZuNrDmnRtKAFgGgAA2Ac0D+l+0Qt3clRh58I74/yhx30Ms2ARZEbU8eyFvN5jw6Wt5ydnFQHIBYP3o0DzRv4jcLWu8GRCgAzkQDHDzc+ZjvqF/RHItoNrWqI44ebf0PRv1C4ebzspiNNefEd2738q1Gg7BTaXC2WqWrcAoAfRzjri1rtAK0tkREbYxT6Ob9/QdnUEKWHHLn2Qr6A+bimQv6PMBkaB5vILhwHs+pi9uH1gNiwKxnPPlHM6/OobTvHvFIAYsN/ERGnTI/nC2zgAfNthkeHHzbeiFbU5ZC+KAM3AOyOQDAhT0a/Qxn8oO/ivZD8kbtAHHh2b+hkedxv6POoie2OwTEznwmfhuhBkTEGY8I+OvOm0pS2GRH229XFuFr+DaUpUMBULd2PN6W+pnZwgP5I+lTw7NPoZHxuGOLRDmyOQDFMdn1O6vC4X56KRA4/sPH73ee6rwOHnyB4UlPRt1H6uIs5z17tkAMWG43t3CIXZ8Ax1xstB4AN6Mhb97UPRsGRrcLhbmAHIOFAtkbD+TWoD3920k5SM+HfpUR58PlTezxALiIBYLDdmtPMpjjcOWxS+MANbc+yOexn2DxrjZQCnZClgvw6W9HNA7+6l0pUK9n0h7+WPMAaAFAtULhbYDPHPOOGkb9NT47xBmm0sHm3aG/t7NbdjqAe23HZAZq0zbAcQ/e1p5luFxEQ6Zq4AuFhozy9lvQzwGvSvRlKAFriPdULCNPMpUcWptNRGc+d2uXKOz2IyHEWRzTHHzaB6HCndxvsoBQACmc2yFq080QqOOA91LnZDzQpi4940x5gY5hUL2DYpUcdPCnq8B5V4ZHZQCJ5/ID4UUGwUG9K2tQKcez7LZDgAZUGaUCnfnpXDPffu9qsM1uIfVwtT6F8c6/bs4AsAiF+NudLej9VuN80HKpPy93wpAClLX4Wxdmv0LU4Z6BkQaDOBpTx6U+iNQH66BbZ4M1vS/wBlaV+h3fWPPZKVp5tguAiGcUH0O/Pt2T54VHboMhw3R3zpTKVp5tADFuHm0+iA194bKyziwB7LfRoAeaIUGndYLbOEAAMdACnd6lgxcbeI7MBkRoIs91rU831ByFc+3hsqBIEneR7QBRXFGa8K0H1agACxUfEKeOyB2hpYA4UAA6WCrAD33Acc7PBkAp5vUbcbep07rcOKUCwU6f8Am29H6vuKgmeHu/Ny94ntimhUKY+oeVvRxnkNg52AEbVABt0CmLWd47w+qtHAAWt04h+TYPN78dM8QGcWsAcAG2LB5uKh9QWxVSIHhwHCZg8j7u0Cg0tQaYv6uKMBanttWla7J2aU80LBa2MWCwdA9gbHYx5oeHDzceaNqculsbKzWwCHCw0C2LWYxj+8NlRpGgOQ/wASZjfuGnxoZvQBAKgHCnTFGPdYK0pWgAdkQqAUHNQ7sVZrYLdfAQTs4tw5fvcWC1aeAdB2UAqAWuFhp7K0owFvsHgOyp4bj7/szxnhNKLOBpw4chpQAHshn7QCoV2ZSlBAA+rpavZH81s7PZDAUAOWApiweaNQ48LZthKDYOzwtzrawebcPClApXZUjdzE8hplu7u+kAKCA0oFq2505siNrcAtQBtfZKUEPNvjHG1OF6W5c+GwAcKYx4s2syH25xcNilQoIYsNu6n0QDhzG4cx2VNIAcKWDwALW9EAp3ceuygHojQLWvURD0QHLGPYHUBC+yUCrI0pzsOLAP0RHux3CFdlBm9OyFKWAPZgOzil7jwAQ2VkMiOOWu77OnymYpQAbhS+bBj0Qp6PhUQx7AcAeiNOFB5cAp6ABSocuAWAdmhhkaBULdAxjzA4ZoGaWDZQDhS9OADXhb0eFuIdKhhVhwHInwXwymOfsUApS12aWALh6I09HoPEKdQ2cAcKBi3EAxWnmUpiv5s7NALs2Coh7AGw28ynCmzgD0REPVEKYwAB6NwwNx4BTkCpIkRvjvkRvjPdJ7B2OAPVAAEA9lKW9EPrHhgOChwtwv326By404W5NAMWAKW8aY80Bp4YvXgoBSlgClrcK0rTzcDxoAY4cFZDdvznSRu7+R45AUBwtwvbjb1Q5dOFuQABawYvblToHsx3cl9gW+qtMW7/AM/Q5WDkFOtMW6+/jShgDPQRIA/V3TyjsIpwzmdwPYdPZ2jlSUHgAYrXlSlvR+3lgOBQeQcKfV6vTvsGOC0uFAxULdaWC1wrmghi9eCAAWsAWEMd1vRC1uNOgDwIRJA4cI0gce/TfUUvsDp0wFrd/wDexB5vL95e/k2/VZByDVnP4TvItlI3jco07fhAIGGPOSEkey06GLBdNg29fNA0CIDbDTTHx3sMsdo7xDVaxpR0/qa+ivnITIjd6+hGXRd4DbTRdVflReKMQtMMMsg2Xhsi18bo08cg2ffJrmog+ENqWyionldQPKqobMH1JTOGVBQPG3rb80dPHHzZg2bMvmxFt6/MP3jx8+eNiLTbxtppoRER2/uX+hJ+gDYfXa8/0jeumxJtnq16L2xtm9AeiNpthtl9N+lNmKnaNt2y28rtHoz0bciyuzsrWts24XLd4mzsd+xtH3Hqn6At7aT6R2xMezWnK7PZYdS9dQjFccHJrVs9XDmr3JDSEZWFFRUFc8bVFY+cVFM+/eGjyiomn508dMvmhbemDZsy29MGX71oRaePnzxt420ItNNCI12/HsbG3+piqqKqIqoiKFRFAVVVRCqqgAKqgAAAAACAIr9QAAEAQBkANAOFGxsbG1qUbGxsbKUbGxsbKUbGxsbKUbGxsbKUbGxsbKUbGxsbKUbGxsbKUbGxsbKUbGxsbKUbGxsbKUbGxsbKUbGxsbKUbGxsbKUbGxsbKUbGxsbKUbGxsbKUbGxsbKUbGxsbKUbGxsbKUbGxsbKUbGxsbKUbGxsbKUbGxsbKUbGxsbKUbGxsbKUbGxsbKUbGxsbKUbSJbqD+b9kJ/wDVS/4FpjbR27SJbqD+b9kJ/wDVS/4FpjbfnH0x/wD0ovpU/wDtcevH/wCTHpSvO9Mf/Qn0p/8Ag7bf/ua7VzblYMeHQOmxysGPDoHTY5WDHh0DpscrBjw6B02/wOr8Io5WDHh0DpscrBjw6B02OVgx4dA6bHKwY8OgdNlKOVgx4dA6bGxysGPDoHTY2Ur9QBiw8/s9XHS/vADFh5/Z6uOl/etMWHHLuv6OOeePO5TFhxy7r+jjnnjzuropKYsPPA9PVuHiH5ymLD9fSv0cePvWmLDjl3X9HHPPHncpiw45d1/Rxzzx53UpKYsN+/Fr4x4+9KYsP9y2LY7q8Lc3UxYccu6/o455487lMWHHLuv6OOeePO6lMpi1sewRZ9UbY48qhgdm9kPyciFbWoAM0D0cWDoNrhs+laWHIcM0Bm/62NvGvBq9BbQREB7I4FrHPs3/AFsaiHKgjbI1upTQDAgyNbjSlc9mn0Mcqc83u2mKMjgAxzFj1MXCmaVC/N3ZCgVZGtA53ERZH+l8huFxsOci3shULDkOA3p2QEfQv9Y9B4qdtNpijPEAC2Kdiv0OeACuQGvNwMh5odnjULV4AH5PWgcLB52KNAMWG9xsN/R9Tv4j3c/XshawjbgA5EWQr6A38R9Xmofly5+eIprIBYezx7Q0D976lwvSlKdeGyAHo2HiI/2tBGrA1DNAuFwzW7qBbzRDAd9ezf0MjXqIcubaDyHIB/5lvQyNRtURvSv5Sg3D3/GkAB83zRsFf/N9QfN8QuHm82gAeb5o2v8A+ZcfMzyrz9HNXU6DkAC2PQr9AbDyuNwve6UC1hyABb97WvmD5o3oF8hfnYGN53e8c+Ejw7k9nmPl4k00AxULVqNQr+Tcfxd/tCt+oAWZqzkQEQpw83PmYrSw17+ZStLcaXD97jzK0zTIBWtKbHZ9W4WC1b+bQfRpSo8LBW4bWJYxEcY5iPiRllnIz3yBJjzr578qSnStRoHeFAD6HLkIhX620oIVAaAF7VsPZ9Tj9x5vpiwWoI449mo+jxv0xbZOzWlgGvTl2fUz4D0C1Ljv455HhnxmCf2ChEez3A/GmdmwVAREeg5Dsj+RS3voGyUuHmjagYHoI/Q7+eONKC+l69kKB04Wr/O7VH+5sgs2ZCmb17uzkfJ5vxAO/lNRHnz5NMBnHmjelaAORpX6HfkOHiAzSls5t3X9H6wD2c3dmogHZCjIcgyPZp9DgHtzXGyshXh48rerf7frEVSBmO7I78x8/ClAMBQKd3C1vQDHLPW2wIVEApa1bcbU+jTh0C16U2UApwD70phkP7n2IAUvS/W97U+iAh1HgOajiupncDA5zhg+JyoR2DIceA5c5PmQQwAByrilahb0elRrThYbAAAAyGA6BS/Cn0Q8eGLjYAA4iF8442rbs+/jTiOyUqIW+rup9Dp3ZwGbD9vbA8N1I+HE6xG7n491NBkRoIgGOVvoiFPMEM5x3Uvs6zIAFAEeAW6ery4ZuHOoFKWAPbS/D1e++QpXNABAZERwP19PVHj9+aoptGhpa3GgWp5vJkeucgNg5IDvHm8uH73kx+++9NvQGQAQqH963Dscqf367FQt5medAt5vqD1v1wFtlK8wd483lw/e1+h+++9NjsDagUHu7v3O3H+7s+uPM+z1fU7/ABDFQooCA0qzTnYBri3o9frDmGyleYCNqsiPXwp9C+Q8e/Z4MgNBpXl9XNjoGevXYBgBpQAHl329Tu+9dmgAs0EGe8KcbeqF80EO6nHZUEA+eYPwFAAICACGbYx6NfoYFrIfmrsvZpSgd9urNfocgxfoNabO7INUGgD7A6Z80ePvxWiMhSgCHKlQ7qhXshxwFs2HFFIOXHKeG6T25ZUlMCADwELYx6nTrcK5ydmtBpjIUwPm8AZpTj4DStQ2UAoIWsNK/UAfQ9nDqOy0GuAoNeHHzfUtaw+8Nnhy7Mp89lPHPPs0y/DtrzFkagIM1Hj9XqDbIVxT2DsAFwtYaBYKDelPoiNreznt6dnFvvan0Pr4CA8a7eYMiAUEBzindjzQ49BCo7Nanz58d1JThQL9O7px+vh0QAsyNPRtYOFgEAqzXHIA4ex35I0qPupUKizYR42HNw5gMh2qdmoCFMZGjI0sx7eIch5qqQJ36gx2EZxx0B5TQAXxkLezs482/O4hgBDooB6NgrTsjgaYxVgAvYRoHLZADzWRoPmjTH72wD2LDS3HrQbi4GeHZGtahYceaA/R4CHursqAIMd0wJywezP45mgAx5t2RrSmMCAej0Eb0palcAtOgYqFOHo+iIMYxindx2ADAgzYQ4XABtSlGKdBpzuGygA1Z83h2RoFaD5th80Og55UtsqwAHblr3D5d9KAcmQABAOQUxb0evXHDgoBioBcL27rYx30xjkgB6NGcDTjxpjzcAAh+TgLCGygHo2C1Qt17Ng8wOY4pgK9FZRBjnu11GmXDTT4FaBawXC/1WwFu+g2xyKBawXC/wBVsBbvoNscgAx5oWsFAxWlQC3W9OlehQbeH2WC1+GKbQY1y8kcxw86GOUAczPLf7ewniKQedA5hmvC3o2+23ClgAAMAAU5BitKgHm45/m4LTFQAcgOPZwDl09uyAFgCgB5tPClAuzjvAOgcqLAYZjskcBlzznwBPONPZpVQve+ztfzR1ZLEFFDLbcNSWSikEp7ijLLoV806cLEWm2QZaaBp58omXCS220DLYsozsBZZAADaK3bYs34sMx5NeZkbG37w0Yi2P4viN4/evGnrbwVmIFBQZ89oREWWWDDLDsA81lhlllkAZZAA11t/wBAH0c+rGz+pnqH6peq+zW1tp6G9A+jtkvYVw9Ltv1dLvpDaWAA/KbVt9zadpu5Z3LrHfX756O2Zdj2HZNlUACzs9tDAiXwg3GI4vcLMeZNGxsbG32ldlGxsbb7006c4+1VzaRZMS0NQ2Ti1dT1xSJP4rUTqWisl4fSzCueAwcT0tYNMPWipV4yXZYIvGXj4WGG23bIi2Hn+lvSvo70F6M9IemvTG2WPR3or0Vse0ekPSO37S/R7PsexbJaa9tO033g4LVm0jXHaDCqTVWZUVnYhVUFmY6ADMk8gNa0JsbbKnHKqJZHzRjmUcYvkkxFMvohOw0uv0I0YOo71QINMsv2042bJp5kwVEWg8m8fEizxoK1dM7a1222Lbdk9JbFsnpHYL9vath2/Zdn23Y9qstitbTsm1Wkv7PftN+dbvWbiXEberA76kEMAykEMAQRoQRII5EZ0bG0mm6JgKBZla34BhOY0FwnH8KnIVmKYOQzGsOI8VQ+aMEYQUjJJ+ZRl0mfTn74mZdsGCr16WabLv2GHrpph4yDQaG18Q1DkHay9R0LwjD6JCsMocz11PRYdhtKIIaEjkHIufIkktITHBVPTyjqo+TLFC7lyxUeywFR2+IsfSDsd/6UPSH0Xj0ftK7f6P8AUrYvXV/Shu2jsdzZdt9M3/Q6bEtkflhtCXbBvNcJ6MowUdYGsRfB2ltnwnEtoXcUiCC2GI1nfXImxsbd4aRN3dPjWrDsYRNKJUlyQToIWiCEsMRtEC0jGnh1RItqBdoi6S4ZXnb4uDhhoHjb18XbZeUZZdtM+dt9F6zetPq76meh9o9YPWr0xsXoL0Lsr2LW0+kvSF3odls3NqvJs+zo9yDBvX7iWkEZuwG+tLlxLSF7jBEEAs2gkgCTzJArg/Y2ms/SGNa3/VHIP/x5i7/k72P0hjWt/wBUcg//AB5i7/k72/L/APVJ/QN/Gp6of85D/Irn+v7H/CbXj+HP38DUKextJLoykMWhPeWy409zkh6C45dwrNCMYJjZAUE4pFsErZ2H4Zip2/YaIRAlsFldOZPknRooKglOx8o5cPxLunrtns4xvRoNhCX2u+fcIQFCkNwRCSOcgBlIheEEJLhqHUpk7KmBVE4ymoiMVJJhFk2oHDZ4yBUs6B+cNGDT0G3796219Rsn0leitv8ApH2L6PNi2a7tL+kfo4X6Stj9O2r1pvR9/wBFXPTuz+g7OzW7UdM128dpt7ZbvfvRsHDGMitBtCtfFgAktY+sBwRhK4wgHGTMzpFcA7G3cGimU2kCayxH5bVvPOIJIpaMmoL+CTiCJQG4gPnDSm7Wixn43CcVh2E8u4T3rvsOiQ1NN1ePgoy7kE/QfbmL9vxMT/Zo/wDyP7eV61fTL6veqPpza/QG3+rf0j+kdq2Ndma5tfq/9HvrP6e9FXBtWzWdqQbP6U9G7Bf2PaGRL6W762rrGzfW5YuYbltlFbm1Jacobe0MRGduxcdcwDkyqQdc40II1qBvY2nk/QfbmL9vxMT/AGaP/wAj+30ZxbtDRST0dzd1TadZ/wA0ppkZekXztLMnH8Msw0dXiiqhEjqcedfMFBVXjBdwtOnjTRV+4Z8q07ZB+12HrAfNr/RI+oi7b6I2HbvQn0kehm9OemfRnoD0ftXp36OvWj0N6PuelPS+1W9k2DZrm3ekNhsbNba9euCMVycAd4Ko0Z/XrWJFZNoTG6opexcRcTkBQWYAan2HvgK2NtvSPkNNfUfHhaWUmIV+eUcG01SVy6J8uQ3DvlE5IdMv1Ex8pRWsISQx8XdNsteRbPsv3tey4dPWgEAklkZuitcKRO2TqtM7TkRey2S5py+UZhOlSZEk1tMewOSi1IMxY7UUUpMI+aVyLaC6UGTaWWIHTB8uLwo5KGXj1ly3+g+t30o/R96j/W9n9ZfXT1S9D+ltm9G3fSlr0H6V9ZvQnor0xtlhbd9rH1XYPSG27PtNz65c2e5s+yutopdvKyIWZWA3ubRYsyLl60jBcWBriKxGcQrEHOCBxNQ+bG1ifeO7queUc6hnC3o+01wqSlIEv4aJPXMHxDKOXiR87HB5dbWWxh9ci2GTrRtoq+SwfHwTRcmWQdMOzL0XDbLuNZrQ/P3ThPjTClampUE4Yh6ak5oNQU5NUIol9GhCJyCfGUIFooTTxOEYmiVh2TEjEBJwZcqzss5POTzbpwBgHZll18t6m/T59Gvrr6u+i/S3oz1p9Wl9OelPQm0emU9ST6z+gL/rZYbZNg2j0ltXo676I2fb32v67s2y7Lfu7RbFibNu3cu3Atu27DK1tuz3basty2HZC/Q9IhuCFLFcIMyADOWmZrgHY2lz30kqJZSc1ZwzCsqIChOXUNGZHwgtGEGDUJPh5KfK5uL5glDSk9IpjguXbOmCpAiXfGWmBevHJQu7aaFl0wAcN6eNJGoTVacikhIKX/z9NwUWSTkTOvnXBELfJhdcen3KW88pGkSw46OfGnqYeZ7Ce2beOPIdowy5ZeuRefS+q/0l+rnp/wCjr0L9JvpHa9l9VPVz0v6L2T0rc2n1j9I7B6P2b0ZZ22+uzWE2/wBIX79rYbLXNouWrCM14LcvXbVpCzuqnS3fR7CbQxFtGVWJdgoUNkAzEgakDXMkVzhsbSYfpPO8Z/a7f/LbkX/ynbccT508Ti0yRs4lzO+D/mTGRlBIRM5R/nBC8SdtEUzR8mRO/KEIra+lM+XMpZ538WbPMm3fkO2+Lu3b1y087vQP0lfRz61bePRXqx6/+pXrH6UNm5tA9G+gfWr0F6Y287PZw9NfGx+j9v2jaDZtY06S70eBMS4mGITZNosXGw271q40E4UuIzQNTCsTA3mtLbG02e8o0gyC0xzY0gI8noMeoSZMpwwoRmRVV9fiossGC0SQgVYZeOomUVVhyWbLqZ1y/KOAdljDt8LL502DLNPzb8WVUr5S6ipUokqpbwFLNFUZKlFVQSJfQfD0GJZ9UajmMyjSkcT4cTk0oaPtFCpUq0cfuWzAlyzhyLwXbl2yz8J6r/Tt6ueuHpL6M9k9C+ifTC7L9J3on109Leitr9IjY9lvej7XqTtibDttrb9ksbTtql9svs52U2NquKtpVe7hZyiZW9rS6bAVXA2hLrqWgFRaIUhgC2ZJyg6DOoVdjY2lR3YehWVutpWnUVmhGEdQgQlghQiskDEEPkJ09MgumYkdqHyiytIC8L12WcorlsswTdOHvaePgb8tV2yx+ievHrp6C+jz1W9K+uPrLd2ix6E9DLsjbdd2TZbu27Qo23b9l9G7OLWy2Qbt0ttW2WEIQEqrM5yU1teupYttduEhEiSASc2CiAMzmRUV2xtNZ+ADcift6Z+f7WkY/wDwOe2yFLdy6A4+0s6gdRembUTOqZzmSsIxioD8spBWG0lqK4chUInLJCiRiSVUIrRok+LvyLZh+mNMuxdP2nTo87MO3jLv8z2n+iG9UfR7bEfTHqt9KvoHZtv9Jej/AETZ9I+sH0X+t/oX0Yu3elNrtbFsNm/6R9I+jdn2Syb+03rdtOkugszQoJyrnO3WhhxWtpQMyqGfZ7qLiYgAFmUASTGu48pgL2NpetyrKaWM5NV8YwtNiAYSmNDZOREWrhVCjNCTohSi6yUjmWpIsqOSKm4MF3Z5wTUj5Z0ZZYB67cHDLtloGHzYDHBP9JTEGe860NFIFEpGRptzISUlLIOHZUimpidGKyTIECRZyyy6LlCZVy6LlnDpll25cu2HbDIMsgAfd+jfX7YfSf0ies/0dW9g2u36Q9V/QPoH09tPpB3snY9psenrm2W7Fiwisb63bB2NzdNxQhDrgJg1st9Wv3LGEhraI5bKCHmAN8iM61JsbftTExSWlJPR0dPOqyurHSiYlJSYUfn1JTUj792VIp6eRKu3po4dOGnrosUKFnTx+YfvHbly7beNssj0X+gs1j/tTNTH+0RNL/irt9R6R9Peg/Q7Wk9L+mfRPot76s1hPSPpHY9ha8qEK7Wl2m9aNxVZlDFAQpYAkEitGdEjE6rOmJgJ7JIrmfY2sO66dBbSVov0aKEiNKkUvZ0H4agVqcruXsr4sWY9dqTyVKY+XQjtNSUs8rppsIrE0yosqxUq9dLPli78GDLLTsIUYz0y6kZcQ8di6Yen2d8BwmmtlHajE8ZyojyF4eIPD5tyQIuzq0uIBFNKtnDxguTKMPzLtowbfuS7kG3z1hhr8/8Ao8+mH1O+kX0Pa9KbB6Q2P0Zev+mfSvoXZ/RPpL0p6LX0pf2j0X6Uv+i1u2dms7Zda5b2+5ZF7YggZ71q7aIXE0VjZ2q1fXErBSXZArMuIlWK5AE/aIleIIrSGxtOLrzkBJeXe7h0KTQgeW0KwxMKYSLK9/G0XJKcyWWomfK0mn64pPFY0DQiZaOq7LKg/EWQ7ZkAeDe20SUiZUnZ5zklpJ1OWCsPnpkxiiQeUWzpZ6dKJb9aOOyjs6YKOHjl8YdOGngNtunT1222AUZaAb7d3qX9JnoT1y9UfSvrolja/RHoj0N6S9Z/R+3n0gtu5dtJ6qbbtex+kdtwbG20FrDDY7u0WkQNfNqAbYuHBU2doS7aa6AVVWuKcWo6MkMcpyyJG+N1an2Np34h3JBOEVV+hxXrj0/QwtlmHLwyjxC6dIqqXdmXTL8u8fp6lFpY26YMOG2Hzlt45ZZeum2XjAtMNAI/vhXcaP46MmicEa0pGRibIuGDJ0rCqe3EJkmWePPJMGDThIik49LuG3og7YevmWHbTwewDQtW2+Ib+ii+gpNlG2v68FNiNtLo2tvVj1xXZTauYejufWD6vC10b41wvjwtiEEzWX9MNkjF0pwwDPR3YgxBno4jMeQagR2NjaePeiyNk3LPR1oai6Xkr4FgmKY2hxAMRfEMMQylIyxEz9/K2GFN8+Wz5Es5MqTx6omTB542aePWmjT56+EReNtND9/60/SBsPqr61/R76qbVsG17VtX0h+lPTHovYNqsPZWx6Pu+hvRL+l7t3bFuMLj271q2bVsWQzC4QWAXOtrl9bdyxbKkm+zKpEQpVcRJ7RllvqBzY2NtsSMVJPos2YKVJ+w3EsXSfJqb55HUNwe/AtEqqltJx124LpL8V6GAdmGFJsi/ba+Xk2rh09DyzVfIvPtPSG1tsGwbbtybJtfpBtj2TadrXYPR9u3d2/bW2ey94bJsVq9e2ezc2vaSgs7Nbu37Ft7zor3rakuurGFJgtAJwrBYwJgSQJOgkgTvFan2NprPww7i/8Aap6tP/GJj/4JLaUeX+7o3cEyNOxTUeh6Vp4lEJTgpejxGl6rRtGJeai2iozCkYIuUuHys1jqI/UosJJ7o/CZV5E7lhTJqqQ2YfkXhtp25/nH1r/on/QXqNs3o/bPW/6Mvpc9Xtm9KekLXor0fe9J+g/VSwm1ekLyPdt7Pa//AF0JxdHbd3dgLVsL+UdMS4uC56QSyFN3Z9qQMwVSyWhLHd+/dvLLsmoZsbTXNzf3GLDTTDelHVsw2w0LLbDcQsstMtMiINMtMjqRAWWmRAQEBABAQEBCu0b+qWINMkTTQBS0mQNHkvZU/NxJLjD8xjYHYh+c7p6eFYPA+CMI4/wAZctp7JZj5b81ty+/wGXr2nv6f6qfSLtfrR6U/pZe+jb6SvVW39VvbT/TX1r9Eeg9i9FE2jaA2bp/R/rJ6V2j6ze6Qmyn1Xo2Fu5iuphAbotXzcbCdn2i1kTiuqgXKMpW4xkzllGRz0nnHY2lA067pLVBqdk7CE8JdLUoikHRsMQAjl4oiuIk1dd/NuKFqEVD48SIQYrFXHbVEE62W8moPxeE2i75sHTx405d7s/SGNa3/VHIP/x5i7/k728j0n/RA/Qt6F9JekPQ/pX6SfVbYPSnonbtr9G+kth2jbwm0bHt+w37my7Zst9MBwXtn2i1cs3Vk4XRhOVVbbdkRmRr9tWVirAnMMDBB5g5Hv4GoU9jaYmMNyBrEgiEopjRYiCRrxIhCHFuKFV2RjWKn51tNQEw0qnmCbl7ABd0+NNFij1ku6eP3Lt49Fhht87ZEW2dsbjuUEpZtLep91NSV0upmOkCDIENILqYMEw1GbtENHDcZMmzKQxEaYpMpr80yVLMmXxMHLx+yWcA9aaBy7Bnz/T/APRBfR5sH0fetn0herPpfYvXn0d6nt6It+ldl9X9ttNeS76Z9J7J6M2W2168otWmLbUb8MDit2bgHWIqH22wLFy/bYXltFAwQ5y7KozIy1nuIqB7Y2Njb9xrro2NjY2Uo2kS3UH837IT/wCql/wLTG2jt2kS3UH837IT/wCql/wLTG2/OPpj/wDpRfSp/wDa49eP/wAmPSled6Y/+hPpT/8AB22//c12rm3KwY8OgdNjlYMeHQOmxysGPDoHTY5WDHh0Dpt/gdX4RRysGPDoHTY5WDHh0DpscrBjw6B02OVgx4dA6bKUcrBjw6B02NjlYMeHQOmxspX66dB8O71ffx53KYsPh3er45487rTFhxy+3zM+PG+xTFhxy+3zM+PG+0T5y5czx85T0UlMWHHLuv6OOeePO5TFhxy7r+jjnnjzutMWHHL7fMz48b7JToPh3ep9787p8yOXPn5kSopiw45d1/Rxzzx53KYsOOXdf0cc88edynQfDu9T7353KdOHIc29Qfz8b80jyRy+Y8xSm0wPZ4COP3t/QH25HOa3bTAdkcMhjN2REf1vGa1rxte7uzirI2AAG3GrI/0vHPhnFxFtKCFWRrWojTl2Q/pePqsPnXvMjj58kUpKDUKs8a44B2b/AK3j6hvzuwGfRqH0RGtM17NP53iodw943d2RAADsjTs8uIiyH9L4crjStGrhVOyNQAWRv2eH7wf6WN+YXHPnDW6tcI4DmT3T459h0pAZCoWpYL0z6I28wLX6hYb3v6AzjzeIVtWtOz+5+jYB5ZCt7sYZxbI3Hn6OPMzTkIjb2i+g280a0FrAXHzf3PNrhn1r3VRhB3fjAn3++mgAj2fNG960yAdmgh+L9Gg9Qza90AB822atDbgHZv8Arfo3zcB5Zq4A9UbMhw4j2bh+LyFq3Eeo8W9kbebhkAxmvZr/ADvN8XG1a3uqwGQyGe+CTujU85O7I86aAB5tuYjbj5oVH8X38+Nr3QACjNh4tDYbj5t/Q6j9dubuyNvN4AAW/e1D9bHrULj62Ktp0zQAtwDs1+gNs8wHne6ow8MuOLLdO7vnspAZHzbesNv3vqdR4f8AOUAxalR7WM49Ua+2/HoKUC1gwDPf6PqdRxbns4AwNMBTFvo0+jbuAb88bWGWcjUZTnuOQmM8p7KlRBzG7hwjxz399N7PMMjTvC3qjkAHnyripSg1AK0Dl+9Efo1pjmAWsOy09GoWAK8KVtf0MB4eOyUsAU9IajbIebzZz9fdtoCO3TtO7PjoSeXZViJPmCJWZy1yy7KaDNOyFBuPLh5th8z81RpUaW2Sl6iHohQBpwqHq8RxSlbUAK12dQKiNLAAAFuIU9TACPd37N7NAAKXHpkAp6nMeNeo87VXDkMuG7P80cN0HzNJSgYuI3t3VGnZ9nEAtnZwBSlQ4cu6n0Q7737+CUqIWsABW1uFR9D2Y4W6uAMcx6XvQKWAOnDaGMDKJ59oHxqQuYnzGHlyPOO+gArS2LBbiFMWDnwti17JToFu7p6vK1v7zqUALXH68Xxf8/TiUoAWz7A4X9Gg/VXpS4aDsEcxlnE7v2a5zhHd3bogdmWlNp0C322r9H6wz04JTFg76XDHq5zypnufSgBa429o05M/e2LVRlmgANO+16eaIfRAevEcWxtNRE9+e7Tq5RG6Mt3HWkBnFgpxsGLep1xYfzNyNgp1EKDhn1LXr17g2dTtU82wcKd1csZxS9uA5HZQZpwAPZ3DwAB629wAqsHSIyz1P6J0g8fIGbAZxQA5BYOnqd33AdgGeQDywPT1O7x6jstcUZ+oelKADNeFhrwxYNkBkRpYa91L29TOP72yoiCO0TI0+z84j50dkeQ+A9PU7vHqOydnFh8Bzb1Pqv381BkbZ/u29QOnLjXjsgAIUtXFbdWa/wA7Acdrn9gbKRMCI0GnHDvy92/fM0AFKWHqFB6Z83FsXxYa5UAqAWoPG3731Odfr4bKFBp5tBtWofvcD2AvWtrVrbnsdnFgr3B0p9C178OfCyojh+O74nKmgAgOK86gNBx6vf4eKiFaCAcqUzwrhn8/UA4bKAVoFL92cB/SwvWv24sAAYtb+96ge328rKQMuHu0ndzgeZSlQAacuABypTzRt/d4bLSoAAhcKZDjamQHlfu5UEAAoIW+9vUDpxC/t2ACg4+9uTAdOIX9uzv4eH40g+7jvjlz99FKgA0pSnClwpzZHFsWDuw0WbgNKVC9OY9n1P7/ACrbZ4BQaUrXkHG1MMh7OHGwhTZtOFOv2ep9nWu1QeYjd2ZRl899SB2Zgd0lc/bHjXmAUtQb3CluWA7OaDW44pTYAMD2a0G9KX9Hj2AyFuPiOy0EaDS4Dyp+Tx7LXCvPu5lOg3yNO7j2e/A+wQDa1VoBkKiFLDi2aUoAeZXiPs6BsrIV7A0reg4vWnqBfxzwENgA9EeyNAGg24WrTzcCHG/iGygzkKdwUGvALeZXkFvCmykefPZQABT0cDyyHm+pwGvcHAQ2cAYoHUPqwPYziviOwAVp5vpAHC1bDSvZp9Q34BsMgHmiIX9Gwd1AwN8cQ4W2qZ7NOwCVmeevtqI7T293yntooFwpmghUMYr9GgZCtK4vTZQAR+jkAGnLFh83ratelNkALs+aI37OM4oHo3yFK0pwAdnAA+bZob9nGcWDzeFQrjuGl7a51UqCZ+fEaHsnyMloHLgHAfVtgOYUAacKdSnIOQhal/NqF2R6UqA/ZUAMV6gP1UpRjuxwzsoBi3AQ7qUx5o8AvTnWgcKtGhmDz5jj5iTTD5kkaDdlvHh3QlLhalaUHpaoB5vv4UwGyAGLYEQt1pjzQ53oIddlyDNrUpSmaUD8kL+NB4bJQaVpcaDi1qZqz141zw2ziIK5xnn3ZZdvw3Z0YQchlrMdnHXd3k5V/O5EREREREREREREaiIjcRERuIiOR2TY2Nv+jav6Go2NjY2Uo2le3Kv7IBLb/vRmf/vHWNoodpXtyr+yAS2/70Zn/wC8dY2/JPp8/wDpI/S1/wDa89bv/wASbZXNtn+xNp/5C7/iNXOm8Y/m59Uf+q7E3/211txZt2nvGP5ufVH/AKrsTf8A211txZt9J9Gf/wBLf6Pv/wCiPVT/APEOwVfZ/wDY9j/kbX+ItSwblT+b/lz/AN58zv8AeSq7c67xz+bo1Rf6rURfa426K3Kn83/Ln/vPmd/vJVdu5dam9xmJLeceobT0TkZJ9WR0NZi6XrqKlByuBEJkkcIvU8VUwLo6BUVN27ONPQaZdg6afO2WhYBkRZD+c/WD0x63+h/6K70pd9UPU2x65bTtH0Keruz+kNlv+s2x+rI9HbA3rp6UZ/SC39s2Hbk21kuKlv6nbS1cbHjFwBSDwO11fSTm1aF0nZbYYG4LeFelMtJVpjhlPGq3W2VwH/i4gz/vrh3/ANbk9sU2yuA/8XEGf99cO/8Arcnt/XG3/wCwdt/+xNp/+C9eo2h7D7qnL+EFfzRckf8AUVe/7+Ym2yPXD+wsaDv+/mW//BlOTbHPhBX80XJH/UVe/wC/mJtsj1w/sLGg7/v5lv8A8GU5Nv8APz1G/wDpYf0E3/2wrv8A+LvXKvFs/wCxvRP/AC/827UdO6u/ZAdNX/fau/7xYq2+/vdf2RHUb/8AT0t/+B2Xm3wN1d+yA6av++1d/wB4sVbff3uv7IjqN/8Ap6W//A7Lzb9/f/8Aa7sf/wBuG1//APTtirs//ig/+wD/APdC1G7t0LpT0+qeqefsASFR4kIQipR68iR2WiFTImFMinDDkHxBF70X5Iq/Lv34GnCA9JO/JvmPJvTLD1rtMO2mGpGk3deaYjycQOv96ppQIPjhIqafEX6vL4H5N6YcO3rwq+BudrpsHpdtsXLwGnTtoG2Gu07YGrIdUaONG+lTSrqRltPw5vNdKUaloBeRU8eQwWi6XCC/VPnJA8SwgwDCs9nArOynxR5EDJ9oWk8x5Zgq0XAHbT4HzvP12/oi/Uix6oetx9UvS/p+563WvVv0+fVi2fo79fHV/WNPRm1f0lT+vvVQej2Dek/qq/1442Mg/wBcMLGMhd2+yLV3omc3Rbfox0F7O5hODW1h+1GuWs5A1BPqRkmoacp4zFkiqrxOJ1CXi06RTS8nk36eTUnj1NIKQPy5My+fv3DDLJ5l12Hj5toWnbTVQBoACcOCGnkBfB/Jgqb1jyb6YsXHWU5l5+L+MO1Ke8NwiabYGlW+wRhtTesW8/yHZqDHnB46qNEOlbUhqCmhPAtvO9KEIuJiL7padQ4/iuXK0+SWXSUnJvxd4qO5xJjBxpoSIvvKMkCwAD0HfYHsdtr8inpMhRakynaeVXfUaaD8mEg0TOpcAmFOVTaSnmCBw0oFGij/APDECm5dujx00bEuweAu8MPhevXTbbLAs/lnrZ9J/qr9IXql9DNn0x6x+kNh9OerPrj9G/r16929t+j36R1O1X/VvZDtXpv0bsK+ivUvaNiO13/S94C30dyz6PFu3cFq+LZtmua5tFu/a2QPcZXt3dnvXgbG0Zm2JdVw2iJLnccORg8IBIRjWMoAWXcRQHFsTwTEDou/Kul2EV5VhtZdlTTIMGiztTRjZI6wXMsADL9yy/B2+ZAGXjLQAAbWD4M0zxjJ+S0MTq3g+8f1ESKCOiZdQheV8HzRjo/HYFH5d0bYcG3b09FCmpLnxU2TbVUdDg80WhUX7hlbWgMGHpUjDXqKlHBWmadSRDMATrl7qTQkkhDMXBG0BP0k1Cpo82fMPjENP20WJItJCZJgnugPMfKgvQdHnflCroBZF5O3vEdOUY7zSE5I6rtGyqkzVSiEEPoQiGXQxKioK6gmmlR8vPqOohUUtKKxGmv1Q2lxSjHzxBTeOk9DMpDpYLGXLTP2H00etPo30n6R+iMj05svqT9H/r6/phvT/wBJ22ervo6x6R2K3sGwbPtvq76vfX/XD0Reseqjenrt7bmG2el9gt3kOxNatJb/AK5S5ttdxWbZjjFmxexF9oa2oZQAGtpN1CLWMzm65FYjWvgQhJGU2qpPiRD0T71bVSozYR000pJcDTlmRHhJ4ssk3TLxvsFxTZfLTaW0027dHV5BTYkYQ/KsPjyY9qw6eRBwuvT+Y1kySlvqBjSZESRXLHUlAcPGkWYMZRFFjUOq7iY0Nk1gEppcUlFw6cKAkCjwDya0BZWJuSBt0+MlfirzaSXd6btTUnIvUHCupPUcRRpBywkmwuxarqsRxnCJg6rMsoCkltEwFAXlQqjIwO1J6/XFRdNEXDSa4MEyrk09Ng254pm1OWENQG9US5tQC029g2KdTMl3EPHHhd4UFUToaWYEhJ2tslnzLD9w7XWkJtYcuzLt0aZdHmANOXJjyrpj5/1C230fa9cvpH9VfVf1o2H6UfUf0V9Gm0+nLPrq3o/1Z2zbvVj1q2ptq9H3PVUetfqx6K9G+j/Sx9I+iGvelCgRtq2JLT7NcbrXukzslRcv27Vxdosrs5cXsNstbuGV6PpbaqjYk60RIiDvmUbe46BdWmp7U9Dsw5Gyn+e8HEZOwtCppY+fctIa8kvJsUxypHSHyfF8ZICo35Ekspr7407JNknnxnybow8euX7t1gW4eSVaF4q1sISq5bTlyHYXgpJUi7sw5fNkVZIUpkEzjlg0SfPi71sscLvGGTBQw9ctiwDxw+eMCw2ON76/UPqAlVq4hiG5XzznFLeHTEjIPV36BAMzY1g9FfqpqMJhlTKm+SoeW04i8UDBYkSLvzrbhoy9cFCrp49adl3TLH19woeOqa1rQUlI4aUFFQguBDx8+eMPTZ08dNm5jGDRw4aMNvH5k0ZfvHj4wYfPG3r56228eNtNtNND+WbTb9d1/oHdub1h2v1Uv+rVz1U9Q/3LbP6H9Hel9m9ObPY/dx6F6dfWDa9u9J7XsG23GQ2haPo7YthRWFwurhlC4Hpv6UnpDbNvo7HRhFYOB0qTjJYqTEfZC76hP/RWaov2yU/P9uGYf/GLbV0Yx5HExFZhfmBGcVx0uuyblOdrUYxErxOrMJ5d4+elyLCitnDxxkm4emTD1yWZfA4dPH75thhlp62LWKbTUut/HrUcunbpmHJCdl07Yds1gaLRHssMgyFRCYgAI0AKjQL8Nv7c9ZrHrB6s3vRu0/Rx9GPql6xbRfXbbfpO/tPrFsnqPe9HW1+q/VU2e7Y9VfTr+kF20vtPTrOyDZvqtqRtH1j8h6twPbKmxs9pyZDEuLJUdWIItviBznSMI1nLqLfT/wAurQL/ANynv++yAdtN/CBv5p6Tv+oMS/4Qo623bvtDT09PbQgefAwD44TOGnwOwFlgHpiMYEfPAYZEWhZY7bY9kBaaEAoAiOdtJfCBv5p6Tv8AqDEv+EKOtv40+gMk+kP6EUsArH1L+nwsoOIKf3RLIDQJAOUwJ1gV5ux6+jf+R2z/AOItQMbWJvg/xd8aV9XhUuwLx+ZgWXRdw7AWQF4+fGo+du2AFoWWQFptplkBaEGQrURAL7V2dptNMu7E3h76XULzf08T4hiV0Pzhg+GIpZewhOqZ8ALKijqBL5USCMUOoShdy7MHEj5RMunhR4cUC5E68OslX7wG2nrz+mP6Jg+rO3/RT6b9VPWP1z9A+ox9bL3ozY/Rnpj1ha8NgO1+i/THo305cslbA6W477N6OuKEQggsGnCrV27f0Z2Z7b3Us9IVCs84ZV1cjLPRfjpNcv8A6U1vCv2ty5/46yv/AOPG0vOmLTdOzTPuttfcJzygQ5AMQr0OTTiJITTirD6s2cRmpRpqaB5h/DqssFXbIniBtx5J+/dGAFyLYugdtu228LcbuHfBMO2jSxr+foxBww09NmTGqnUq8Es5YZaabetdmFWCvYYoHbaenHLDLIi12xpQfjRJoJ1em4fV0Sc+9qh8nB6ynmkuI0uJNQ0zlyH1NKOuW3CgnK6bFcVoaWoJ5ou28cmih9losYctNu37sWGmg2/m71y+lRfpF2H0Z6A9P/TL9Cd30VsnrP6ten9pHqd6qfSRtvpa6/q/6X2T0rb2bZmXbfTVgNtB2c2yG2V2IYYSp61cN3aOnCpc2rZCguW3PRWr5bqOrQOs4zjeN4zyz573Bf8ANmxz/Y5xr/whyo2iu1K/zRk/v9Wuan+/pe2nH3TUo4UkfvI5pS8gucMEz3h9M0yLZwrMeXxggahlUfqcYSgOHSRV6mrK+VF8kG3j5PMCwpvhbeOPKtMOfKA6Yg41K/zRk/v9Wuan+/pe2/cvo/8ASex+mv6I36TfS/o65du7B6T+i76Mdu2O5e2XativXNm2q76ZvWXu7Ht1nZts2W41t1L2Nq2eztFppS7aRwyjrsMH2/aGWcLbPs7CQQYOIjIgEZbiAeVavhqIlmD4jQIth058nRBC62lREhKHxcqb+IrKIfcKaYc+KHnBoka+KnSrh/8AFzhYwVfdjyZhw9ctNu2ph5C6898Pqcix7BckJkrEcrJRy4NKz0nKWQBBFQCRh605cnohiBVl0RRUUs+bYeslhPnnL4625fOiLo0+dtOghd2sjGY9XtDu5nk9GEh3rcOzG1GRqRcxbMlKdOXS2lGYodxouPzpY75J6LhRT4bgshA6S+EWXia7eHFQg2VVwZf7e19P59A29k9Ttkf6PPUP169dfW31o2P1J9T7nr76B2D0t6H9CXvSVnavSG3+ktvu7Rsl/bV9G7Jsno27fv7D6Ou2dp22+LCW8RUxfbcEWgbFm9du3BZtdMisqYgWZmJBOEBSSFIJMRW2YwhH4QNCkNPYhJThgCNTBdx8YfwxB8P6f38SsO2RAXwOi6/KSHkw8/cu+09+KpyscNGAZF0ScmjLbtw3CrqF1+66pswvF0hdQsy1Q6hPVQkUjGBVuV0tINVyqvDKyUVipRReIkBQ/EiWbTlhOKvnxZk4VabacCXNO3pdt65b07KrV9qTk3MMjM2DZwx585C6k6UFN2uxSvLyRFTDJoDRpNi9LUVF8XiBNUW+2yddHe0/EXrRkqZKnmHJp1Knv1ILhV5GmmWfaOiuUCJJ5yvVXsXkWGWXZh8/hNzBx5GOKjDLLvyyo5T42FCfHXjAPnxRCIlm/MJO2Wfzv1X9UNi+jz6U/Ub1T9d/o6+g/wBLXfXK36c9Jepfrl6k/Rp6J9VPTPoL1j9T9jsendp2XbNkuD0jgtLsYO0+iPTHo/bbG12dr2Yrfthrlp7eFu0tjaLNu7Y2Rulxtau2tnW0yXLQDkEHFlGaOrAgjMaGs/3k37FLu4/+4Env+AUxtE7u+f5t7Sx/q2wH/wCui+1h6ceoyVum3ds6DInmrpmgDVAkL8uJOoKbCkwXkOu02HlIJNuFAYhIjEcAzBKidEsUfJog4TiL/wAgcej8d8n23D2FtG1WSQmJvANNc9kWScAaSJXwPE8unMUw1BzSS/hoszD8TqqqrRqdCFYEglw0bNEVIqTNMMQ8aOi4SC3aOmWRdOC3z30L+lfWvbPoo+k31YseofpS76CvbX9Np2P1wselvQV/Ztt9JXvSXpwWvRGz+r1nbX9ZG2q5futs1u5/S7oLlxOo7LcQnPY2uHZtotiyxQna4uhkILFn6oQHpJnL7Mc6ybfXfzfswv8AvMll/vNTdutfg9n8t7UT/qbwl/vnNbbZ1VwruktW85Vudkda3Ygh2IlxLQEkwlwmy7corlxDyW4SirxywsSyVj3lnzkuy8MC2dbYF6015Nh2xRnbZGiyI91VodiaNoolxrOOxUcjpCTkBTLxs6fPyxQsmKDai4fEQQpdoj1l+29eNMPRMPH7sXfZ7DDDQC0PxPrP67v6V/oU9m+ibY/UT6VW9crXqJ6oegX2V/o09b02L+mPofaPQlzbbY29vRfQG2i7FfNu7OC4QoX7YrO5dLejhswsbT0os2kj6vdjEmCethiMjB5dlR5fp8+tb/qckH/4jRd/yibdY77KK1OPNJOh+OVtgo7WYzYcxWrsEHTxwRYU4ilpDiwfYJOHr4w9clGTZx6Bd08fv3jtyDDDb560Attcnfp8+tb/AKnJB/8AiNF3/KJt1jvsorU480k6H45W2CjtZjNhzFauwQdPHBFhTiKWkOLB9gk4evjD1yUZNnHoF3Tx+/eO3IMMNvnrQC216Y9SP3J/Tj9AF7+ov6mfRX9d9ZPW239b9VvW790t70x0Pqht7fV9stfua9A/VLey4+ltXOk2npWvOuC3gxNPQ9FtexH6pa2ablwTbu9IWi0cj+TSAO0yZ7TWi26C0ySllvO6bCbLyaU8UDTzDaokrRxzMiKUYssQ8VU0kk0pOUlTE7E8IEE0FQmXPOyB44tOnb9VdkEdw5fnVUqyHPu3f+kjWNJ/TjBUSQtMXRfJTUsqLkUtRARiyZpGFzSugkGklNTgh4g2uy8jAwynMmCL9SBlyeKufjJ8wPxQGxbfPf7b9f8AafWfZvVT0qfU70b6S9J+sV+z9V9HJ6J2v1c2Pb9iu7RNsek7D+tk+gbx9HkjaW2XbkuJtKobKoWYEetfNwW26JWa4RC4TbBUnLF+V6hw6wZnSK7lh5K3N+jlQGJVSOI11vTNQxdGkeHiKI7eS5dKjICyVftF3xdFglTLeUaF4dZWIljsuVdMsPyyE+UHDlh7vZO1H6yZry6iPeowzMyEIGl5I8zEECJGlkElXVIZU4LbXIOLLSQsLLk0mu1NTW3x9FOGYmFPIHyhtBINJBZMJlS6cxyj+mmaXf8AOodJf/giXn/Idt33AWtmI1zRNMSckIbu/TMmaVUBXUisay8cR8iJSOqqRdShwuefmJalZJhDqu2+PKCG+aMG3TTb5oo7fNj2ybqn8Keufq36+ej09DemfWX6OfWT1h9YPTHrH6D9WNt9O/Sz9Iv0T+m9k2z1f9N3zs3pv1L9U/Qdjbdi9A+ru3+tNonZdm2v0V6Ns+lLbBhb9IDHcL+PdS8uB7mz3HdriWy+039mcFHID2raAhENwdWVUNketOvJ0XTA3Rmu425i2YbyN9Fc9V56L+JVNETfjkDL66/8q9NGlQymoi1Cx5y/fPnxoxER5KlwuKRyjaucMCDDD+MLV9ISS2n+MYZh+TGpiGNS6VEKAYiM+twmip5AhCjp6pmCCUhKSglRdFhI8vvXRM2aPkxFINkSoJxx+nOnKwVZY7z/AE0zS7/nUOkv/wAES8/5DttFakdeUiZ4yhiOW0EaANPkiIjWzSCYJTNgJOg4vE6G7SFxPVjZcg9SJWwyfZdrBQm+SDgOlksy0TOv2XrBh2Lbh5+yfRx6H+lb1Q9ZfQ2x7J6ofSp6P9QumXYto9XfWb6Rfot9bfQvoPYtoK7Pb2jY9tuXdq9dU9Heg7LnaLHozZPS21Xry7Mmzp0lsjZ26rC7TauIBa2lbMwbdy/s11EUwJBJN7CgMhQ5mIHOMjayLpHSD47jbVg0DhoQUFuaquVoAj5QgnJcv3Zx+FA9F02kHwaEKgHkGhEQoNK60Mw0vxnEaFCMKpJxdiaJ1dOQEBFTnQvzyqsKxt0RTk8o6AQ7Zg2bfunDoBFlntNgLTTLIC0FzaU7cjNMMMaeN1fH5pNVYinPImZTMevXJwBKvImi0HhhVSnrT5lsQLxyZUplkoWfGGnTxh1CiSnui4vFIm6DL+i69Zx6M9B+oXoj0fsW0emfTez+u/o36Qto9FbCou7TY9Uvo4tbT6wesfpa6uIC1Y2dU2Wxba6UW/cvPbsl7tvoy9J3MKWVUFm6ZbxUCSLWzzcuMeAGXaTAzqlbtYm+D9/9P9Wv/eLLv/02OtoU9TWnuONLs6o2kzHhIy6UIZU33yMrvCr0sRi2FTL581D0Wo7TdXZhNWiLDL2rl6++IqDs+jm2naimnS7maz4P3/0/1a/94su//TY629/+ii9K+jvTv9DL66emvRG12dv9F+lfRvqj6Q9H7bs7h7G1bHtfrb6t39nv2mGqXLTqwmCJhgCCBf0gyvsF11IZWFplI0IN22QR2g1XZ2NjY2/p+vQo2NjY2Uo2kS3UH837IT/6qX/AtMbaO3aRLdQfzfshP/qpf8C0xtvzj6Y//pRfSp/9rj14/wDyY9KV53pj/wChPpT/APB22/8A3Ndq5tysGPDoHTY5WDHh0DpscrBjw6B02OVgx4dA6bf4HV+EUcrBjw6B02OVgx4dA6bHKwY8OgdNjlYMeHQOmylHKwY8OgdNjY5WDHh0DpsbKV+ymLDjl9vmZ8eN9imLDjl9vmZ8eN9imLdMfb5n1j167FMW6Y+3zPrHr12piHHh/N+95z5z34Rw8iPl5k0UxYccvt8zPjxvsUxYccvt8zPjxvsUxbpj7fM+sevXYpi31d2fM+vvvsBB38N/6v3vOeucxgHkdnyPiaKYsOOX2+Znx432SmLD4dQz+LHx77hnZaYsOOX2+Znx432SmLeIfb+LGo8u7POfw3/q/e88561cHPhy4fj51SlwDs0vXGACgcXVx5Urxo1s0GRtVm1L1DiNAuPk8251zccbLQLeb9Efo8RoF/xVxHncc2vsMsiIh5oiFgwFvR/cw48bhWtr7SD5OfDmePPPPtBY9mv9qfmKTshUKMgNwDHRkR/needqhe2aM7OBBm1xxw83P4rrevGtrDt69nA9ngI0p1ZpYGcY4gHds3sgFPN+iAY59m3oYoIUpQAtQcUmtKayyIUCnDlXgAfkYp0EM+bnZaVp5vIAtgQ7IiA/iu+vtqGdlZZwABxAMcqVp5g8Q5Bwvw2AZ9GjIgFREKhj0f3L3h62Nnn3efHjnmwkk58oE6Rn7fx3U3sjbzaVG9uXZ/c8WvkK1qFxqdkRp5o3GuOAdn9zx4hm3N4M480LBXAX9H1Og+PpXs0Q9UBtyDI9mt/J91R5fS5K0GQA4V50xVkQqNR82n5N6+T6jXnQbc0BkLVZ6jYc+bf9bHrzGw25v7IfkhgOWBp+5YvjHXZos0+iGADHAaV/nYc+tPHZSmgzXs+bnzsDnzb+h14/XxUAr2QoNxAcCPKoh5g8aUz0Adl7NB9HFAC3Aez6l8/UPXZQAM9kbBxAelh/FjWtug4EecycuXby18I7uyoAjie3z5NMoORZEKjTFbeaH5HEM8euKpS4D2RHsshw42pTzMXDoPURCr+z6ICyIWrcP3tP510G4WzQLjs3s4qyIVGuK/k2EfJd1ef5XOwI5/ztABGfbxyy0qaZSzICA3GteYebnzK368vEpetB80AALZp2a0oxTP8Aevs4Gb1FkbBQLDkOyHB3zxnjQM1b2RoyHZGo5tf6OfxeOYDWlMjgdARuIj9gy4dnPxUjIYGniHKmPNz7fbW4PALhbF6U7qDSg/fgOwDIAFaUpYefDPmhfOfbyFQCgYuP14v6N+ggIDjG1GOYEjt3Zxqfb4HmFFKjiwW9lsj2faNeGa7IAVGtLd3AKZ82oUyPUa7AhYApnpwt6o54X50psUrQKCOK2tQKeqIdbU6BfaJ4SJIC8gI57/2mlABUaiHcFMejT6A86jcfHZPSEAAPNCnCwhav0BsHTvvWuyiA0AAAQEQCo0thkK1BjjYMDbvCoAAyAD2c4tcbM+pXOc/WADbFmeAyGeZ0469vDjNI9mXnwosyAWvmnMfNr9DHPP2ALAAWqVAfAbXCv0B6c/aFdlBkWhARDvtwClQ9AefPncREarZmgdmo0rgM+bf0McfcAhWQcpOpzjLLTidIg67+cVAEdv4AZcsqAYxbkOK2839z7/7ttgOyFMVzYK/k1wxjP5urKNNUsNO61bU+h7L1773UGBHgP19PU6h9fXaRmJ4+edRGfy/tcuzLOnB2LW+oel7M/Z05XAZAaUCtegY82/ojm/j3bNBgR4D9fT1OofX12OyPIeHPpT6HUPHv2mpg8Z015EcOw99AsYoF8WDh5vJjiP1cADZQtQBAacBoNrh6oWpfjjuDYBobVZEfZf6Pq9O8RAb817IDSgcsAF/R4djqPt7w2efd75yqsDQkg5ezDpI4ge2k7OBAAyAgNA9UQ+iPGg8scMKAVDFOAhn8nmyFuHDlSwDsjNqAIDSwhawDb1Pbx55G69ns0GnC/IQ83kxzH7hsnz555dtMO7h3A/ZnLf3ZSM6QAxbGLd1KeaFwsFAxb2FMWC39z1fs+rg7s4FkL5C2fRCnoCNMhStsd6CGBpm97cq3oPcPLF87O/eP2d/xoBvHIGdfzYnLdr26cKSnMAt3dPVDha3d3KIVoNAvmvs5h7vcohQQGlhpUcVAaeqI2+rrslKcM9OgdOVMjy9keGoiY0JHfrx391TGnIZkcRhInzpTKXpQL3wFLU49inhx5cUBmwWwPHiFWR/pYd2AwN+ThDA0uA/UHZphgPvXu2AC9g9IA4dAH8kMgHt6bSMwDxqmGNNcs/5OYPafCkAMUAKCGad1K+Zy58umygz6NqV82wD0rl33f3NgAsFvRH20tjza9LAGOIbKDPDs27gzRn1Q6ce4OSogxz3/APRy7QdaQA9G2BGtK1p5uR7HsqP5x2Xs2Gw8KU5+bezHdgON9lAA822aeNQrfs9/ABvjkAziwXGg4HHZ9S9+F6csbVIneRugc41+OuUd4DlmY10/NI+R7YGtILOKANKhwG3o3CjA5r17rbKAcgEK0HAhT0fVEAyH5V+AcQGfRqHGg2rbzaV8wQEMd32qAejbvt+9p9C4XCgcOQ0vUMAADOUadg1z4zlpVaKDyHIDj97nzbcM1yFKcXAHNkbNAI9w9nIdnwvxCgbIyA+b5o8sfvR/I+q2cDxUAG3mjgPbTs48y/HGK3AeMSD+ce+AN3M9sxzzgypeyFAoA1AaccD2bejX7OgDt5gA2titfbQbUZD24C/Pb1ABGnm5ABrw+jijsahUeHMKgORTs14WqAgPhf8AWx5dRG+K7Vz3Hwnl8Y7x2VRhJHzjzw03iv52mxt6v3Lws/fF3zIsPi7145esCAgLDx02LttkQGggLLTIgICADUNvLb/o2BBAIIIIBBGhBzBHIiv6Do2NjY2mlG3f27JnvLLTfq6gqa83VwxDsDo0PRynqCqVR1ddfOTS3CyimJztlNQySgovQfHDDp0026LNsOgaF49aYdstNBwDsbfPetvq16P9c/Vf1h9UvStzarXoz1l9D+kfQm33dhuWrO2W9k9J7Ld2TaH2W7es7TZt7Qtq6xtPd2e8iuAWtOAVNLttbtt7TSFuIyMRAMMCDBIImDlkasBTiHcnTom3Hk6Yy1G6k30RzBiI9E62hIcMKifDztQUG2WnzlMcGZHPFUuUYFmjp2aiAy+ABHtmHg0EMVKTA3E8sAdm0+UU/wCeCkVa7RYVd6vuizx6ICyy0cIqMcy8Rn7gAaHtsGUc4yAeeyVePGWKQT7G35Bs39D9stjYdj9FN9Lf033PRWwbJs+wbN6Ns+vWz+iNnTYtlsps9jZcfq/6D9EbWbKWEW1h+sgsgwsTlHKNiAVU+s7XhUBQovBBAEASiKYgRExVgPQjNKRc3967LyLtO8oRknLtmVEZpDqCxcpJcWldNguImTy004Rm3xR28UnD0kD4GzJsw8fl3j18YeC8ZBmNLeOfzdGqL/VaiL7XG23t0THsCy11vwDFkxo0hOAIVJwrMUuciaNYjR4Vh8qYPQgpFiTgysrpwgnOHxwy8YLlXT0yy2YftsOnTLbxoGR0Nr4iWHIx1l6joohGIESKoZXJnrqgixFDaqQXEJYIPhc+ROpaumPzSeoFHtB8mZKGHzlug9lsaDt8/wCqfq03q7/RKekNk2Kx6WuehPR30A+rvojZPSfpK/t/pJ793ZvXLb26HafTO3Neu7bt4tEXbxvbRc2llYXH6pBrO1b6P0gwUNgXY0UMxZpIu6F2kk7zJJrkTaTnRnA+7LWoDLxXqzn/ADmlTOBBj0y0nw1CCMpK8MqcNJjhDU0JaBtIkfMNp00aUHyomHipiJCp4W0xt8wQKFjBQyZjG2Nv3f1w9Wbnrb6Gueh7XrL6zeqjXL9q83pX1T2v0fsXpbBbDq+y9N6S9Gel9lOy7Qtwi+jbGzthQpctlZPbdtm4uEXLlvMHFbKhst0srCDvBFWdNZ859z1rRjOF47mfqenSnq8IQu1CaYVllAsXo6eZTmlU8sC+OOoykSvGHh740oPnYPXR0oX8gy6ZEv5Rlt638yZGtHdJL+m2V+mKK3WoScctJMmkhRhIqRRDEPxOoqCEkL6GRMqyywqS0KGXjafEio7fO3ThLKNtvHT3yDttyztWe2NvwfYP6FT1V2H0b6sehx9In0u3vRfqZtZ2/wBV9jPrT6I2FfQm2FNotttHo/aPRHq16N2zZrrW9r2pDctbSrhb9zCykgjjX0dbVba9PtJW0cVtekRcBgiVKW1IME5zOZqavS9GGk6Md5lpHOaRpTxxKSCiJldIxElR2vnF9TWojCGY4fsrbl4di+MxJO20x8SIvCZdSclQbJg+YKg9evnz3nbe6/siOo3/AOnpb/8AA7LzbAN2xFsKwLrh0+RbG8TQ/BsKosTrJhYiaKlpNh6H0lw9g2JSrp+prKuZJpxBy8Mv3BZ28NGXTDb986cstC8eMMtfb3o0ZQhMHXfPuL4CiuG43hJYOQA0kRRCC6lxLDqqySlTAqccaTVtGNHUw8yUUCZsiZEqZeg4OFTBV6LD9w9YZ19C+rl/0D/RM+i7Fh/T/pH0XsH9Dptfo1fTfpzbfSPprato2tvpM2ba+g2707t7Xru17cbTNcVL+0NeGzIuFRZtrBLZT0goGNlXYCuNyzkn6wDBdpJaOJmOVbZ3WmhqUut2KZxIk1ohmLD5SX0MwysoryXqtDSSYNGllRVihp2qNxJCMWO3xd27IOWi7BR0SeMNtPBePXrIsssRUbTq7jqdsnZLx1qDOTfmdA8syUQwdBRJFNxtEiVDjhUMlFhdenHCe9VDJZg0+Kun7l6+duRaadsPXbTYADQCP7/0tvdwf56BLv8A8Iyz/wCOm3G/0vv6jfTL9Lnov14ueud31XbZfo8b1Gs+jfVD1l9YfRlh/wCkG2XvWg7Jf9BeiNut2mu7btOwNtIv3Ze8pW3nZuqsfWuh2raVvG70f5DoQtq46/Ym5BRG/OImd5gaZQN7G08n6W3u4P8APQJd/wDhGWf/AB02xiN93nu94egyLl+H95NAESL6HDC+sIcOl1CXLT9fV0xKNnU1FcMl4wfGBfKp1w4IuwcOXr4W37IOnbbfZZH7Cx/RH/RrtF+zs9u3699Jfu27NvpPoy+kC0mO66ouO5c9XFt20xMMTuyogBZmCia1G3bOSADdkkAf1vfGsRmbcbx41CFtLRoj0wxdF+lDVFqsgPUVNaSsTyLTIzNlkWWympw+zFYQlLxmNS7lUXUZfR1Aq7NPn7ae35N0Z8g5aafOwabaFjaJfawtuqpjad3eirVbIidM+ZfSaOTjXYqhgs+iuJ0BIWHKJFcsUyF38QJiWsqBD5Qdknz4yDvz2C70yWacNvWaNCGn9ET6a9PegPo4b0j6v2tqv319Z/VKz6SsbH6FT1gu3vQN707sa+m7Z9FPsPpH6xbb0d04uG3sr3kXrWWS4FYTtrvbsYkBP5S0GAQXJQuMYwlWmVnQTwzqEOPZ+z1moRdJkz51TamOmuG2XjhPj2Y8YxgRcvGG/KMNuikQrKiXdtsPPPZaYdg0y35wCDV9vKRESosGTwk1GESnfk2HYUmtLyJV9R+LGznxBFQouR1RVO/FCDg0eNfFSJV+/wDixIqZNv8Ayfkizh8+aYdtTH/pbe7g/wA9Al3/AOEZZ/8AHTY/S293B/noEu//AAjLP/jpt8+fp4+h5PRO1+hNj9H+uvoz0ftmzbVstyx6M+ib172JLabZZazeuWbVr1V6BLuFyQ5tOCygsrgQc/rmyYSgF1VYEQuzXh9oQSALUTmN3CuYd7jqLk1qe1PQ7MORsY/PeDiMnYWhU0sfN6Koa8kvJsUxypHSHyfF6GgKjfkSSymvvjTsk2SefGfJujDx65fu3W3dzvqs076YVfUOOoOYTcAJ8woagVJh5+6hWNYneKLxMMxh8sMO2YOhiJmiLZRwrEm2Hik5LunzT4AceXF0+ZY511o6VtLMgYMhBekHq6hjUUvLkTvkhch5CNQm/foCQ7SjR12tP2YeXlYwy6eHHLkiAv3Tpz234ADwW+yyMc23f6B+j76P/pD+gTYvoz9E+kPXO16jNsOx+hNn9IekNiPoH1uFv1f9M7N6Qt3Lln036v7Nbt3W23YLaNdf0Cli/sxdtnRcaXlslmzf2MWEa70OFUDMMFyEYMDDoN6jMpBExxqeNIlBuEUgXj07qon7FIBV4yWV4emKXBrssgIOXbSDpxhwfxghQBemGaNNjV6wyACzyBrVUd2qEDwqiaKUKZAx6Vi34xFUXRc8i35IU4Q+SFN00RLuInXGQdH/AJZaSjLkS0Jkm2irBoHx932WSz+NvY2+g9X/AKH7/oP09sPp7avpb+mX1lbYLpvJ6I9YPW30c3oHaWNq5awbf6M9D+r3oe3tloC5jFq+7WxdS3cw4kBq6bKUcOdp2q5GeF7q4D2qiJPYcqsl76f+XVoF/wC5T3/fZAO2m/hA3809J3/UGJf8IUdba93jesiROqea+kRZlLECmbTJZOnabGByI0Q7DDhNfmokhE0w9B6qg5dvSjsumHHpg0y2Dlww67T1plkQHb134s1ZXza1FSpW5VTIgKZiKnSVKJSgry+jCHozSyCozHMZm2k04oQ4oqRQqfZKGippom/fMGALmXD4XYO3ztpr+avoc9V/WT0B6c/oWNh9N+gfS/ora/Q/qh9OVr0rs+3ej9q2a56Nu7f6dtbTsVvbhdtL9Vfa7FxL2zJeKNftsGthgZri2W26N6PDoylbO1hgykYSXUgGRkSMxOtQq7Gxsbf31Xr1Yl3cf7ExvFf+503/APgKSNom9IcDaN44XI0L6w50xxJlCIJSU+go/BEOq0QmFxWfHDLCqTPukmAI+bLOShNgq+cvHxZOZeNvW2WX78WRdsdt6KtWEgJSbvLWhIyYUffN+ac2SUx3Mv4X+a0aqvy+8XpUJ0NJLPy2iQ4pQ6lfG1tw9JVW1dNZcdj4yZFyUaZftQx7fzV6h+qHp3a/Wb+iM2bar3rX6m2fWX1+9D7X6E9ZPRmzW/R2339j2f1d9DLd270Btnpn0X6Q9G7ZYa9s13YL+0Jse22AG2iyDbvgPb4LNpy+3Am5aFy+pS4oCsQETNC6spBIKkwRqNatmbruV27lgvULEyrpJ1KTPnBMt9KSIiCpDEZwgvoCUUgx9FkDP1NbdHVSU0DF3h4qsFkAk5LMLD5825UTL1lPfMOXj8rWe1K/zRk/v9Wuan+/pe2ka3JUzZbSo1ZxlEk0pgwPLaHTUhIuRyy9H8WIMHIphXMx1LM4WSnCpER9OIvlIwUIHjTgi7ftGnpckbfu3TTos+aYjY1BKaatT6ncsI6gSVkhWm9MpTSlVMNuD6appp+M1o0RUE88VePSpwkcKvXRkobLPXjgw4eO3zl427bZaHyvot9U/Snqt/RAfSna230362etOz3vUX1ENj1j9bPqF7bNpuDavTDXNit7Z6K9D+hfRt1NjBULatbJ09pbn5Z3xKRTZrTW9t2kF7twGzZi5dgk5tlKqimOyeNah2m40N60NOkU6cVXQPriLniEojagaUJdTMINHGmoQMHFh7ETKcpPyJY8ooj9NiQwcVIfiMuSUk8HaqeQ4hJOUJgWjMI+xt+4/SD9H/oT6R/QVr0J6Zvekdhu7D6T2L076D9N+hdrOwem/V70/wCjGdvR/pr0RtmC4tjbdl6W6im7avWblq9dtXLTB5HZfsJfQI5ZSrB0dDD23X7Lqc4YSdQRBIirBkIaSd0FJmInU0Y/1rE50wpD71peSJXE3yMoP1psg/E0TSImToTJKK3ELp/5N0XfJbslC5ZReiIHxYTHpgqMdO8N1sH9bs6y8aEUY7CsuINRvmtLaFlJoq0qFEloy2dUVpc+IvTBJ2urxtp22cLETJkknkSSWmODR1ok8UDnBOxt8p6pfQ/a9B+tNj129aPXT1q+kT1p9Hej9q9E+gdv9Z39F2dk9Xdg27o19ID0P6K9C+j/AEbsFjbvSVuzZs+kPSVy1d2vabFpLIe3ba6tzO3soS4L1y7cv3FUqjXMICK0YsKoqqGYABmIJIEZZ1Yl3k37FLu4/wDuBJ7/AIBTG1draeDeBTflLGe7Q0DQHB80ZdRXHMHIkq3UXQZDUbQ0uxXCr1Oko/SlB1EkOpamaV0N4RVBBNOMKZMq0VPiBN+DBgQd7QP7fO/0MuxbZsP0c+kbG3bJtOx3m+kP6Rby2dqsXdnumzf9bPSVyzdFu8iObV62y3LVwDDcRgyEqQaz9HgjZ2BBB6e+YIIMG4xBz4ipd92xonktqolNqvjWafzuaWJOQ8iKMHMw6vOUcmyaOw1H6sYaVHDaacbPMNGodTQBgHzgGHTD5hmgvWmwiI2nq3N88pBSvlnq2gudk34SlS1M8nBaIhmIlPOyr42WeIExElVPJ7h52WTYpQrRNt67F47ZFt+5YabZBvtBjP6AHdn/AOecQ3/4Eh3/AN+9vmti+ljaPUr6XPpm9Heu6+v20+r7+kPUo+o6ej/U31v9ZPRFjZV9UtluenR6NvehfQ+37Js63PSl8PtKi4pubSLsgvbcLUbT0W1bUt3pik2ehC2rtxQOiXHhKIwHXInPWoO9pYtd2u2UWqDTdpXk9AMOTHSImkeipCdFh6MEiGU9CUH5CA0OF3zcOmUWL4gUDbppQTH7500pJiS20TbcvG2GH7TZd3uL9ADuz/8APOIb/wDAkO/+/e3NGq/Sto1k7KtiL5E6z0efMcDE6QktQKRTUgo/ZRTrhReKC35UkpGnwsJ70sUdNMeS7AicAWmgoFfbuevn0V/SH66/R/tdzYPpDHrB6s+mNtverF3avo/9ffQ3oyzt/pvYG9FbS3pPatv9Xtn2BNnOyuwFzbNosWLDflGuCBVje2a/dsGL+O25NubF9VxOMJLFrYWIOpIAmajS22tI+YcPSomxBMxIrlzDc3IehVVbUFWW8XuiL6GosLtEjZUE5XdKSQvEWyzL0w7NgBlIPMeWLOhByDQMvGNU7G39C+kNh2b0nsG2+jdtR7mx+kNk2nYdrt279/Zrj7Ntdl9nvpb2nZbtnadndrVx1W/s961ftMRcs3bdxVYdrAMpU6MCDBIMEQcwQRlvBBG41ZX0/wA8GtUDgVGS+5E01xPDrs78QMRecTpUQzB7gww2DBp2zEkTSdSUs+/TwHyh4ikmFBRcM9ln4m09euXTyQ4mGodAgRUlMV3fmiSHZdrDx4bXZVuZ5wqmwaoGX7RU0/erEGFpGsQ4dMvXpEk/fPjJJ/5R4TKvmnrQl3TbEYcBamNLWq7QhKHSBFOpZb0XzFlumIaUpHWk1VdQDHjmGk1QRngRCppxxDRFRDioVF1EqskrkRoRlxFbto/8VWHRB2/f8wjuv5BNALx1vRtGDToatOxextCDl807uLIvC4zFabdvBZoLTqrTTLQiyAtUqP8Amh6W9SfVTb/S/prYfXDZ9q+i1fQnrJt1j0H6B9M+qn9EJ9IV/b9h9G7V0for1ns+tGxev+w+r+1fXFQ7Rsn9J9lx7HiKvtLuA7eA9m0zut0HZ8FwhEe3t18sqkYbnSC+LZxajAJWTJOZPes/JgLemxINxRM3cg6YmIKJNO/jEcwmWlNGkKlnD12DbB1TPQ1JtRMoBBp4PxYDkSEkdw2ZF05YbaaMlfLwE6op1wXP2aT2YEBSOgXT2gPEBHR2ZeS7cJJaHHZxN+M/GVll2jQ3ChL46p+Xd/GmgSQej8Xd+UMPqM9icuT88dI+7ckXOSAm9Xj7WbFMxobepyBKeD09QPSnRnztNWiDZMmYBVieFEcovvV1l1F6mwvlzaskp5N2Xho4/TnYN1qtv6H/AKHH1c2RPSPrT6Xb1X9K7Inoe9svon1a9d7+0fSh6F9Heu/ovb9lt7R6R2nZfUj6RfWT03tno1/R217NZ2a5t7Nf2fa3uMfRt63bS+jd2w2wGuN0bDBC27xO0It5WUFiLN+45XCQBizBM4TrNhnRgQ0LaEtPUK63ZgTGR50T/jWGTzctpcEBJulaDYiZdvk1bhpDh1+2ZUCCynnm3yNFczVx05TSCU0LqFyrLCsyEUQrTe1DzRnRPJf1CRTERwvMZXikrFKYpJRh+U+ab1HMuHsLJ0Mtsti/TiMJFyaeTQxZetGnTsg4MmDBg82/NPdH7G36/wCqP0V7B6u+s/rZ66+mfTPpL1y9a/Wp72wt6W9OW9lC+hvVVdpuX/R/ql6G2HZrVvZNi9FbOGRtuNq2jelttT69tSK5W2nVa2Zbdy7dZ2u3LuRZ46tuZFtFAAVRlMDrESc6sVjrU0R7wvT+4gzXg0clPPiVcMqimhTUhZOFk1Eb5NT2jJ57Br8uSOEwU4lYJOgVZZxCWZR1dYeF3kJmWFIU8EX03A4FAirV+BBoy2QCDYCAk2cdunRtsoClHgFmjTpy8fOXZlpz2Bfu3T566Yei0y7eNsADQ10Np4dx3N+UspVvU+9mpNGXUs3S/BkCFUF7MGNoagx2tmiZuMmjZZIbiNTTWVJ+VZNFmjLkmL544ZMuBessg+di1+CfTV9Efo/1C+gP6XfRPqTd9ZNq9Eendp9Wtv8ARXqUb7+lPRXq3f8A3Zeh9q9JWvVXYk2Ztu2LYtte4+2bTsJ2jadnsPaa5sybOhug8W1bMtnY9pW0bhR2tstqcS2z0qFhbEYlUmSVkgbgKge2NjY2/s+vVo2NjY2Uo2kS3UH837IT/wCql/wLTG2jt2kX3Tjl4919yLeMMi0yWdTRfPhABow7ak7MAuDQ8gF8YdMVGgVbAMiAD+b/AExkD6IvpTJIA/qc+u4z4n1Z9JgDtJIA4k153pj/AOhPpT/8Hbb/APc12rmPKwY8OgdNjlYMeHQOmxysGPDoHTY5WDHh0Dpt/gfX4RRysGPDoHTY5WDHh0DpscrBjw6B02OVgx4dA6bKUcrBjw6B02NjlYMeHQOmxspX7wZxYPAM2xbPdTu5J2egfV0r9HoP3x6dnFh+vp6vfz952eg/X09Xv++cfw3/AKv3vPKOr6FefZ6B9XT1e/74SmLB9WLer9Vvd60xYfrxavDHdXh7UBnFh8BxbFsd1e7m/Df+r97zyjqq8+ziweAYt6v1WHrySnQMDw7v3O39+w0t6Uxb6u6nDu+rpVBZAfo8gx1DoNsfVcMgB07t/wCr97zyjqq8uyNQqyA3AMcLDf8AF4rbhxxQdnMMgFRAOoWHhQQy6x1xnzs7LQah5vERxxAGaU83ljHCg42GGKAHmhwrYOgDX8WN79BztddxncAB4DjqDGnvOQCfOucUdnAAA4AMUwLP7lyEL8bh2rjVnZG3mjWoDgcgAAP87G/S49dvTshUPND0uIZpQL/ivrzcbW2aAY83gI17PMQz+KCl+oXEbbWBnzn514VMcjHGOymAzgezegjgRuPZ4C7G9uv21QGQqHm4AAGrPHzebvN81r05v7NaVZDgGM07I0/W7BnkGcWoAzioAA18QCgXo7C3gF79InMiRl47j8+zxqKOyNvNHIU7vNH+ljUc8x/O3sjbzRu1y+iHZ9TOK0v+f0AB83zeYjbh5ufxWM0EaBm1ho0AoDPm0oA0qGa0yHksWyOajbO1qmOzx7Oe758MvPs+j5o3atbhYKehm4e/GzezWnmZGvo91A9HqF+7ztvTsgFLDYAALDkeze7rOL99s7NFgLUZHAANuPm83Q3uF7CN+tVRHf5/GmdkRp5ub442z5lwuF8Y2AZCgWyP5PKnAXWcXz3V2d2RAfRGwAAWHI0pX8Vnv7xauOzezSlGcM8Q4j2bD+Kxi9wzcR2VKiT4bp3jkd1J2ebNOFw/egID+KuIgF8/vuaUxVnAUCocRBmn87+sPz7KDPogLI2DiGMU/nWc0HwDZKWC1K3xxCla/ixvjr1vtMnzyj5VJBjTu/k6DWePPLlSdnAdnrjl2a/zu9R5+PJADj2fEAwHZAMu6DXhQQreg7Opx7IhTzQsHQA/nY1vgb8dgGfRClBoFbU5Vr5ge2tceNgTnrMTv4g5mZggADyTEZe3lBiO/POkBkKAABm4/Vf0Q8eFLVqOxkQtju6Vr5tqca1DnXZbZpYO+lQpm3H2dabNpalLj9eKj6NBrjICNdq+PLtynf5yy4QMyBxpQCo1p3W4BS3o+0agP5tlBniLI36fvbCPkq8uA0vXOwyGAoI8rd1PoCHd9QbLStA7NgxUONv3Ma0DA1zUONdok8fPkCrEfDdnMLOg5+Tq1lnAiz1GoDUPRp/O69LVvxERunZqIeaNA4CA2xaguh8KjxoOau7OA7NgAK1DI+b+53oAUrxxbZKUoABfuwHm1uDsL/XxqFg2uDoOY941zOkEDlFRHw7ScpAy4nzvSlLAyNeIgA2EezW4Ox4ZtwtyFrLA2qyPCtQH1a5d9/HnQRyLwZpSrPiAerb9az0771GoIACNKM0C3C417NaiDviFOvHmG1g2cdnZoMtY45Z5xE07eXDgPh51pAAAEPNr3BW/m+pSwiP3EKoAjajHXFfyb2YwFhHP13UGMeb9Xdmrkf7lw51UGMeaOOXdmrm4/wB29xrIYbzn7N3M/HQ1FNARt5gYD6I+rQQ83GOf1hVQEBpVgfABC/Zv6Hdita8ahVQYx5vDiHdmrm4+PHmNU7GPNH2h+9pX8T4541G7VQYHf7ew8fOY7UHh58keNAMgIBQPD/W1/nY8x+9NmgAsiFAEa8KDfFPocr8frEBUGRCg0axew+rYfxY9eff+UoAA08yg2r5th9HHmDwrYfryMyOPDTuy908iKRPw8Rp53UdkGgAQDIcg4dkPyBsAV94hSozQfNFkRta2Qt6lbfmH2oDIsiHmiIWqFB9X9z4XHjge5pezgQAeAhQOHmjWnkx415+0Non2R2HTfOp/NnXMGnnz7KGQoNBCw4tavmj+R1ryzS43UApamQAQtxoFcMB9vC2xTtAA9kQHjal/NqIeYPDv9vEpUAEGRr1Dj5vNgeHf9e0E9hmDrPWkc/ZkNO5HtPtEfhQAWpTFwoHdXDIYG9x42pSmxQRABpcMj4ceyGQzSvsHY4gNLU49aVyzfwpjNh2UAviwh9dqX7Ij4cwyF9okmeEA5biMMgZ+TTz593ZTRCvC487DwplkeHdnZoBYLXAajYelPoDxGlK/VfZ4BgKcqWC+BxSl+7ZgANaUyFMdWR/IpW2PsHNlIjKdwz7B57ZqI9mnZl8RlTgABGgBYQAQtx80b+bigj+YahsMh6IgHGg56AH0a8q+y1KVTgAgA+aN+oebQfQxwHnTjsvZyABW1Qt+9r9HjbmFQqFONvP41ER25c9cMnxEznxM6UoBYPNuA8A50Efo8b9B6bKDI47NLgIdfRr9Afz58QAwNB84OAcuz6g4v9YX4gBXs24DX6r+hzCg/XtQnLMgaaa5xOc+7dB7YC92h8MOuXEHx502nTlSwWxX6AjypYeHtUA5AGQEMer6g2HhnIYtVQD0agHIbB6tPod3uvsjIej5vAQxkA7NB9DkAZ686DQxxPHdP5vtzPh21Qggxlu08PPbSgGPNwIDwx5nqDa1gHtZCwcVZD0QAPpcgsA9m4+YNqiNK9rIWDiBwsOOQ5Ds3/W8Z5e2twAC1hrQBrQbiHZz+LvnjgcV4wY59/YPx7oqADwPLKacAD5thzQahz7NK+YNhqFK9rIWDiAyI9nzchawZ82g+iOQuGc2zsAAZoIgFGsDevZrXzLh32DhX6SgyFvNEb9cCDNx8zFxpi+K8QMeec0I0kc9I4e6PnrVCXU5ARqWGoidcBGnTLoYamZGBIoDANAw2lvFs2bRn7ANMsCDBlJMEjDAdkKMvQABEKCOjNpvt9pp9MwfOWFp/JBAWYdmqkl0GIzDl06YdFo3hUo7KuGjHk+y88osw07INuXr12HlniQd89ppgawg7f73fRB647N6+fRp6m+s+z3Vu3Nu9B7Fa9IBWDGz6X2G0Nh9LWGGqm36Q2faAuIAtbKXIwupP7f6K2tdt9HbHtKkEvYQXI3XUGC6p7Lit3Qd9GxsbG36TXoUbGxsbKUbGxsbKUbGxsbKUbGxsbKUbGxsbKUbGxsbKUbGxsbKUbGxsbKUbGxsbKUbGxsbKUbGxsbKUbGxsbKUbGxsbKUbGxsbKUbGxsbKUbGxsbKUbGxsbKUbGxsbKUbGxsbKUbGxsbKUbGxsbKUbGxsbKUbGxsbKUbGxsbKUbGxsbKUbGxsbKUbGxsbKUbGxsbKUbTC7k+AjUSasFmM/JMinS5lnEJ14/aBoRYVImNJ8Np7hijIsg2/IG1t7Vppn8WVeAANVGkPW1s7c3afjMq9OB2Zy8Q+KRJPBVcLxUHzpyBpzBCGwZIwuyLbItPmHak+MK60w6bFjtFjxJ6LFRZEP5v8A6K71x2b1S+hX1osvdVdv9abdr1W9G2SwDX29Jv8A/pEhftFbPoe16QuMwGEOLSMQbiz8761bWuyehdqBYC5tQGy2l3sbp/KZcBZFwk7jA3ipeuVgx4dA6bHKwY8OgdNjlYMeHQOmxysGPDoHTb/FevxmjlYMeHQOmxysGPDoHTY5WDHh0DpscrBjw6B02Uo5WDHh0DpsbHKwY8OgdNjZSvq0xYM8gxb1PdxvyKYt9XC3qe6l75otMWDPLuv6OeeOPKxTFgzy7r+jnnjjytz16MHz3fMU3s9Pvb1Pt69djs9Pvb1Pt69dnUxYM8u6/o55448rFMWDPLuv6OeeOPK0yeJ8/sHhUQeB8/tHjTez0+9vU+3r12b2cW41uHKgf0vPLnfzqVAfSmLBnl3X9HPPHHlZtAt5oBUL2tfs83eR4gNOoW80CcviTy58vMCEHhXn2aAFQEbXsOREAv8Aixv0GvLqKAzijP0uIcqANfxY0CvGtM2tZ/ZuFWQpVkBtwoyP9LC1c4DOL9ltAt5oANBHGK9nA+TD8wVwIUCli3wO+J6p47iD2e66DM9nx/CmdnFWQwNbZrQKDR1YOtmbjilkBkOXIK0oNKMj/S2bfVfNA2d2ceaH0QCjP70f6WF88s+lyRlm4WC41wHq8ewF74oI9eG1lYHLT3e/joBuitCMtw58BlPsGXYKWlw80ciNQAcBSlKMDa+Qr0Hm0AHzfNwHIePZp9C2Av8AXjb07FgtwAKdRoF/xQ3uAjevAQEAHZOyH5ORZDHEOzXLsL91ByNMjtIYftyyy4nn3xlurHLnw455fjl2Z02nJkLAAejzFn9ysFBzb99bZtA/JrcAuA+rUP1qwW6Bx7Vtn9kBEPNAfO5cqB/Ss3C+c1C2zaBbzQ4iIU/e/uec3zm2xTIzI3b892evGfZWuEe7viNfD2njTeyH5IXa5ZAKWH8V6OOQetszsjbza1a5cApn8UHm4oOOlrO7Po+aFr442AP51m3IBqI3sGzaDbzcB+TxGlh/FWHHIfW2tI4jz+0eNRhO7vBMjdy5ct27KkpirOWrVZyFv3K3CghTjQNkpXDIDUaBa9uz+5BfAcBzUQHC0C3mhYOLNL2sP4rGOnDtWsgM0p5oDS/o8KANB/F2DHTZRVjXd4aDPty8aSleAdLcLV/nWBvYf9lbZKUH0cWpSla0EP53xx79lBn0Q7OM2/e0/nf12zsnZqDPm0ERrilRClf52PEQ5d+yrR7wfCPZlTez6AdmnEbUuFM/i6eNO8NlpQBEA6Bw5AFPNuNOVBGnDYpkez0C1LW9TnWlwHh3FB80AD6u4A+jw45C/HgqCOW8btM1GXKBnSUDzQpaw+6nm154r0rsBccYoGL060Dn0H27JzGnKn1Z832iA5pcQ2cyzjzciHCw49QQvzsPKmdnnz4VVVGXjl/a6/Lmc5zpQCl+z3Wr+TUB/F3614BnhsUoAeaNR6cbVH9buIVrWnhXZezUQDshbFs1pT+d8PYIX57IDNRAeyA3tbu/c+fG2yrQNM9xnsj3wPbQAUp5o17uI0rUfJ+I04ewUZZpS16Zp0C3634ZpTOygHaEB7NgG1QpyEB/W/rqHIeOyUqNAZsA8qBUBC3oUoAV7/YGykaRuiJ7pyjI5fHU0nZ7VPNsGAEO4fyBrUK+HAdloDIBUOGacbcOwN7BiuNigMgFqiNgCmRoAY7FuF9mgyLVxAfDh5uPM5V/v7SCdxicuEaZ+d1RhHImN+eeUcYHLXPKitadlmnCohf6PqDi3PpsgMCNBEPq4W9S1q+AbPBkAAKgAc687epzAOn17FWQpQOlg7ubAePffactSc+XCB7gTyyjkYwaEngPcOHb7J30wHePN+oMeb+59/gGbbAA0FLewQryAMsc6dbbOBpm3miFuQWxnzPfx9qh2RpQO63Kg/kdOuM7SCDrlpnPMHjlEndMTvmYwToc/wAAeHM+znTWQAaVZABxgKD6P7lx4V52G9jsej5tOOP3v7kF8251GvDZRYC1Ge+3UPU5V/v7Iz5thZsFgGlaBbPmYx9m0AkZzIy37hHPI6DPsqMOk6GII03ct4MdutABWgCzcA5BenZ/cxvT78gGaZZt1CtPRz+KDNud+4R2d2cCAfV+9D8jkHUB+0AAEA83he3dT6F60+qg7SDHsiZgHIwc9F9nfSDlkNxE6GYy0zjf30gMiAhaw5tjHJ0Facc8etVBmggHZG9MBWg2zR1fxpkeggBWlWcByrWwX/W7jb2U6hsAFcs4tcKhel6+TuPd15htAOmmvPlmc9Mh7dIFI+EZb+rM5aZ5fjmnZtTsjwHHEKVrRhm/t4CIU4oGMYG9qhwp9EA+24c67O7I2Hs3pxDjatR8lkQ6Wx12SlBxmw5Aa2p9ER6cKV4htE6A6b+MZfIRUEZZaDMntAy7jRS4DTNKd1vV8bDfIc29m9mRqAgNg6s8Ow11G/CucbOALCFMXAADhYcAzzvceNuWwIVEBoF84EOGPxYhXhYOlh2spiJjPxGQz7CPbJ3RUU0GeHZHzgAcD6ojfyYgHGub8uKgHo0ZHkNAG9KU+hi4CPPrbYBnHmjUKANr0Hs5/F1xboADcQrsoM8OzelcANMV/nVOV6D3gO18U/PKMo56ZjKZ3UpGQoAVC4Dy4CLPqUuAjz9g5cDPqiIBQcVt5o09G3jxCg8wGebOQAbgPq0Afxd/b1502cDNaWGghxAch2a/zqvAcBTOQG9NTmY7CI/N8zy5VMZT53fOmiHIOQ4zTs82Omaf3UBnHm1wIWCo+jWnmWxm+c81AMVAcXtxt6nThnjsAHo2HHIQoIdnP4voPKvWt0AgSTu35D7M9kT5jOhWTPfnxy+Q9o3yAAAKW42tgB7ICIfix61z73Msh5vm8wxn0RqH4sbXv6WMhxaDPqiPmgI24+bn8X32GmBpXitA/JHgNBAfVuP4vhYPsrxqR2ePZ8/fwph5nxjLLhyHfyyhwAHm+blkQCgchZuH4saYGo39gDdWQx5txABte4dnH4sed6VuA1zdAAKh5vG9Q4D2QAR8z7fz3UGRsAMjxAbBf0RAbuxtjNa3xW8VVlMa8MyTyHvknyK0Hqb0/wALampLxhKGKWQcOV8mBhEV2We0+h+JiLLT5DXCoeRbq2SND2TDAMN+XJPzRcQEH1dqPM4ZRxxIuY0TyvmIkPkeJ4WUXxIy7bZESx8sDbXxJXSzAVdHUlULgwbIG3LTTt65eAy0LL5h67Y/oBUGgebSrIVqHLsh+RjlXtcwpx4L1waEIB1jQi78u8LwpNSHyr1mDY8dlRe9gGg7bKLELlwwD9QQDD6gtsstNmiTTTRklV4Aunn9af0L/wDRBr9E/pXaPVr1nuXrnqJ6e2pL968i3L1z1d9KsqWP6a2rKBnu7FtFpLdr0nYtI17DasbVs6vcsXNn2r6b1a9Of0suPs+0EnYrzBiQCxsXTC9KFAkoQALoAJhVZQSCGpS7G27Z7ad5u6b4xMwTNqEj0PKLtp4KepAw8Mw+vlWG2mAPw+tMu2SimUb7ItVdtMmHICyyaLuGx7G2ktv9dvRvpP0d6Z2DZfSnonbtk9JejdusptGx7dsO0Wtq2TabLiVuWb9lnt3EOkqxgggwQQP1O3ct3UW5adbltxiR0YMrA7wwkEUbGxsbd1Xo2NjY2Uo2NjY2Uo2NjY2Uo2NjY2Uo2NjY2Uo2NjY2Uo2NjY2Uo2NjY2Uo2NjY2Uo2NjY2Uo2NjY2Uo2NjY2Uo2NjY2Uo2NjY2Uo2NjY2Uo2NjY2Uo2NjY2Uo2NjY2Uo2NjY2Uo2NjY2Uo2NjY2Uo2NjY2Uo2NjY2Uo2NjY2Uo2NjY2Uo2NjY2Uo2NjbvHRxoAnFq4XyRwgQMwbKgscZZiKZKwTfOiTRZ1RsyRhUu9ds/OFZeALLh0w4aBPJvHnlj5p2w5bdN+B6zetPq/6m+hts9YPWf0tsfob0RsNsvf2zbLgRZglLNi2Ju7TtV0grY2XZ0u7RfeEs2ncgVhtO1bPsdl9o2m6lmyglncwOQUasx0VVBZjkATRoA0cL+ricRAgcJHC0qIOMlFiZMQsh5Eu0RdPmHheFyBltlpl6sr7TPkGXLllt4TTxNH3ouWXbppu6QlpieiJicjJJRwQS0ggUTE0iWZ7BcknkC7sqTKF2PoOCxdy7cuma+awwyHDbVciZEy606S5RZZyzRnaUhJLvtmTDYMvFNbU3jLIHFlYN9kGzigcbZ7bx435rtkGHTplh2wyyG4+Vgx4dA6bf4yf0Qn027b9M/ram17Pbv7D6p+g1v7J6tejLxAvG3dZDtXpXbkVmtjb/SJtWi1tCybLs1rZ9mVrj27t+9+OesHpp/TO1h1DJsljEmzWm1hiMd1wMukuQsgSEVVUEkFmOVgx4dA6bHKwY8OgdNjlYMeHQOmxysGPDoHTb8BrwaOVgx4dA6bHKwY8OgdNjlYMeHQOmxysGPDoHTZSjlYMeHQOmxscrBjw6B02NlK+tTFg54Dp6th8B/MAGLBz+z1c9Le5aYsGPd0z4YxyKYsGPd0z4Yxy569ikpiwe7F/Rz4fVYpiwZ5d1/Rzzxx5WWmLBj3dM+GMcimLBj3dM+GMclRA893yFNpiwfenq+Pt5WbTHmhagY/ejwd45+iGQtSrL6YsHD8wV9Gwh7McODaBYOyGahbl2b+hnlSlcAPAFMI4eRHy8yabSlKMhkRC3LsiA/rYfmyIA1yb2cVZ5cOPmD/AEsKDnrm9rOBmgANArQBwFrs1/nec+t05JTFgzXHBkGQGvmV+y/APoqAR7PYIplKU83AiI25di/63nvoPS1hgBqAUwAWpz7Nx8wOFBHhzCmDs0ALBgB7qiAD/Ow4dwDzClnMMhUPN4hw5Ur9DHGlAAM9oNp3Hz53+ZqaWg2oz9IAxwAGb/reKh0DNrWaADYezaojSgerf9bxe+AzYKea4A9GjIVCo+jivYuH4vjT/nWs2mKM8AD0eI9nH4sLiA/861AkE5wd2evZlnzHh40C6ZDdn/J4Ht8ky3siFKshSnLn2Q/peLBWlAuOKeanZG3mgFgDHPs3/W+PHhnFPNfTHm5EAG2BAGb+hYbZz4bNAA823GtaY9Gn87sN+8KdLQDHDv5Qfh7avTKD+TxAMBanZv8AreLdA6Ws2g2qyF2gt2eAdm9PJ9Arjja1ngAeZVm9xHzaX8y/63Yc3zswGQ83zcBXH72wfi+mLZzYKagHgI5DWMsiTyBnf7aUlA/JC4gGOAdm/wCthUeeBuNuQDIUCrIXEAx+9oP63n21/MdkfNoyGKhbHo1+gHILY68nAyHm+bhmuP3vqdOgeFrUAnIft3V59kRAfNyIBcP3tQ/WrcbW4+cN9js3AQZCwcQtfsj/AEsLXAOl88FBkR7ACzxrgPVuH4utc4pmwckBmwWC44oA/kj/AEsKji4UHqHBUwfPd8xTQZsyHZvxtxtnzO/n1pQKghXAWHNh40D8jl9wwLqcQC9vzBUKsd44p9oIDNwAACgBf+1pXzc0raw32VFN7OApYKcMDb1KhQOtL8dnAFgtjNr8PUH78R2RkK3EMjy4DT1AwHEace/Z1MB2fqyA0pTzL8a3D3KgCPPID4UlBtQL1oFrjiv0OFc8x2BZsyAM3Hp9HzQ4u+vtvy2cDNRARZC3S1Ks1r+L8eXMLhsjLNR7XZt1DgHZrUPJh7a9R5hsqaaIUAABnPSg0tf0OVKd/GmyAz2QAezfFKZEaVD0O72Y2cDNR7XZ+rhbP4oKcK25jz2SnaEPN7rcfNp/Ow/OHMRHaff4RzmfPuU1lkWhARZuOLd1Pod/59lEQCgAyA8KU5UC/mV5dacdlxQAZ9tOFrXd34/XxDZGWMWvbhxt6vPp9QBUOXy4c9x+fYpgMi1SoV9gYt6lrdOPWygxzZ+r976n77702fYKBSo4oAD6vN2NMhzpf2tAWrADIAHdelubFOPf4bMvd8OY5/huQOHnyB4UnY9Xlw/e1+h+++9Nk7A283vqHQPU51xfZwdqw0AajxAAqFqYd148L7ACI0qx7QD96IfQ508b42Ze74c44/huiB7tOUfIUgCIUqFQ6hfhx7HUPeHB3ZZELBbu5U/c6hYA/NsoMgIWD6hrw4dgB5Ur0G+zAAWRCjPeAgAVx6vPjbPWm0yRvkZb+zdOfD5RkgRGo58qGagIAIdAGlgEaDQfM654c6bOFnsiAgFsCFO4AD9b+977HZBoAHs1qPLur9DgFNhmohQQvXNM4EL9ilrePHaPjpprlzy7e7jCOOcEEcco5b85o7NwEAr3UuFg4scrgOKhx2KXAQDoI04DTP4sRGmc8M7DIUoyLPULB0qHocBv48A2AD6Ih3VCtrfuYBQBxX82zwzy8Iz5dvbUREe2OOQkboET3DKlALgAMjgeGKU5O72rzHrTZos0ALWDp3Z81kK15Vvfjs4AsFgqA5EAHlzd/aAXryrsCzYBpSuaBeogzYfxdbWrjrUMRSNBA4nuw5dhjfrTQyA0sNrhxGnNngObeOdlpUKUuA8u6lbDX209uzQAKCFO4PDh2efMeNtnBkBoFwpjGMVZpnoPWmdp55ZaDmIGY5jxis8J93tjl94UAyFQtkOVcdmn874c+fHGwAej5o1CwgAcbAFQ8n3D0pslBsNLgOKXuIcOyOQrkQD8y9kK0pYbhblQP6X3c+O0zOQyHhqADPLL51OHIRA013yF5aAn20AzjzaUtjgPZr/Oh63DrjOzgZx5voj+SFgHs5/FDm/5XEKhslK083LNRqznFP53e3EfZsAGLDdnkI383P4rOc0xx2rp7NKYZ46A8vzd8dvgKWlMgNhC1L0t6gXzkfaNabIDIVC30rWwz5tf52Ob9c3vXZwAI080bgHCl7V/nVxzWgWyNdgGRtVnIXtxDs4/F9+O13BnaRprHaezz3cqoRnqd3jkT7cvfQDIeb5vEQxwt+59Rrz57AM+iHZAagLNeIU7P7lThceojstPVvYQ82tPRp9Ab1H1vZxUA9XDQDXs86eqPL1vZtFBlz7aQGa0twvbiHZD+k+I/wB3Z3ZxYaVAbAI/k/uIZAA771vUBUGRt5tKCIWZ4j2afQGtx68LBwBZqAB2QAaUwGQ7P7mPAP72yoIJBGnOOz8PGm9nHmjywPqjQfxYccXC/MRv59kK4HFcDkBZp/O+/PjmvqDIDQeyIWAaUG2K0/FVr1CteIhXZoM1ELBkQGlL2AbeZ9ntpakDz4DmfPiaoPZ7yF5RGXH51r6ZMqJcThhozB0z4JQI4hs2IC9TF9PdG3bp72nTTBkkYF2ybTjbDTtkXZwg/LG2OzRh+ACNYW527jSXq+YMqshpmq0Av3zYPHcKRuTexVD7uoNdt0TXCjZRfIugbFkWPjjheessA0AvB80RnlBnHmhgBrS3m9kB/nYBmv5PGgiGHAwFvN4jw4UZoA/iuo0AQDv5fo/qJ9Ln0i/RpdZvU31p9I+idnuXOlvejWa1tvojaHOEM930Vt6bTsJvOAEO0JYTaQuS3lgGvR2P0nt/o8n6ptNy0CZNsw9pjxNpwySdMQXFGhFVCYr3M+tiHzD90iIMAR04dvG2XBmG48TU8DDoGhB28BzGTqFnjoW2aNNMNh+LERZFoaVHXQ7pzX+A0CQfaDgITSkwACFrh2pisjx4gG1zsAoAeaOAyF/NoFw8kI9w37wrs4AuFAoAV4cwC363e/Xnfht/Quy/0c/0xbPaW3e9E+oO3uAAdo2r0N6aS6+gxMuw+sux2JJMnBYUToAIFewvrp6WUQbWwuf0ms3gT/I2lF8AKphfpTm8A/qBD/tpSW/5Rtj9Kc3gH9QIf9tKS3/KNtc+p0Hw7vU+9+dynQfDu9T73536f9Xf9Ln+9z6OP+aPWbl//OHPzIm37tvSv8H9H/3Laf8AvdUwf0pzeAf1Ah/20pLf8o2x+lObwD+oEP8AtpSW/wCUba59TFhxyHNvU9/G/Mpiw+Hd6nv435z/AKu/6XP97v0b/wDNHrN/4v5jxp+7b0r/AAf0f/ctp/73VMH9Kc3gH9QIf9tKS3/KNsfpTm8A/qBD/tpSW/5Rtrn1Og+Hd6vv487lMWHw7vV8c8ed3+ru+lz/AHu/Rx/zR6zf+L+Yp+7b0r/B/R/9y2n/AL3VMH9Kc3gH9QIf9tKS3/KNsfpTm8A/qBD/ALaUlv8AlG2ufUxYccu6/o455487lMWHHLuv6OOeePO7/V3fS7/vc+jj/mj1m/8AF9P3belf4P6P/uW0/wDe6pg/pTm8A/qBD/tpSW/5Rtj9Kc3gH9QIf9tKS3/KNtc+piw45d1/Rxzzx53KYsOOXdf0cc88ed3+ru+l3/e59HH/ADR6zf8Ai+n7tvSv8H9H/wBy2n/vdUwf0pzeAf1Ah/20pLf8o2x+lObwD+oEP+2lJb/lG2ufUxYccu6/o455487lMWHHLuv6OOeePO7/AFd30u/73Po4/wCaPWb/AMX0/dt6V/g/o/8AuW0/97qmD+lObwD+oEP+2lJb/lG2P0pzeAf1Ah/20pLf8o21z6mLDjl3X9HHPPHncpiw45d1/Rxzzx53f6u76Xf97n0cf80es3/i+n7tvSv8H9H/ANy2n/vdUwf0pzeAf1Ah/wBtKS3/ACjbH6U5vAP6gQ/7aUlv+Uba59TFhxy7r+jjnnjzuUxYccu6/o455487v9Xd9Lv+9z6OP+aPWb/xfT923pX+D+j/AO5bT/3uqYP6U5vAP6gQ/wC2nJb/AJRtj9Kd3gH9QIf9tOS3/KN1Dx2ufUxYccu6/o455487lMWHHLuv6OOeePO7/V3fS7/vc+jj/mj1m/8AF9P3belf4P6P/uW0/wDe6pg/pTu8A/qBD/tpyW/5RuoeOx+lO7wD+oEP+2nJb/lG6h47XPaYsPvxf0ceP13ADFh5/Z6uOl/e/wBXd9Lv+9z6OP8Amj1m/wDF9P3belf4P6P/ALltP/e6pg/pTu8A/qBf/LTkt/yjbH6U7r//AKgX/wAtOSv/ACjbXPqYsPPA9PVuHiH5ymLDzwPT1bh4h+d/q7vpd/3ufRx/zR6zf+L6fu29K/wf0f8A3Laf+91TB/Sndf8A/UD/APlpyV/5Rtj9Kd1//wBQP/5aclf+Uba59TFhv34tfGPH3pTFh/uW6YHpXh7X+ru+l3/e59HH/NHrN/4vp+7b0r/B/R/9y2n/AL3VML9Ke1//ANQP/wCWnJb/AJRtj9Ke1/8A9QP/AOWnJb/lG2uegGLdPZbp3c+FsVKYt/etSlu76rYq/wBXd9Lv+9z6OP8Amj1m/wDF9R+7b0t/YPR39x2n/vfb5GdML9Ke1/8A9QMf9tKS3/KN1+3kOx+lPa//AOoGP+2lJb/lG6/byHa55Tp9Xd/c+rpsUxb+/alLd31WxR/q7vpd/wB7n0cf80es3/i+n7tvS38H9H/3HaeX/wBedvkZ0wv0p7X/AP1Ax/20pLf8o2x+lPa//wCoGP8AtpSW/wCUba54DOLB4Bm2LZ7qd3JOziwfV0rw93D2P9Xd9Lv+9z6OP+aPWb/xfUfu29L/AMG9Hf3LaeX/ANd9vh40xP0p7X9/UCH/AG0pL/8AKNsfpT2v7+oEP+2lJf8A5RtrnfZ6B9XT1e/74KYsHgHT1e+1vc/1d30u/wC9z6OP+aPWb/xfUfu39L/wf0b/AHLaeQ/hfPzlNMT9Ke1/f1Ah/wBtKS//ACjbH6U/r+/qBj/tpSX/AOUba512cWDwDFvV+qw9eR2cW+9vU/vXvmj/AFd30u/73Po4/wCaPWb/AMX1H7uPS/8AB/R39x2rl/8AXfMVTF/Sn9f39QMf9tKS3/KNsfpT+v7+oGP+2lJb/lG2uc9np97ep9vXrsdnp97ep9vXrs/1d30u/wC9z6OP+aPWb/xfUfu49L/wb0d/cdq/73zHjVMb9Kf1/f1Ax/20pLf8o3UPHY/Sn9f39QMf9tKS3/KN1Dx2uc9np97Z8z+5nrslMWHwHNvU9/fzf6u76Xf97n0cf80es3/i+n7ufS/8G9Hf3Haf+91TG/Sn9f39QP8A+WlJb/lG2P0p/X9/UD/+WlJb/lG2uc0xYfrzb1fqv707I8h8B6er3/fL/V3fS7/vc+jj/mj1m/8AF9P3c+lv4P6O/uO0/wDe6pj/AKU/r+/qB/8Ay0pLf8o2x+lP6/v6gf8A8tKS3/KNtc47PQfr6V+j1H75SmLDfvxa+Pf73+ru+l3/AHufRx/zR6zf+L6fu59Lfwf0d/cdp/73VMj9Kf1/f1A//lpSW/5Rtj9Kf1/f1A//AJaUlv8AlG2ub0xYb9+LdOvXu5lOg/enTr9YbP8AV3fS7/vc+jj/AJo9Zv8AxfT93Ppb+D+jv7jtP/e6pkfpT+v7+oH/APLSkt/yjbH6U/r+/qB//LSkt/yjbXN6dB+9OnX6w2OVhz49A67P9Xd9Lv8Avc+jj/mj1m/8X0/dz6W/g/o7+47T/wB7qmR+lP6/v6gf/wAtKS3/ACjbH6U/r+/qB/8Ay0pLf8o21zflYc+PQOuxysOfHoHXZ/q7vpd/3ufRx/zR6zf+L6fu59Lfwf0d/cdp/wC91TI/Sn9f39QP/wCWlJb/AJRtj9Kf1/f1A/8A5aUlv+Uba5vysOfHoHXY5WHPj0Drs/1d30u/73Po4/5o9Zv/ABfT93Ppb+D+jv7jtP8A3uqZzjdN6+nzxlh5ItyVZaGgvn80ZPNO2erQFo/MPRALVBh00NwoGabtgLcn6sYkNOvnmsSzlynCFX707EJqJlRjzmQ7BdOhxPNkH7wAFpoQerZV35tAeCLQbWxOVhz49A67HKw58egdduD0h/RxfTLtth7WzbF6j+ibjKQNp9H+hPSV2/bJ0ZF9K+nfSezFhuD7O68VNZ3PXb0w6kKmxWj+lbsXSw5/lb91fFSOVRC6ftzbpwlWZIrszjqtPGJCoO3oFV8uwiQO5NA5Fl4LELkTBh+pO2HrQtumFpXPlmuw7aeEq1ZCWtMS0xFTyiSjJxFJS09wwWIJqYULkE8kWdhRguUJlXbouWcMBZh05dsO2QwyG37+Vhz49A67HKw58egddv5s9c/pD9dvpC25fSHrn6yek/T20Wyx2dNrvBdj2TH9sbD6O2dbOwbCrwMY2TZrIeAXxETXzm2ekNt9IXBc2zabl9hOEOYRJ1CW1C20B34FE76TY5WDHh0DpsvKw58egddjlYc+PQOu3xlcdJysGPDoHTY5WDHh0DpsbGylHKwY8OgdNjlYMeHQOmxTp0D3fZsUxboHuD6tlKOVgx4dA6bGxsbKV9emLBj3dM+GMcimLBj3dM+GMcimLB7sYt96BsU6B96dOn1Btz17FFMWDHu6Z8MY5FMWDHu6Z8MY5FOgfenTp04W5FMWDHTNunTp3clKSmLBw+rs39HIUsFscODaBYRZALDw4j2Qv5mbY6YHg6mLBYPrCnJn7OQW5NpirIU80OHqjX0AsFKcAsFgyypSdkah5v5PTgznzAoACGLBb0Q+i2mPNvQb0DI9nHmBigYoGKDjZQAKhQA4jj97Qf1u2LWDGeS0xUOXDuG/mcB6j+bZVlEnhGft9/CvPsjULBSrNcZAGfUyFOF7eDmGeNOAj3ejS4MekHS9Q2OzyZHiOOPm58wfr5YGl1BkaUpyC4dWRH6HCg8aWCw5BUERuIHPj57PZRQLVZALMh7fNGo+YFGqe22OTaBawZ5cgZCo+Zm3/N5OpcKshmt+TIM+oFAxTAWCwZBoBjzeFe/0QD6HSwW4XDgqKQGfRHshUAEaU/e3HzK0sOBDuDg3s0pbDIewR7N/1v8AuD0+i/s29HAMhYA9X1Qv4VClB2TsjX0QyHDl2afRzYOtaXxtI8d8dnfwnzpaNMm8Oz8Y7udefZxbgAB/a1+gHIbj4BhlOyP5PEA4cOxUfQ40/ucn0G1gpcRsGQ7Pq5+uwX5Np6NWa2ERsGfN9TNhpjAXxTVZ3z7dRA7NVM9o4mkcm8Ozl2+ymdkbebSo8sejf9bC40HkOdlALjbAgGBwHZ/cx5X+0KbKAAHZqGAqPX0fVCuB6UpfkrLIWqFqVG3dzYzQLXDoHK1Sokxkd/8AinP3ds0wGa0qyNrXZ/eh+RjI8tk7OKM3CmQ+l5o/0vjWmfsv6Az6FWQ54v8ARz5mbjUBpXiPJnZ9GgZGtKBgezX+dBQMf3QrRVgoy1yjXIbtMuzgTpxpOzdkADhUbcPNvdjv6/VVghUK0yNMYC3q2oHEBHu47elB86geqH9qFA8zvHxrgdm9nAUsFx7hpWv4sOFOfG+dlUjSQc4z3Zxvjt4+ygGaU82wUvTAeb6nd9wsgBgezcRDh+9p9Cg8PtqOQcDNg7QXEbWrbzf3PlYMd2aKAXZDs3CgjbHo/uYX55zxHCoAzE5aTuyNJ2aAyFAuNrcPNwHYAa+0ONLYTs+iAMhSw4D1aU8wL8eFOFr7OAKjjFKW5Cz6mRrgQC407kpgacahYfVoAfi/YHLnbZUgTHgewYcxllMz5zb2bAHZCleQY83Adiw8RwPUAuBSlKMhXuAPyaCP4viFeFO6my9mgV7PXAh+TT+d9RDx5bDLOBFm40ralPRvZjl7x2VEHLnp2ZCT4jt97QZAKWAMVGgceyF/MDj3e5KVpQLD0z6P7njNvEdlp2qUZsFwtkR7NB/W7X+3lsoMgyAD2ePK9PNpTzM3+9LKQfd7Y+YpoMAHAK24B0/c+76x57KDHIOmO71O7Pv2bURpRmnHA+rf0LVCuL1422AYEaCIXrbv82v87v8AfvBUUoMgNKB0D6vUxjoPtHY7IWt9XKnqdA6W2QHePN427/N/c/v9gDIhSn2WD0a5Y6DjaZ858vlFKAZoICAd9qfk5/FjXA2uGyhelWRAe4b4/cw4ji/LnUAa0qzQe4afR5sBxGlO++KKLADSwWpwAPyb+gN7faHcnzny58vOUKaDPZEB7Nq3CnOnqCNr9178wWcCDI+0BD8nPmVx0uHXZzIVAKgFcjbh5t/QDiOLUHjjYBmlA7OcW40ZsP4vv5XqPMAefdJ18+5SdmoMtdnkOB5h2v52FhxsvZqDLXZ41xwqFf53yGlb9L7AM0EApYcUDuz+KH6799BAFZZ4UyNQt+9Af50P19RvcAfs8I5+zT4PPfSAFwHs1AbBbIiLNBs75WryGtdgGfVxfFuAB9C1B5c9lBirNOzgQpbupX8Xz6gHG9wAAMVAOtqWtUP1sbcevO1Qjz58/grzoICFuQX605s+NgDmHEAAGghS4DUOfDh2eGQvx2cLNchUOVO7kxw6+y4bIACNBEBvQMcRFmn0MCPd1DmqsZngMh/0Y7cxl4di0rSoB5wYsIcPUp30DvpsgB6NQxYcdKAP4vjYchTnsoBioDYQtQbhatfN7+dOFdgGch2bVAQtwAGQ/peAEA8b8NpB86cOcbvOUSII04a9gOXs0ykUoM480KA1QBEOFhG/k7Z+/BQAA7Pmh6XLgNP3O3H848kAKiFGchWvZ7qV/F8a2rsoMiIBVkL0HFKj5tAp5Pr0EOdrRSO7TTl+yOylZDFGQs1TFM0z+KsFxoN+NwpYBkbVZ40xT8mnaq7xfI9b7AMj+Tmg44+b+5dc2pio7LQRuDOaCHm05fuQc+FONx2Vmyiczw357hPfn4E0rLGLVyA1AeghWrvlTNA5cauBkLeaIebSggOQ7NK/i74tUA40Eb1aADYezUAEBsFxrStPxQcuHZ41rs8AG3m1o1TABYez+5YqI1EKcQrbZUQMs+GhH3fmfDkaUGQsIsjgGhAQHPm5q7/N7RrdBZplkc8etMgLHW1sgNB2UGRt5oDkMdw/0oLd3ZzkabKIWCoZABr2aVsH7mH2BW+doz3e0niOfCe/tNQe0acez9nceFeYM4qz9EQuyOas0r+K5BavsEeKAzgRZGlWRxWno1+gI/8Anezi4GaCHm187kGB7If0sOtadnqI7KDNgqHAQCodWaAP4qnDIgFL52gGfCeWg586ikZZ9EAZt5wWClvNG1GBHvoI9QDZQZsFQ4MjitvN9SnEK06VAeKssiNPNpcMhe/Z9KroeVhGvG+zmWAtbgIBbqA/0oaW439m1vMb/Z3UrxAAt5vMBqHcN/xQdwfVs4AGgVAcM8ONq1Dyeet8ZDZAZoNmePLnQP6UHDjXnURvsoM2C3AQoIW4Ur+KDkFBEOdK32rIGRPD+b97n79YM1wjh5y+XtNOpiw45fb5mfHjfYpiw45fb5mfHjfYpi31d2fM+vvvsUxYccvt8zPjxvsB58N/6v3vPOetGAeR2fI+PiUxYccvt8zPjxvsUxYccvt8zPjxvsUxYccvt8zPjxvsUxYccvt8zPjxvs/Df+r97zznrRg8+H4+yimLDjl9vmZ8eN9imLDjl9vmZ8eN9imLDjl9vmZ8eN9imLDjl9vmZ8eN9n4b/wBX73nnPWjAf2ns+M+HiUxYccvt8zPjxvslOg+Hd6n3vzutMWHHL7fMz48b7FMWHHL7fMz48b7Pw3/q/e88560YT57vmPbSU6D4d3qfe/O5TFhxyHNvU9/G/NaYsOOX2+Znx432KYsOOX2+Znx432A/D+b948f274g+e75ikpiw+Hd6nv435lOg+Hd6vv487rTFhxy+3zM+PG+xTFhxy+3zM+PG+0z2buHLnz/blMQeB8/tHjSUxYfDu9Xxzx53KYsOOXdf0cc88ed1piw45fb5mfHjfYpiw45fb5mfHjfZPnLlz5+cpUlMWHHLuv6OOeePO5TFhxy7r+jjnnjzuUxYfDuz5l/r487lOg+Hd6n3vzunzI5c+fmRKimLDjl3X9HHPPHncpiw45d1/Rxzzx53KdB8O71Pfxve5TFhxyHNvU9/G/NI893zHjSimLDjl3X9HHPPHncpiw45d1/Rxzzx53KdB8O71ffx53KdB8O71ffx53mRxHn9o8aUUxYccu6/o455487lMWHHLuv6OOeePO5TFhxy7r+jjnnjzuUxYccu6/o455487qUUxYccu6/o455487lMWHHLuv6OOeePO5TFhxy7r+jjnnjzuUxYccu6/o455487qUUxYccu6/o455487pTFh9+L+jjx+u60xYccu6/o455487lMWHHLuv6OOeePO6lIAYsPP7PVx0v7ymLDzwPT1bh4h+daYsOOXdf0cc88edymLDjl3X9HHPPHndSkpiw88D09W4eIfnKYsN+/Fr4x4+9aYsOOXdf0cc88edymLDjl3X9HHPPHndSm0xYf7lumB6V4e0AMW6ey3Tu58LYq6mLDjl3X9HHPPHncpiw45d1/Rxzzx53UptMW/vWpS3d9VsVSnT6u7+59XTZ1MWH34v6OPH67gBiw8/s9XHS/vUptMW/v2pS3d9VsUQGcWDwDNsWz3U7uT6YsPPvx6uPH3lMWHngenq3DxD86ogee75CmUxYPqzavDPdTh7E7PQPq6er3/fHpTFhv34tfGPH3pTFh/uWqOMd1eHtUwjh5y+QplMWDwDp6vfa3uTs4sHgGLer9Vh68vQAxbp7LdO7nwtipTFv71qUt3fVbFVRhHLw7PkfHx86YsHh3ep/evfNE7PT729T7evXb0p0+ru/ufV02KYt9XdTh3fV0oqMA48NAOQ+BPnPz7PT729T7evXY7PT729T7evXZ4M4sHgGbYtnup3cimLB9WbV4Z7qcPYquDt3bxyn4+Hj59nFh8Bzb1feA3vmp2cWHwHNvV+q4deb+z0D6unq9/wB8HZxYPq6er38vcqMB92/jA959nZPn2R5D4D09Xv8Avk7PQfr6er3/AHy/s4sHgGLer9Vh68imLB4d3qf3r3zRUYT57vmK86YsN+/Fr49/vKYsN+/FunXr3c39np97ep9vXrsdnFvvbPmfb167KiDwPn9o8aZToP3p06/WGxToP3p06/WGz+z0+9vU+3r12Ts4sP3pnzPeA3vmqkHh58keNN5WHPj0DrscrDnx6B12d2cWHwHNvV+q4deadnFh+vp6vfz96lJysOfHoHXY5WHPj0DrsvZ6D9fT1e/75SmLDfvxa+Pf71KOVhz49A67HKw58egddig2sN+/Fr49/dzKdB+9OnX6w2Uo5WHPj0DrscrDnx6B12KdB+9OnX6w2OVhz49A67KUcrDnx6B12NjlYc+PQOuxspX19jY2NuevbKHL4kcviT51NjlYMeHQOmxsbKjCeXmPmKSlwsFKU7qiFsY9oBYKhxBvIKAFB4BgApjzfs5UAcBs73h7+X35gOG9RDgI8/SpnzaVDjkacB2VEHzO+OXPzlKMs4qAWAPZi3o/nrjvBaYsA9/sp9D3e5WWajWmKcL4D1a06hxDGy0GwiH0Q8BEK/RAaeAcwDZWiDLtM+6mdnFg4ANgxULfrYW5hb2XoAFKeaGajblSluwHsxjPJ1K0AADIUtilMeb0tjAUHgCUAKWwHKtxEA/JzYK8eg7Khxpynf2cdffTOzSlQwF7BkeyH5GbcL26bJ2acAyAcPVH+lhe3fi1MOEL2ZC/Z4cgZ9XFvZT0eSAFwsFKj+b1a9nwDoGyqAGRlw48uHaPHspez6vXjw7P7nnlzoPMdm9nFuHEB9Lzc/ixvbjWo5Db0pYPNDAcs1Zr9C3XGMBwaLPqhcWQ4WDzRH6GLD06BwkGP2TxHuJraOyezsB9nwFefZ9XgAYHI9mv87zQbBzDZosjfzcAyAWG9ezX6Gbj1tjn6dmoh5oXa5BgOyH5GL9w8uTezWg9kKCIjgMB2R/pfAL/AJttA07vAdp48jGXPfURxC7t3Zx4Z90dleYshwAfogFh9XtfQ78dNlpYKM3sGOHm1r5tgsNrhzrcQAZC1QDmNs+jTDvvxcOXIAB82odRxnzafQC9hxT7KWJ5gduW/P8ACgAmQI9m4HzpvoEM+aFgAAtSw9kPychwAOWA2bSmQDzQDgFK29UL44ANshTZQCvZsF7j/a+rcM04WAK8kzSoZG1r0Cnq8LUp7A2mrUlMAAWsI27qfRrQKdQ79mgzXhUPZb0eTHAOQAOO4HDatrV7IWryD8mw0qN6d+yss3ZqA0DNv3vJgbW7umz2VUjT3EaSVGW4ZfhSdm4eaHmhmnHzeIMcuAgGPBAAaVpcbY5gHDs5pighwtydS1ezceg+r2voWpYKD7NkBnHm4zbj5vqcsBi2NlUw+0CdJ/NnKBBz1M8aAZx5t7CFuHm58yn97AbHZqIBQLUvT97WvmZALUEApx6KyFArTusFRDzQC3ZDpgQxamyAFAAaXGlOeGajdkPZ3AAcR2VoBkBwj2R8h3Ugs1EABkKBmgZ9GtfxYXDlQB49AaIVoAMh1tevm8Bd2GocPfRwBQAHshW1KhwoF6CzS1OFMBjYBkAABEKB3ZHzafQ6d1r0pspGcg5z/kz7B7aQGQZAPN7rfvafzsacb8uW3mDItCA07rY9EMeTCl/z1yNHgzUQEWQH2YuzS4MBcOHGtLDwWzNgAKhwpavm+pTIDjlewbKiAI5QM+cDxyjhxpAYAAARZDvpw839zzSts+AbIAsgIeaPD6I+rzd99sZvbYBkRpUAEfYPFn1AvmgW/wDZAYx5ocOAer6gXrwtwsFuyquHjugaTP2eRyyPx30AIW8wbDXH72/62HhcAve2ygADTzeVhAfV/c83G3fy2QGMeaHgGPN9QL4tbhThROxTs1ZDwD1b/rYX8P8A2VMOXhy/R5dozGvOaBd483lS1Pyf3PuD6tkZqAgAhaoXoNvR9TnXuDoAUcyAhQKBQO71b18nnwtXF+yvZqACDP1Y9Gw+ZYa+/GyoAHDgcxOUrvjPfNNFilB7NKUELUt5vqVvYPqAQvRQCoAIM37rgPm+pmohw417hgMMiFuHT0a/zrjS2K3p0AZ7IhVmgCPLA+bT+d2oFOVrdymHwy04nDkTGmeWvfnIAVpYBEKVtgfNuHmBke76gooB6IgzcB5VoPmgNPMDI91Q5WodmggIs0xw7hEf1vxqHMA2UGaCFWciFLYHzb3d8b16hQNlMPvAPKcOnPPPdrQAUFkaBQedLejxF3zC+Lf2qdmluyHW372/oB3DjvtZ3Z4dm4UELfva/wA7D7bY4VAEK9kad/TAfkAACP3xXZVSCPCec5T8+zOmUsFrBzCtaAFfoBURzw7+TAZC4UtWoWvw9Sth+48PQGRqHm2G+P3oCPoVxToF8bJSgsj2bDbGbgH5Iceff0FUEdvw3Gfd486QAwNAoIcuPmiFfMClq/38AM3Zozb0cV/J/c65pxCgV4bKAUALDRkQHA1pan0a9LUtTZeyNbBxAQqHHzbgHZEOWLXvw2U7KRlkA7FWaiA0xWw9n9y5De3MBEL0UGbBRkPSpgAC/ZpX8XYL4vxuF6AM82eQhbjVm/oZoIcvZSygzyZyADj97X6AX6+b9dlTnw9nZ+HjzpOzirPG/XFP53bOLj+YAPRCgcQwHQaV8ljHOmKhSzhClBoHAQt+9vZgA769n3JQA+iFhAcfvb18mFcdKXoI0tBMcfJA+PvqpGmQ7xOpHwn2bqVln0fNC4CAWALALOfxVgtm9RHhwcADnshWw+iGQpWv4q1xtWtb42RkAAQ80Kg0HAbV7AV/Wwv39mnWllZZC3mhxAah+9G/4sPr7NL0rS0Fu3d/NPEcY/DWBH6MGM8o4H3+48KcAXAAZD0g+jmtP3Iet75yHBQZCjIAyGRD0ach/pXv48rIDIUDzQwFahy7IX/Fh1z2cjys8GQtRn6QCI04D2c1dh7KgHEOdK4oiDll26DUzAnPvHfRgIPIdnD5DzEMAAtRm9AEB7PLsh+QPGnPhjZezSnmhnkHHs48zFKVp9fBzLI2Ds8RAah+9EK1djThkB48x2BAKAIhWwcL2pUK9jx9Lji+1gRMzB4E6yARlPdzrIDMdvbvGo4Z0wArTzeHKlaCABX8UFAzT0b1uNNngzcKM1869Q5gyAVEXQW7w7tmAyNQoyGRDHCjI0/Wsc6D34oDgClKsh9EcZpSt/JAAeLPG40sJjMR2cZjx3eOu46YPP8AJmPA+ymCFx80OeL1AWQ4u855+zgoMUpYLD05BjzA64p33s/s4ozxEBsOPNG/4sPs7r7AMiNKgNfNHA8maiHmeNO1TpYRqTIkRz0nVc8jlpvOWnOsyIJFNBmwWDwDFvUDwoz7imLB4Bi3qe7v5PBmgBamcBwtijOPHu5lMW+rupT6vq2r+G/9X73nlHVimU6B4d3qfe/KxToH3pnzP7uetH06fV3f3Pq6bJTFvq42pS3Lu4WxQDz4b/1fveeUdVTKYt0x9vmfWPXrsUxbpj7fM+sevXZ4M4sHgGbYtnup3ckpiwfV0rw7+XunEePD+b97znzhTaYt0x9vmfWPXrsUxb6u7PmfX332d2egfV09Xv8AvhKYsH1Yt6v1W9wMe3Tf+r97znzhSUxYccvt8zPjxvsUxYccvt8zPjxvsvZxYPAMW9X6rD15FOgeHd6n3vytOL4b/wBX73b8fzqUlMWHHL7fMz48b7FMWHHL7fMz48b7LToH3pnzP7uetEpi3TH2+Z9Y9eu0hh2ab/1fvec+cxhHDzl8hRTFhxy+3zM+PG+xTFhxy+3zM+PG+xTFumPt8z6x69dimLdMfb5n1j167MQ48P5v3vOfOYwjgN3w98e/iaKYsOOX2+Znx432KYsOOX2+Znx432KYt9XdnzPr777FMWHHL7fMz48b7SDz4b/1fveec9aMA8js+R8fEpiw45fb5mfHjfYpiw45fb5mfHjfYpiw45fb5mfHjfYpiw45fb5mfHjfZ+G/9X73nnPWjB2nw4j8T5zKYsOOX2+Znx432KYsOOX2+Znx432KYsOOX2+Znx432KYsOOX2+Znx432fhv8A1fveec9aMB3e09nxnw8SmLDjl9vmZ8eN9kpiw+HdnzL/AF8ed1piw45fb5mfHjfYpiw45fb5mfHjfZ+G/wDV+955z1ownz3fP30lOg+Hd6n3vzuU6D4d3qe/je91piw45fb5mfHjfYpiw45fb5mfHjfYD8N/6v3j54/nRB884+Y8xSUxYcchzb1PfxvzKdB8O71ffx53WmLDjl9vmZ8eN9imLDjl9vmZ8eN9pns3cOXPn+3KYg8D5/aPGkp0Hw7vV9/Hncpiw45d1/Rxzzx53WmLDjl9vmZ8eN9imLDjl9vmZ8eN9gPnLlzPHzlKkpiw45d1/Rxzzx53KYsOOXdf0cc88edymLD4d2fMv9fHncp0Hw7vU+9+d0+ZHLnz8yJUUxYccu6/o455487lMWHHLuv6OOeePO5ToPh3ep7+N73KYsOOQ5t6nv435pHnu+Y8aUUxYccu6/o455487lMWHHLuv6OOeePO5ToPh3er7+PO5ToPh3er7+PO8yOI8/tHjSimLDjl3X9HHPPHncpiw45d1/Rxzzx53KYsOOXdf0cc88edymLDjl3X9HHPPHndSimLDjl3X9HHPPHncpiw45d1/Rxzzx53KYsOOXdf0cc88edymLDjl3X9HHPPHndSimLDjl3X9HHPPHncpiw45d1/Rxzzx53KYsOOXdf0cc88edymLDjl3X9HHPPHndSkAMWHn9nq46X95TFh59+PVx4+9aYsOOXdf0cc88edymLDjl3X9HHPPHndSkpiw88D09W4eIfnKYsN+/pfHfivvWmLDjl3X9HHPPHncpiw45d1/Rxzzx53UpKYsN+/Fr4x4+9ADFunst07ufC2Kupiw45d1/Rxzzx53KYsOOXdf0cc88ed1KbTFv71sW7vqtiqU6fV3f3Pq6bPpiw45d1/Rxzzx53QAxYef2erjpf3qU2mLfV3Up9X1bIDOLB4Bm2LZ7qd3J9MWHn349XHj7ymLDzwPT1bh4h+dUQD55g/AUymLB9WbdM+HD2J2egfV09Xv++PSmLD9fSv0cePvKYsN+/Fr4x4+9TCOHnL5CvPs4sH1dPV7+XuTs4sHgGLer9Vh68vSmLdPZbpx9vC2KgBi3T2W6d3PhbFVRhHLw7PkfE159nFg+9M+Z7hC980Ts9Pvb1Pt69dvSnT6u7+59XTYp0+rupw7vq2VGAcfZ2fI+PbPn2cW+9s+Z9vXrsdnp97ep9vXrs8GcWDwDNsWz3U7uR2cWD+7bFs91OFuSq4O3dvHKfj4ePnTFh8O71P7975qdnFh8Bzb1fquHXm/s9A+rp6vf8AfB2Q5B4B09Xv++FRgPLdv7Pn+3KfPs4sP19PV7+fvNn9nFg8Axb1fqsPXkbKjCeW72x/lD219TlYc+PQOuxysOfHoHXZ3ZxYfAc29X6rh15pTFh8B6er32v7+eRxHn9o8a9+Bw8+QPCk5WHPj0DrscrDnx6B12Xs9B+vp6vf98lMWG/f0vjvxX3qQOHnyBTKdK1ERD2Up9Gw+I4zsAFaW6d+Bp6Pf44AcLQbDTPfWg09XHXxANgGenG1uHm04WHHPhwpsqI5nzHy9p40jLIXtwEMXvSgej9XPjXC0G1reaGMWZGgeZ9l+o7KDPTkHfdmwebnuCtMBbYpQbBxapbIhT1c8+/Gzz7vnU6UygUCwVoI9L0plkL24hXpsUvcOQfYP5OPbTu2AAbW5AFs0oP5PuvwAdlp0ClRHlgQ49mw0tz78gqCJ1z0PuP4HvG+mUwNOIjgbDagejjP5h2QAxbAXt3W9APvxDZ/ZxYOWMjb1evD6uADOPNC49L49TP3xsqAsef1fl7aKBawBfwAKWDzcWDkFguHBgUCg0ALCNguAWGgebjNMBbPJwAFhpegjjFaY83Nuo9B2QQDgFKADOOdMebmnt6bKtB4Hz+0eNNAKdmwBRkaDTFaWDzcY+q+KNoH5OGQDurSweb6N+gWzs6gcGeIM91Oz6ubd+PN2bS4WDNPYFKfQpa3UaANM7WUkHXzP7ePxpB4Hz+0eNNFkOQBYAxz7NvRx9VA8Epm2AAAtw82tPNxxDhazNtgAHzbAFaj3ejb0Q599s7JT0as5ERtwpSoeji/HkF77WLZD7O6RrpB48Qe3IUpBDkAWAA8aeqN78KDYLbJ3hgPrtmgd1QHx2dStPNG4j7Btb0MX7u/ZtAHgN74HHm39Dh7KcAHjZT3+0g5Dj2nszqYPnnHzHmKaAeiAh1x3UEPNrzxbpt6gzYKs+3lgc9gPaA069GMhcKh/eCnq8eP1jz9KXCoWZDl+9G3m8qU7rM52E6aHPMb+IjMb4y31FNBm4VZCgcLYsNA8wPZgah30b2aAFrjWtA/e1+gFu6lOvB1LBUAqPHwt6OK0rUO8digVwFGQEBtypW3Z8aUGwY2sPMaHs5VEefDM8xGtJS4BQKB07qB6HAOeK3rs0AqIUAKBjlln1ftAOFeihWnapfAe2mPNH2XDFqbJSgBQLjjja1aVZ48O4ac9lTSUqIUC2A7gp6oD1xULVraiAFRAAC1uH70K2Zz/ezWiiFgClx6cLVAKs34Bm96c9ilAC1xDNP3vq0/vYAK7KUg2tS9r9LY8ylah0sAcL7DLOPN+rlSt+zWoePTkAz0DqIdKVwz7elrcAM0oAB9wrlnmFrhi1L7KUWAQqFR6c7Ur5lLCAgPcFsbJUaWAAxel+HNjoHDHcOwDOLB0oAdKfRD7/UoM4tTnbuvju5cLYoqD8R786QK8g8A6ep0Dw79lqHFnwAenDscgC9chioDsAGLfe3Twxwtih2ceaHh3er7uHMKKgA7zw58OPMHx40AyFAoAcsfvfVClBC1OQdB2aAUEBAAxcLer6nAQ6U5UsC0oICAB9VOGfN5+/uUArgLhkKD0x5ocvqAOQ7KtSdkBAPN+r97X6IUGvLNqcB2UA7QAAsgIh7a+jf0A4d1w4DYEC1LWHNsYvZgRrX7PBaCFLBj2DZn1fzchpyVEDh+GmngO+gGagACAWpgAx5oDUAd9BDhaluAKAVALBUKY/1tx8yw05jwGgcilBAQC1LW4ebXLP5uAZ4LSghYKDYP7W9RZp07gxgQUjPdH7I93uoALMj2Q9gWrVmtaOw60509myAzwFkK2HrkK/RG/dQaB4OAAr2adWahy7Nb9noFqUoHK4NoIUtfjbl2fVpi3XliiqsN/AyRxmBHszpKWZGgUAb2C3o5/F9c/ZSgI0yOKWyFv3oD/Ow404B4bPAL0pwCns7PHsVr3AFg5YACoMj2bUoNADIdn1K1wP1U5KqBJzzAIHLIqPaDTQCo0AKA0FrcQoI38mOL8OYW2UA9AaZCg25dn1B4gHPNK3rsgBiweaN6AHHs+rxuH1UDg4GaW7ICLIgOOfZr9AOQ5p0HkqQMxlwM/wAnlyO/ee9ADFQ77fveyH633fnHIbKAUoPZHkNhzRn9z5CFQ4ewNlBnoFLCFAC/o1pR3frYPcoMhwZC9BC3C1/1ugDcPz4GipjSNYy0ImABu7DPI9lMAKgzYKBYemBD6Fa4x1C3ABnFWch9Qdi4fi7Vp3/UILQArQAoAgPjS4+bThatPbsAzigYHlz7Na1dhwrmndyZcfb2fMePOszPbpp2D9nbQDNsZABxinYx+Lt9deYcHAGB7NqstBa4B5uKO+QBb6wyCAz6Pm2wFQ4j2ebvNR407tlBnHmh6Nu8BZzV2FxAONOnDahg/nDXcc93Pl7u+KcDIeb5uBGlA5gzj8XxEb09ohQaKADbzeAcOIdkKhR2HWtOz1xYAMCLIYZapTj5t/1uw9+PZsoBcKs0vxDoz+55EeF6VyFLZjIjtG/40pQCtLBQGmRxTPZ/cwzy83jmllFkOzZkKhWuQz2c/iwqOM09tKAgMgNPNpbgHLshUPxeR4063ClloNLM8QGwcBBm4fiwvz9GnGtLWMiCJ3ceC656ae7cKzwkQeBEjw7pnxy1NeYANqgAXZHAW9G/oDcadeghSzmWQtRkOPDHojUPxfjTrUQpZvZwIs88h1Z9Sn1h3jwcAY83iAjbn2QAbu617w7qUtUnmfO7U5ZDwrSnAA2HsgFwHFvO7Nb+TAP/ADaXuN6KDFgAA4DnvZpWrq48qha/UQRkLB5vABCgY7PZAKfi7V4/WIUs4AEKAIBkeFqCDP7mAXHPo3rmlpBIHecvDn535GsnBk5a6ewe+l7PTj+YM/i/rGvEK5ADs9Pvb1Pt69dlZClLAGOF+HqBfw44pZaYsGeXdf0c88ceVok+e75DwqkHgfP7R40ymLD4d3qf373zU7OLD4Dm3q/VcOvN1OgeHd6vu48rFOgeHd6vu48rJ8yeXPl5gQplMWHwHp6vfa/vOz0H6+nq9/3y+mLB4d3qe7jfkUxb6uFvU91L3zQD5z5cxw85QplMWH68Wrwx3V4e1AZxYfAcWxbHdXu5v7PT729T7evXY7PT729T7evXaZ7d3Hlz5fsyhTKYt/etSlu76rYqlOn1d39z6um3p2en3t6n29eux2cW+9vU/v3vmoH4b/1fvDzw/NV5Uxb6uNqUty7uFsUAZxYPAM2xbPdTu5enZxYfAc29X6rh15pTFh8B6er32v734b/1fveeUdVXn2cWD6uleHu4ew7PQPq6er3/AHx6dnoP19PV7/vkpiw/Xi1eGO6vD2vw3/q/e88o6qvOmLB4B09Xvtb3J2cWDwDFvV+qw9eXoDOLD4Di2LY7q93Mpi3961KW7vqtir8N/wCr97zyjqq86dA8O71PvflYp0D70z5n93PWj6dPq7v7n1dNimLf37Upbu+q2KAefDf+r97zyjqq86Yt0x9vmfWPXrsUxbpj7fM+sevXZ4M4sHgGbYtnup3cimLB9WbV4Z7qcPZOI8eH8373nPnCmUxbpj7fM+sevXYpi31d2fM+vvvs7s9A+rp6vf8AfBTFg8A6er32t7gY9um/9X73nPnCm0xYccvt8zPjxvsUxYccvt8zPjxvsvZxYPAMW9X6rD15FOgeHd6nu43tacXw3/q/e7fj+dSkpiw45fb5mfHjfYpiw45fb5mfHjfZadA+9M+Z/dz1onZxbp9mfM+sevXaQw7NN/6v3vOfOYgcPOXyFFMWHHL7fMz48b7FMWHHL7fMz48b7FMW6Y+3zPrHr12KYt0x9vmfWPXrsxDjw/m/e8585jCvDzl8vfxNFMWHHL7fMz48b7FMWHHL7fMz48b7FMW6Y7s+Z9Y9b7FMWHHL7fMz48b7SDO/hv8A1fveef50YB5HZ8j4+JTFhxy+3zM+PG+xTFhxy+3zM+PG+xTFhxy+3zM+PG+xTFhxy+3zM+PG+z8N/wCr97zznrRg5z5H4+yimLDjl9vmZ8eN9imLDjl9vmZ8eN9imLDjl9vmZ8eN9imLDjl9vmZ8eN9n4b/1fveec9aMB8kcvx8PEpiw45fb5mfHjfZKYsPh3Z8y/wBfHndaYsOOX2+Znx432KYsOOX2+Znx432fhv8A1fveec9aMJ893z99JToPh3ep9787lOg+Hd6nv43vdaYsOOX2+Znx432KYsOOX2+Znx432A/Df+r94+eP50QfPOPmPMUlMWHHIc29T38b8ynQfDu9X38ed1piw45fb5mfHjfYpiw45fb5mfHjfaZ7N3Dlz5/tymIPA+f2jxpKdB8O71ffx53KYsOOXdf0cc88ed1piw45fb5mfHjfYpiw45fb5mfHjfYD5y5czx85SpKYsOOXdf0cc88edymLDjl3X9HHPPHncpiw+HdnzL/Xx53KdB8O71PvfndPmRy58/MiVFMWHHLuv6OOeePO5TFhxy7r+jjnnjzuU6D4d3qe/je9ymLDjkObep7+N+aR57vmPGlFMWHHLuv6OOeePO5TFhxy7r+jjnnjzuUxYfDu9T38b8ynQfDu9X38ed5kcR5/aPGlFMWHHLuv6OOeePO5TFhxy7r+jjnnjzuUxYfDu9Xxzx53KYsOOXdf0cc88ed1KKYsOOXdf0cc88edymLDjl3X9HHPPHncpiw45d1/Rxzzx53KYsOOXdf0cc88ed1KKYsOOXdf0cc88edymLDjl3X9HHPPHncpiw45d1/Rxzzx53KYsOOXdf0cc88ed1KQAxYef2erjpf3lMWHn349XHj71piw45d1/Rxzzx53KYsOOXdf0cc88ed1KSmLDzwPT1bh4h+cpiw/X0r9HHj71piw45d1/Rxzzx53KYsOOXdf0cc88ed1KSmLDfvxa+MePvSmLdPZbpx9vC2Kupiw45d1/Rxzzx53KYsOOXdf0cc88ed1KaAYt09lundz4WxU2dTFhxy7r+jjnnjzubKV9PshyDwDp6vf98J2cWDwDFvV+qw9eXpTFunst04+3hbFQAxbp7LdO7nwtivBJ4nz+weFexXn2cWDwDFvV9whe+aJ2en3tnzPr7+u3pTp9XdTh3fVsU6cuHdTh3fV7AYjf7/P4Ury7OAoHAPsH+l8OvW4XDZKBbzRoIcuLQh6le/n7dn0GoeaGR4cQBkLeZURpy7rhYEpYABm/mhjiFBG/Z4B/wD2htdWPbpv0GQJOfL2k6UpoAFQoHELdwBX6NLU605DkW9kbVAcAHfUWQt5o59gYsG3HuqueqpLMkmQ1ChhgtEi06fGzB0XYtvE5Mdiywy8c1Z7APzT9ph26aFoOyww+aABpQOMIS1bzahg+7fKSx86iAtstGSCyDLbTxmoCLDk4yAvC1QCgNMMDQONLD956F+j71g9O+ix6V2JdlFlsfQW795rdzaAjFC1s4GQBnVkQXGQsRJIWGr+a/X3+iq+jL6OvXtvUH05b9PX/SGzW9kf0pt/oz0fa2vYPRTbZaTaLVraCdqt7VduW9me1fvjZdmvdGl0IvSXg1pZkWQrwwNrWtQPyeAd/StKbFBtYbAAcciLNQp2LfV3WAduEY23gkkoElb+EBXMGgWnwmChKC3bLDawfUi4Mg8YLNAz5B6S7YgLR5h4JdgBF222D522wzDFMnefalI/XnpmDVlxL2G2HrwSSWklnTw55Jpp2LgDqiNGnr1gGG+2DANOxF4HZaaBkQD736Pv6HX6TPpDO03th9GWvQvo3Zbl2zc9K+n2vbHsl29ZIV7Wxi1Zv3tsIbqm5YtNs4M/lpBB/rj1H9Wds+kL0HY9Z/V2/sl71c2rZk2rZfTF241vZtqtuFIGzr0Zvu64ouIbSm04a3cw3FZBaLoAiA0+l+YA/J59446AKcqBSw/XT1bffzdo0t3fqyjTUCjxNCky2yhuMITLFlIqqlS7JVtURDD52VF6cdMh2RMuDTx268qyIi+BoW3nZaoG0ltMW/JAKewR+j9gUxfb8z9dPU/0z6h+snpL1W9PJZT0l6MuW1uts1w3dmv2r1pL9jaNnusltns3rNxHQvbRxJV0V1ZR5PpL0ff9FbbtGwbSbbXdnfAz2mL2nEAq9tiFJRgQQSoPEA00QG3mjfsgFuHmj+T9eMebslBqFq1G1uVAp6OKUxa+Nn0G3mjTtchwFKU8zkIeIUHZlKAAUtgLc6BT0M46+IbfLVyBSRlA0013HPLkD386ZQbWvcRCmcU+j7wCuL2Sg2sOOHWgW83GL4v6OzqDy5B3+jb0c0EbXHrs2gjS2WgZxy7Nfo5qHURtfFVI+8P5XZoYy+zlrl2UlB/JHABwvWmPNxfOPV2aABX0a4Dvx6ub9/MA2WmLDdoQwNKBS3odQ54C9gqAGKANxGvcHZoF2fAAH27WBH7Mt458suZyqoGY359oyOfdSdkQwzypQP3tw8zr7g4AlADgFg91vQC42tnZwBWlhuPLgFAoIAyOLc+F7BslK0oFe00AewKCFPMsAW/KDpz0G73g6xEzxk+ytMvaIGQ3ryB4DfA50MAFqhgOXdx7IXDxDrwKWCoZGvdgaWZ7q18eSgFhtcbBbOLeh42p1wGxSghUMBauK2G3m91KexnahMsSN+h38Mu098d9UI39g1yiAASYHMbsxypKXrT0QAAtnFg82lxsFKcKBs2ggAWG+fZQRv2a/aHfs6mAELjfrwsPmjxHiA3yI7JxrSwW4AA0pb0ciNetwsHGyk6TOs90AQZ3658ec1Xz402lwAAC39y3o8ONQtxrsgBUa0tw7rer7RAQ7x2KDQLDURp3hatA7AhXupkKAGygzWgAA8Kcvo29AevHoHMbT7t2m7fPhlORoMyBxpAZ4iFLhwvTzbD5geAgPt4oDIjcQzjuqzT6AYv7bjfZ9KiDIM4pf/Y0D0OV7/msghhkA77fR823oZv3htNWw9u7xOGd3PLfTaVEAALB07qhdkbB0/u7ABQAqFK+zl0+zw5uBkGQAadMZEaVAPM7v71dkABaoIh3Wxin0M0r177BsqI04n5Ajdz8723GlAt7cWt6PULeyttjs8w+oB/J9X71DpT0BmgBalbe21vQ7uP59m1ZtQBt0pTFrsh7cgOeA7KR2eY1jt85SwGQtYOQWDpYPND7+yigAhSgdAsHSoej9lPAbKAharOOXs5shQMWv9Q7AUGlugWEPyfV8A911R7aQL0t3ZHlQA80Kf3ADIbABQQsADbl09Xv769bO7GKs/UPT1e/wDPFoBSlQtwHli1mcf3BxspSgFQ9Hv48qfRDP5qcNkZDgIX4ceXJkMUr9mLr2RCggz9WQtT6I2/uVDYpigchAad2AFn2eAddlI8+e7yaGQ4CHdT2Vwz7Q9o04bKAVClAqFKd1q4Z4ezhTZKYEA5UAQxjmzga8r9KgOy2AQEAt15W5s8L1t0px2jx4+EZfsy1pS/kjQBpYcZqzXDHG4hwrsos+cFgGt+lhZ49in96+yAFBpSgUqFhyFMVZrSnTAAA22Wlgt5wWpThageji3EQx7NpBnSnnwpAC7NhtStv3lQ/W+X1+Oy9m1AZwIDWmQ80K17HDgH1U2AZCuAuGQC3ClB7ABivfTwcDPo+aHAB5/RAfoB34AaUpW1I01iP2a+3zrXCO72yIiD3Z150vgbhyGtQoNK9kBsAjy9uygGKhcQpzxTHmcaXoA9dhoKUGmKdwBbHmgHTHfTZAClahgQH7M+b0tUe7lskeMe0gfGmkADhqP1c5HAe7lTgAfNsGBDhb0aV80aVoFKiNeAclAPRqAWDsj/a0r5ubAIXDhTNkoPAK0EBCoDzCv0a8AxT27LTPm4aAe/0cUYG4U4dK7MQ57vbH+UPbVhoPhp3U0GbgHZG4CGByHZ9QOgWDjjYBkBp5uWQ4DkOzjzPGnSwcHdkK4pcKiHLza/zseXWvS+wyyHm1DiIYHiAeoOBHFwsF9kjiPMR7x7KzIE5AajdzWfePaN80AAWozkAEAoOQ7OKMWHFadLBSyss0Fm3HlTIMBajvIcgpgKgHBWWfR82tQEO6nZsPmDwDF7YHZQZxYbgF+7sgP0B4154twrUgbvP2Bx4Rr2zpURynTRZ3KePnPjkgM2CwDYQ+tn1AuABgKcLcnAGBFngyNaUx2a18wPYFADFuSgFBCgfVwHsh+QNgvzpbhsgM+jbhTuCrI283kHDpbbM9/HPn5131BED593znsjeCKUGR82rIWrkADgzmrFh4BXNqAHBQABAPNDACFuICyAj6Gc860uAcEAMCLP5I0pavm1t2ACtrejgM8HAGABnmAjT96IVqwFBrYKgGMfkxVa8gZCoWD0h9lmcD2B+q4/XsoBSnm8AELBS3Yr9AAAf9j7eADI1ARDlkOQgN/Mr9wsFqKDIW83ACFgDPmjbzOnDpWgBaT58B7sqmDllE7zlrG/hSgyNqMhS9bfvRqP4ute8A6UpUHMs4GgZZGwYrSoh+LsI8QAQ6iABZAAbVZCnmji1+yA/QALcvNuAWEcKyA0CocOXIWaV8ywgAWrXHDg3R2nxj5VFKAUpYLV4Yuzj8WGfZxzSrLqYsGeXdf0c88ceVkALhQAp4cGfVDiGAELgHcC0xYPvTpYfDGOUVGEcPOXyFFMWDPLuv6OeeOPKxTFgzy7r+jnnjjysAGLBz+y+LD4e4piwc8B09Ww+A/mVGEcB4cx8o7zRTFgzy7r+jnnjjysUxYM8u6/o55448rFMWDngOnq2HwH8wAYsHP7PVz0t7lRgHkdnyPj4lMWDPLuv6OeeOPKxTFgzy7r+jnnjjysUxYPdi/o58PqsUxYM8u6/o55448rKjB2+zl+Ph4lMWDPLuv6OeeOPKyUxYPDu9Xxxx5WWmLBnl3X9HPPHHlYpiwZ5d1/Rzzxx5WVGA/tPZ8Z8PFKdA8O71fdx5WKYsHh3ep7uN+S0xYM8u6/o55448rFMWDPLuv6OeeOPKyq4Ty3e2P8AKHtpKYsGeQYt6nu435J2en3tnzP7ueuzqYsGeXdf0c88ceVimLBnl3X9HPPHHlZJ4+fIFIPnu+YpvZ6fe3qfb167HZ6fe3qfb167OpiwZ5d1/Rzzxx5WKYsGeXdf0c88ceVpk8T5/YPCog8D5/aPGm9np97Z8z+5nrsnZxYfAc29X6rh15upiweHd6vjjjysU6B4d3q+7jysnzJ5c+XmBCm0xYfAenq99r+9Oz0H6+nq9/3y+mLB4d3qe7jfkUxYM8gxb1PdxvyT5z5c+XnKFM7OLD9fSvD38PagM4sPgOLYtjur3c39np97Z8z+7nrsdnp97ep9vXrtM9u7jy58v2ZQplMW+rhalLc+/hbFUp0+ru/ufV029Oz0+9vU+3r12Oz0+9s+Z/cz12A/D+b94cP2bledMW/v2pS3d9VsUQGcWDwDNsWz3U7uXp2cWHwHNvV+q4deZTFh+vNvV+q/vfhv/V+955R1VedMWD6s2rwz3U4exOz0D6unq9/3x6dnoP19PV7/AL5KYsP19K8O/n734b/1fveeUdVXnTFg8A6er32t7k7OLB4Bi3q/VYevL0BnFh8BxbFsd1e7mUxb6uFqUtz7+FsVfhv/AFfveeUdVXnToHh3ep7uN7WKdA8O71PvflZ9On1d39z6umxTFvq7qU+r6tn4b/1fveeUdVXnTFvvbPmfWPW+dimLdMfb5n1j167PBnFg8AzbFs91O7kUxYPqzavD3fZSQx48N/6v3vOemcKZTFumPt8z6x69dimLdMd2fM+set9ndnoH1dPV7/vg7OLB9XT1e/l7gY8eH8373nOd8KbTFhxy+3zM+PG+xTFhxy+3zM+PG+y9nFg8Axb1fqsPXkUxYPAOmfM93unF8N/6v3u34/nUpKYsOOX2+Znx432KYsOOX2+Znx432WnQPDu9T735WSmLfe2fM+set87A3Hlv/V+953/nVEDh5y+Qopiw45fb5mfHjfYpiw45fb5mfHjfYpi3TH2+Z9Y9euxTFumPt8z6x69dpxDjw/m/e8585jCvAef2e/iaKYsOOX2+Znx432KYsOOX2+Znx432KYt0x3Z8z6x632KYsOOX2+Znx432kGd/Df8Aq/e88/zowDyOz5Hx8SmLDjl9vmZ8eN9imLDjl9vmZ8eN9imLDjl9vmZ8eN9imLDjl9vmZ8eN9n4b/wBX73nnPWjBzO74T8fOpTFhxy+3zM+PG+xTFhxy+3zM+PG+xTFhxy+3zM+PG+xTFhxy+3zM+PG+z8N/6v3vPOetGA+SOX4+HiUxYccvt8zPjxvsUxYccvt8zPjxvsUxYccvt8zPjxvsUxYccvt8zPjxvs/Df+r97zznrRgPnuHx9hpKdB8O71Pvfncp0Hw7vU+9+d1piw45fb5mfHjfYpiw45fb5mfHjfZ+G/8AV+955z1og+e75ikpiw45Dm3qe/jfmUxYfDu9T38b81piw45fb5mfHjfYpiw45fb5mfHjfaZ7N3Dlz5/tymIPA+f2jxpKdB8O71ffx53KYsPh3er45487rTFhxy+3zM+PG+xTFhxy+3zM+PG+yfOXLmePnKVJTFhxy7r+jjnnjzuUxYccu6/o455487rTFhxy+3zM+PG+yU6D4d3qfe/O6fMjlz5+ZEqKYsOOXdf0cc88edymLDjl3X9HHPPHncp0Hw7vU+9+dymLDjkObep7+N+aR5I5fMeYpRTFhxy7r+jjnnjzubFMWHw7vU9/G/M2E6RHkr8DSvrgGLDz+y+Lh4+8piw/enS4eOcc1piw45d1/Rxzzx53KYsOOXdf0cc88ed+CvbweQOz5nw8Epiw593THjnHNKYtxD8w19EfZ3hxy6mLDjl3X9HHPPHndKYsOK47r+iPPF639qowncD5j4k+QaZyHs0r/wDNCyF/MGvdcb4Hi2gVCrI0ry4ADICNmBGg1twvgOL6V7PmjgOGfRGv636PAeFbUDIx+60dSy3KZ6jwHCL10mri6kisn1l6yDb4onGDJkkWcpzpp02wJh69JGmnr54DTDlgHQOwbaaaFj6D1Z9XfSPrV6Y2X0J6KRG2vasbF7rlLVmzaUXLl64yhmC21BMKrOxIVVZiBXJtu2WvR+zXNpvyESBCiWZmKhVUSAGJOpIAEkkRWiN4EqosKTEhVZWVtOJE1mFDhfsGDLtkSjSCdKi/ePGKi0z5VlYdNMeaAiy5a9MGB2jLX9RMr4dS1FZerIqJVPdi0LJNyLYHTVO0XJl2quxF4ZHssi0INg7YaF4IVCu2F6n3i9NGEPlb5UNLcUoSqXVXDJt8wZNKRN55QkqlWzR547AsVLkjj9ZfMuxedtpKdOnZZpppikUcxY2+UDjpBTH7gUhEZbKstsANDZ8A7Bs8000INNj2+07LdrtMMO6siy1UNv8ATT6DPoN2Xb/RHov0Vt/pDaNrv+j7m0WvSq7OtuzYFpbh2mzAuq10JfS8lkXA2bq5Uq6Oo/jdf6HD0X9J/wBP3pT159NbPdf1RFv0d6b9JWWe2V2i7sezWdmOwYoBPT3tl6S6oMi1cwrIw1uaPp4NzFiN9EC2oGGQboynpjDpp0SSCQADLtPJs+UHsuQZZ/GuwGjx4009bFp69aaHIYWi6Fzjpy0JpguFfJt+VDsssNMgDQiNK+a1UAZEAAQuAYGvG7owL8Wu0LseyAAHYwPEQ9IRHN6BXmPLIEZWdph108e0bdNCyy/DtVBh2I0aeCDLIiDTpnz2WaNCIAIUAaiH9q3/AFX2b0b6Mt+jtgsnZ7Wy2wlizs6hUVABCCFILGR1iCxYyZJJr/QTbvpZb0HsOyeg/QOy7F6L9BbPZtbDsXozZbI2fZ9n2e2i20REthcIyDOcsyxBMmrRe6RTkx5Ecy4jKKBR86aRiKC5ADLsXj0w8UCx4WHLpv8AGD+LctD5jA3tUBGgzl0GoVD6QjjlSgejm+LiH21PtPD9/L2C0s6nnjKYqqX8NXppPNPir9gXoMiXAHxfyD1lt26aoNGhARGlWgrWa3RvqaiCYiw+ltGDxpVPlkt6pIq4LDLL96TKNMMGCigDDPZetuWW3fkDLIA08Za7L8GnjDT15/kn/RIeo/pT0p62+s/rz6P2ldv9GbOdn2e/ae2bW0WNn9G7NZ2J76NLW9otB7b3WP5JxbOJUYAx+bD1tHpn0q6bXbNu/ecIlxDjtMVUAIZzUnRT1lY7xIBkT7OPN5cAyPZvTsDz+yrPNOyFQ83LQANuIdm/oYt1C+A2dTFA+kHDhRn1BtWlM8L823sNOItCH+xpXzO+mR5Dz/kqvejzJ8+eZpvZDzagF2hER7uz6mL9we3ZoMh5vm3u0NhuPm+p37OoNvNwFcBavZuPmfVcevNvZH8nHZpYLB5o/kdBtcevNTz8aaDIWtwrj6Xm/ufdz7tkBkQCwDimOI0p9EOYVG/ULVF1PVpcAwFvR9TjTFx680oNrZaDhwDs0+gPTmPIb3ssTrGmsRqPxPcDuqoUAzJ7N2kfAUgBiw2C1rVGnDsCFbhcbXwF9kBkfNoFaUH225uw6c+/OzwALW5cP3vqj0oFa4sPFGQG1vqDHm0+gFMe8L7SGgZbh/kjx1Pt41Mdnh54DwoBkPNtS3a5BW1x8z3d4X2bSoBUBAWh5CFrD+QNq99eY8XiGaB6oB/sa2FjI0HiA/mSlw827IBwAKjb1OOK09o2pWN4/Hd8Tl7qjDyHZGWcT7jBptL17I1DpxsH9LGt/qG1OLOzYAoObh3dmlPM6jS4gFMDt6Azjzc0r+9t6nEcbNpaoBUO7uAR9DA14ddrrxB4TzAgAa5HWOPZVImB8DIyXXXSeUeymUuFQx0G4Wr9Hv58K14uAADzhDutetrAPZ7ufO+x2bMhS/8A/bT+dhzz1EBpxBC4AADw4cRAKB6I8LjXNb0ptoMvMVKgDPXTt/NM9gmfCgAALiHda9bWCrNq9K/VUEZC9RD6sgNLBVkeQAFB7tlEKiAAGOWKjTkyP1h4BstMB2RznngQCvY+329VWjPQRnu/Vjl+zkaZQWhC3da1fNEPoiFR591qU2WwUAAqNgAKB0t6Na04fnGoLSlAABER6fvceZWue7vygM4sNxvm42t6A/XUPzqQMv2xoOB4Znd7m9kRoIh9X73FGeta2yFsbAMU4D4d3Jn706BV1gEAABG9+VLV+hnxGvIa7IHaGlgvwAAvdn1B6/emyowgyDOWQ8F+Xvo7Pqjw4D09X706BVOwH5P1d3qj1+4BVQBq1sj+SFw83HmdRxXOAqFABG1WfAAqIW5sCHEaU48gEKKgLyO7X+1J3DmPJpoVCnm1+7PqdembUCuzhZAQAaVDuH1fU5Z5DwrUNl7ICAW5cBrwHgxXl7b32QAFkQ82ocQp+9xVnIBbwDkIKYTvzGQ7D1QfZpy15jICIgAhfgNAvgaWY7u8PbsAzQaUzimK+b6nEbX+wR2Xs4EAreoCAVGvm+qF6Uzx62EpUAGl+gYEOyI0ozmtB+vmAKiJjectexdY3Ce320gBQcUAenLs+pztxEe7ZAZpag8wt3VsDIcR58/a6lWQGl+P9qPBge+3O1OBSoMj2b14AHTtfQHhcK8BAeNAVGExpw8ThyPLMx300AsA0DzbYtanIA6d9OA22cAXpQLhbFApSlPNpiuA5BTjsgBcLDRr6xtjzRGvC3MM52ACwUZ84BtQBx5tAsz+fFNoJg579PZz5nu9tacyFgtdmlaZpa3o1xbhYOIbKDOQoGPYGPUpQaBzuAbIAdMhYaWtTHm0Cw3sPDA7KyHo2vTsjQL8AAMdw5DoA42gkGDMaGN+cROemefmZA8P2aa8aRoKgA9m9MBwG1sXp1EKUxyYADUKgOPdcKMjxDhTN67etApgLY6YG3m0oPGgcL7eXZELAyNKgIBTqyIh6HQfzDzKZHZHZoMs+fw41FOAKizQAuFA9lMeaOaYv7NlABt5tKs07qUz5uLWrXpTYBkLVAc1Gw3x6nTYAKUoA2HlgBpWlWQoHh7dqlo0nvnlnr2ajeeJqYjXTl3cuB8faoBUAqAYvUL27Ifk9+RuH1OAMDQAGgDgLD5tfodRzTp0aADa2BoFgwNMeaHtpTF67OABtYMCHdgaB5oVDGKUpcB2tIMHLcTy0Os8vAb4qIHDz5A8KUGcWAKNAI24D2c+YF7DWvZ6DwBWWR83zQ41sHQQr5gUHHW1tkABoFvo8KcOyFvNC2cdnqA7PABta3miFArTA2oz04Uxx2zII0nd7l7d8b/hURzPmOHZ7TxpGWfR83heoXqHZpXzPtvnkOyizcLceXOgBUex0rcBGvK1HM8LAFKhjoA/kh/8zgLDsghYKBcADhe1KfR/9nuHG1fPu+XtNQwEHu0Geo/ZTAZxUAx407PqcKcOV6bOAMUAAwPPPZ5MAGA4CGAr0AAApbiId1QD1cVxUAvSw8FABAAsAW4BgQEAD6Ijz59wcFZe7jrGh8Roe2Kb2QtYaUHgPq5/F9MCHs2KUwA88D0C9WOVbDXvDGz+yFQsFrYDkGPMxnAgHjZAZsHmhzwFLUC/mB9gdLBZ593ujKtFGQ7tOUfLMU2g2ozgA4YEBZxVn22HIbOAMeaHEMUAQ80b+YHELejiwDwWlsB4dwh9Dnwp1yFkABsNA4CNADj2ceYHAOAhSl9lZsIPcPPjNKyA0C3Bnv8Ao1r5thtx5Bj6LqYsGPd0z4YxyaAWCwVpewBcBCn0AxS1gwFhyDqdA+9OnTpgPYqKKYsGPd0z4YxyKYsGPd0z4YxyKdA+9OnTpgPYUxYMe7pnwxjkpRTFgx7umfDGORTFgx7umfDGORTFgx7umfDGORTFgx7umfDGOSlFMWDHu6Z8MY5FMWDHu6Z8MY5FMWDHu6Z8MY5FMWDHu6Z8MY5KUlMWD706WHwxjkAGLBz+y+LD4e5aYsGPd0z4YxyKYsGPd0z4YxyUpKYsHPAdPVsPgP5imLBzwHT1bD4D+ZaYsGPd0z4YxyKYsGPd0z4YxyUpADFg5/Z6uelvcUxYPdi/o58PqstMWDHu6Z8MY5FMWDHu6Z8MY5KUlMWDPLuv6OeeOPKxTFgzy7r+jnnjjystMWDHu6Z8MY5JTFg+9Olh8MY5KjCOHnL5CimLBnl3X9HPPHHlYpiwZ5d1/Rzzxx5WADFg5/ZfFh8PcUxYOeO71bD4e5UYRwHmPl7e2SmLBnl3X9HPPHHlYpiwZ5d1/Rzzxx5WKYsHPAdPVsPgP5gAxYOf2ernpb3KjAPI7PkfHxKYsGeXdf0c88ceVimLBnl3X9HPPHHlYAMWDn9nq56W9xTFgzy7r+jnnjjysqMHb7OX4+HiUxYM8u6/o55448rJTFg8O71fHHHlZaYsGeXdf0c88ceVimLBnl3X9HPPHHlZUYDu9p7PjPh4pToHh3er7uPKxTFg8O71PdxvyWmLBnl3X9HPPHHlYpiwZ5d1/Rzzxx5WVGE8vMfMUlMWDPIMW9T3cb8k7PT72z5n93PXZ1MWDPLuv6OeeOPKxTFgzy7r+jnnjjysk8fPkCog+ecfMeYpvZ6fe3qfb167HZ6fe3qfb167OpiwZ5d1/Rzzxx5WKYsGeXdf0c88ceVpk8T5/YPCog8D5/aPGm9np97Z8z+5nrslMWHwHNvU9/fzdTFg8O71fHHHlYp0Dw7vV93HlZPmTy58vMCFNpiw/Xm3q/Vf3p2eg/X09Xv++X0xYPDu9T3cb8imLBnkGLep7uN+SfOfLny85QpnZ6D9fSv0eo/fKdnFh/uWxbHdXhbn6dnFvvb1P7175onZ6fe3qfb167TPbu48ufL9mUKZTFvq4Wxb7K8LYqlOn1d39z6um3p2en3t6n29eux2en3tnzP7meuwH4fzfvDh+zcrzp0+rupw7vq2QGcWDwDNsWz3U7uXpTFh8Bzb1Pf38ymLD9eber9V/e/Df+r97zyjqq8+ziwf3bYtnupwtyTs9A+rp6vf98enZHkPgPT1e/75Oz0H6+lfo9R++X4b/wBX73nlHVV59nFg+rp6vfy9ydnFg8Axb1fqsPXl6dnFh/uWxbHdXhbmUxb6uFsW+yvC2Kvw3/q/e88o6qvOmLB4B0z5nu9xToHh3ep978rPp0+rupw7vq2KdPq7qcO76tn4b/1fveeUdVXnTFvvbPmfWPW+dimLdMfb5n1j167Ppi31cbYt9lOFsUOziwf3bYtnupwtykMePDf+r97znpnCmUxbpj7fM+sevXYpi3THdnzPrHrfZ3Z6B9XT1e/74OyHIPAOnq9/3wDHjw/m/e85zvhTaYsOOX2+Znx432KYsOOX2+Znx432WmLB9WLer9VvcUxYPAMW9T3d/KcXw3/q/e7fj+dSkpiw45fb5mfHjfYpiw45fb5mfHjfZadA8O71PvflZOz0+9s+Z/dz12BuPLf+r97zv/OqIHnu+Qopiw45fb5mfHjfYpiw45fb5mfHjfYpi3TH2+Z9Y9euxTFumPt8z6x69dpxDjw/m/e8585YRw8iPl5k0UxYccvt8zPjxvsUxYccvt8zPjxvsUxbpjuz5n1j1vsUxYccvt8zPjxvtIM7+G/9X73nn+dGAeR2fI+Jopiw45fb5mfHjfYpiw45fb5mfHjfYpiw45fb5mfHjfYpiw45fb5mfHjfZ+G/9X73nnPWrg58OXD8fOpTFhxy+3zM+PG+xsUxYccvt8zPjxvsbRw7venM+eOpBPhr3E/EV9emLDjl3X9HHPPHncpiw45d1/Rxzzx53KdB8O71Pvfncp0Hw7vU9/G978Ve5RTFhxy7r+jjnnjzulMWEbcs17PqDbnniI1rdaYsOOQ5t6nv435pTHmjw4dWfUG3924ZFSmgAWsNbDjPZBm4fi8B0zeg3oPHuq7SqQ1DpCceTVN1D8cIBV6WSlJ+5aeFDpR49+MAmnxdumnrDlh82+euXrtl40w8fvAGjLQtbdhU49kePDn2aD+tjeocajkajW7aANLWqHDkDNR/W8AOa2Ea1C9R9f0F6c9J+rnpTZvTHojam2TbtkYm1dCq4Kupt3Ldy24ZLlq5bZkdGUyDIggMOfatksbZYfZ9oti5auABl00IIIIzBBAgjhGmVVItW8qJ2acISVS8Wwy8KmV8X6FDC0RbBQJHhOMNMnXxY0VB46Bp0lfG22nL1t08YbeMC0DIsgAwdLBZVSDnkVAk9dC+AHrDT1htlp6LY1ePKUAPObEa0yNwG1NrZ+91MHD0VSdQqC0RLpsQqjtmrbPZNtPkwqIhQGAu4fNs3AfNFoK0aEGopHUCFVoq0WfFHIv22PxZlpy7aeunjNAdtgLTA9oGWqVdtVYbZs2yIV2/2M/oevpLvWfo09EesfpX0dsNz0h6wfWbu3nY1NkYNm2y7seztbFxrrqVs7Mj3E6RhiZgvE+5svq3sfof1WU7DtRt3dqNzaCnRg3AA7ILVy4GUXEwgOowLhZjkSBUP7Soy58n5ERqPa7QgHEMVwIBUe4Olq/bRXR488/FuDJlkWwqy5cPHrYtj+MdgyyyyLTTLXkxdtg1RkWRaAaCLIDKpD0l1BSiFhDMoRIHgAw8fnRJu2ibJfzR+MOnjTujTDVRBp0DQtsNh2G6h5zXfMCy1hqDk0oQR0Yi4bdOxB6bdk3DswYfNgy09ePHjLkGuyNLM1EGWQAL1ar9168fT/6N9X7FnZ7Poo+kNt2tC/RWfSCWxs1lxKX7t1LN7AHEG2MMmSxgLn/JPr76x7TZ2jafR1u7cO1hihdVaLQYKZDAg9JhzjLKJIxCuSNJMqdQc6oWJI8Ly1iY+KM05JPVg8VaR0N2TeAAlW3i4rATTfKMuAabFyJoHzxlkWXbLTQgA2FNImkR/IJ0cieMFoqvx6rlvijQJgPfkhDTxb8o0UJvDDh2+MmXwtVOmBdsu2mmWXTlp45dO3reJaJGn5VcjFNZdtAUfJRY6IAx2WPLsHHDlhuzAgI+TbbBnjQaVvQZEgDFGcgI4pX0b+gPtuNevH/Lr6bPpe9Y/WD0r6Y9Xdn2fYPQvoHartvab2y7CjvtO1DaETaGtbTtl4luiF0km3s9vZw4GG6binCP1P6NNgsbR6uei/Sl83r+2gXrbPfIOF7N1rONQFBJKIIZ2bCSYzzpvZxa9BaC3Hzb3Y+368inZ5M8A4DcR7Na+Z1pwzs6mLX80MZp2Rt5lKd2R41GgoAYtxqFsAHZphnlTn7/AOb6/T486edaZ2cUDNAx3V+he49/S2yUxaw5tcPREMO+o1zypzf2bBRm9BHAcaX9HFQ7sW2Ts8mcAAYDjS/o4uHS1KbKV5gA2sPo8hz5v7nbH27IDIebUOFccfN4eTzYPr9rxD1eQBburhjH20pTknZC/m8gC3Ls39DpxrxpnaRG+fw8eE+dFIABa3D3W9HGLXD84yGLcOVeXq4GnD6uJT1eP1AIUH0B4AFbc7hxeAWCoB7Q5U9X7fHiDzz3T3cKU0GcUAetu6n0cZtWgddm0xRm40HHDzRHLA8e4fzuoPAMiHDhav8AO7f36DsUvjAUC2a9mn879g5pxwNAMUplKcBrWgWx6Pq4qPre3Ap2Q80AZtkbfvePZ4+OMcV7Po0Dk0Nu6o+h9+HGoAXEQZtUAC370A/neOPEOnO6ka8YEeAz5nMjv1p589sZ0wAvWlgpSwDWnZx5l61CneAAGwAUCvZuNKW+kNOHY64uGM7L2bAHZG9604ebSo+TuAjwEB69U7NRZAAGgUvS1R7Naj2BqHeGfruCD5HnXLtqsRG85SZMzkPDLPszpGQoAWvYAtxtwFnAe0O/Z3ZoAeb3BQB/JpXzMUrbr12UAqICAWtTlWrNR9Cg14U2QA7QhawUpa1LVywNe7uzkYJnLPUTHdzymdeANWGXnz7KRlnAiA141/1vNjFMU6UtlvpYZGlrgF/o+pYBqPW/cGzhvRkGcZGnHzeTOBH2Y4ekoMgFKhxAAt+9pbsch4VzjYDOvk5c+JyETSmssYsPCtr/AEfU7uIh7Mr2aUqFO/l5v7n1C9xvslRGgAyIBUMBf6I1r2eNhCgcQsPFoMDbzR/2I+r6o9KcMe2c/Ou7X290Up1AtjxDA09TNwuNc9+ygziw3p7fRp9DqFx599WAwNvNH/Y/vfV8OGM2qMsiFKMj4cfN9S/Hu5YrPf4+R+2lHZuAgA8sfvQ/I5dPrpsrN8hfiAccY8zu5576uZoNAFkAGuaBQfR9TqNA6hxENkFjAgA5DgIj9H1MCFA4j7cvPbUefdn2iMqQApQOzYenHzcVYEAtbiAW2UAoPoiIV5D6vNnv/NTioADQBa9q/wBr6g2ERGnQfZsMs1oFL8bZDzb3Y5j14Z2ifgDHExx3Z89aRyHhnqI7hv7BwpACggAhUBoGO6gXZ4jb23uGwAfRp3WxjHm/cQpYbidm2Bt3+jRmn0PZzp0HYpUAGlwHgHKnJn2+21cbTUeJiBnzw8u/jPsb2cWGgDxDup9EPrr0DmoBcLDfFf8AW82aV4YG4h3itLhaw04UuPZH8gc16h3Y2AZvSmBDs27hD+d871H7MweOe6I7RumNddMsqzIzyjONNN09gk0AA0AQZHtAPCtRC1OHIaXHu5bKAZCl8h9VaebTlivs2AZ9Ub9A9UfyLWrzC/PKgHoCIDXA0rwoAV8zhmlR6cA2zOUTmddZH5pjU5a9pFQBx86aROeY3b6UArkPSAKB1tb0evEe7lszs3CjOQEMUv5vNjoIcc4CtnAA0CoCAMjew1oNPUre/L84ggANBQBAQEK0AcCDNfod/ER5V2Ic+Ud05Z9/vNWXd2jXtT46cqayz6NWeFBsFxDs1+jnNxG9cBXZ1AoFvq/e1D0M1rwHOKYAAbWGzXKlh7OPMDmOKZvwqoB6NQDIh40x5nXh7dpYjfnymf0T4Zd8zxiYkQJzjs/N5n8M+FNC+AoIhUP7Wweb168MbPAK0taoCFuHm+qNsUz7NmAAebYciA5vigXZ7qV6UAdnAAWsNwpxvSnq5zStKVtXjXFlkSP2Dn2n9uVIJ0z7O75+/hShwsAUqFg50t6I1v34DGzgAPNsGBAKBighYKM4oF84vTZAAOV7DS9Bx6vdmnCldnAAcr9rretACtWb/UPLhtEn8Dpu+QqIPA+f2jxpwAFh7IAFhtW2PRoxi16csbFLAHZC1rcMDajGOA2ALXAeCAA2qGQEMchClfNGlgtWvs2dYeFcUte9Kh6I8uveFqRSJ3TTAAQpUBr5tbV5VwyHtuF6+1wBWlQ5hjIWG/mhx7vaOygyFvNDkFv3tvRCnd1AOVAAGoUAAvgOtsdmt+N/DZVMIy1IyyPaM4yjfPaZ3yAGKh+T38OTIj9vs2ADAU4CFgryGgeaFqZwGKgI4KWC16D9oDfzaeIB432UKCIW7hAOYAFvNrS189wcFWUQAPfRTmyHAe6tAx2Qt1HpjgwLUsGLWvYQAPoiOO/2bPoNA80K0AA5WFmweZ/7NOtdm0sFuYVp3DerFPEPEdlVcTGnjG8eOvneoVCgUAKVC3DA2oyAUr+9xgR2UOFgC3hiwWC3hjGyBzEL24DxAAHh+ceohsoY+/D2B9ndsrPCfPd8xS8rBjw6B02OVgx4dA6bGxsqIPA+f2jxpKYsHuxi33oGxToH3p06fUGy7GylJToH3p06dOFuRTFgx0zbp06d3JdjlYMeHQOmylJToH3p06dMB7CnQPvTp06YD2LysGPDoHTY5WDHh0DpspSUxYMe7pnwxjkUxYMe7pnwxjkvKwY8OgdNkpiwe7GLfegbKUUxYMe7pnwxjkUxYMe7pnwxjkU6B96dOn1BsU6B96dOnThbkpRTFgx7umfDGORTFgx7umfDGORTFgx0zbp06d3Ip0D706dOmA9ilFMWDHu6Z8MY5FMWDHu6Z8MY5FOgfenTp0wHsKYsGPd0z4YxyUopiwY93TPhjHIpiwY93TPhjHIpiwY93TPhjHIpiwY93TPhjHJSimLBj3dM+GMcimLBj3dM+GMcimLBj3dM+GMcimLBj3dM+GMclKSmLB96dLD4YxyADFg5/ZfFh8PctMWDHu6Z8MY5FMWDHu6Z8MY5KUlMWDnju9Ww+HuKYsHPAdPVsPgP5lpiwY93TPhjHIpiwY93TPhjHJSkpiwc+7Hq58PcAGLBz+z1c9Le5aYsGPd0z4YxyKYsGPd0z4YxyUpKYsGeXdf0c88ceVimLBnl3X9HPPHHlZaYsGPd0z4YxyKYsGPd0z4YxyVEDh5y+QpKYsGeXdf0c88ceVimLBnl3X9HPPHHlYAMWDn9l8WHw9xTFg547vVsPh7lRhHAbvh749/E0UxYM8u6/o55448rFMWDPLuv6OeeOPKxTFg54Dp6th8B/MUxYOfdj1c+HuVGAeR2fI+PiUxYM8u6/o55448rFMWDPLuv6OeeOPKwAYsHP7PVz0t7imLBnl3X9HPPHHlZUYO0+HEfifOZTFgzy7r+jnnjjysUxYM8u6/o55448rFMWDPLuv6OeeOPKxTFgzy7r+jnnjjysqMB8kcvx8PFKdA8O71fdx5WKdA8O71fdx5WWmLBnl3X9HPPHHlYpiwZ5d1/Rzzxx5WVGE8vMfMe2kpiwZ5Bi3qe7jfkUxYPDu9T+9e+aLTFgzy7r+jnnjjysUxYM8u6/o55448rJPHz5AqIPnnHzHmKb2en3t6n29eux2en3t6n29euzqYsGeXdf0c88ceVimLBnl3X9HPPHHlaZPE+f2DwqIPA+f2jxpvZ6fe3qfb167J2cWHwHNvV94De+avpiwZ5d1/Rzzxx5WSnQPDu9X3ceVknyTy58vMCFN7OLD4Dm3q/VcOvNOyPIfAenq9/3y+nQPDu9X3ceVimLBnkGLep7uN+SfMnlz5eYEKZ2eg/X09Xv++U7OLD/cti2O6vC3P0piweHd6n96980Ts9Pvb1Pt69dpnt3ceXPl+zKFMpi31cLYt9leFsVSnT6u6nDu+rb07OLfe2fM+3r12Oz0+9vU+3r12A/Djy+9y/ZlCvOnT6u6nDu+rZKYt9XG2LfZThbFPTs4sP3pnzPeA3vmp2cWHwHNvV+q4deb8N/wCr97zyjqq8+ziwf3bYtnupwtyTs9A+rpX6PQfvj07OLD9fT1e/n7zs9B+vp6vf98vw3/q/e88o6qvPshyDwDp6vf8AfCUxYPqxb1fqt7vSmLD9eLdMePD2gM4sPgOLYtjur3c34b/1fveeUdVXnTFg8Axb1Pd38inQPDu9T735WfTp9XdTh3fVsU6fV3f3Pq6bPw3/AKv3vPKOqplOgfemfM/u560NnUxb6uNsW+ynC2KGydM+G/8AV+955R1VfVpiw45fb5mfHjfYpiw45fb5mfHjfY7PT72z5n93PXY7PT729T7evXblr2KKYsOOX2+Znx432bT1ePEOgfudx5DfHpBjZ1MW6Y+3zPrHr12b2enBoMc6Z/FZ6jXA5vspTeyFgBngAY41AaD+KuNL3rao02QGQqHm387h3U/nd68BsFcNAOzgZwPZGtQ4dA/cv7wgNw2aDPo+bagcMXD9zC494jSo1GoVkb+zsqQJIHEj21xLrO0pmdRsPw6dhs8nJkaQiZMtJzSoy9ZT1NMPsOQUE5+/LOnj8q/B6XKmihllyZZZeF2y7xx2TIvnPG0r93JMFtScNR4sIUPo7kQafglPDCuqGQ7QMtOy7L0qSLl+0yFWTLx8+aYauJVsAoM03Y5MjftcB5M8fJj193EW9igh5o1EQrYcADPqY7uNKDwH9W9Xvpp9ffVf1Y/cp6I9JbPa9GW3vPsj3djs39q2EbQ7XbybNduAoEe673AL1q8bbsTbKiAOm5duPs67Ozk2UJwpAnMgxiEMRikxO/hlXPTnS/J5zA7qBHUNMuybhr4w7XGGnfzmYPAywy2eZVmirYg2+BkPKlRL/JzwAZASnmO+zzGtaLorIHmgheIUdVTGmxbdtKwGko+4YabEWHLz4sVUnBt4w77IPH7HxNh60PaYLuQZo1JADI0qLOQ5D9IQv+tiFfEbY5lMD2eIZDlQBr+KxXj322+U2L139Z9i2jaNpHpXadqubXda9tP15ztYvXXJLXGa8xdWJJJwOoJjECMq+O9Nep3q96edL3pDYEbaLYCrtNhmsX8IIhHa3AuAaDpVcrohWtBSNk0Mqk089UDbk+uqwu2Tbwqy8AqXcuewLJdy09dstvQFsAbePG3bsWmmRo7pnfAM4tcKANv3tfoYz9ftUGRCnmjWgcOA0Dg7v30p1DYBm/oje4WrgGQ/pecc6c9vF27b9q9JbVe23bLpvbRfYNccgKOqFVVVQYVVUBVAEAAa/ne16O9HbJ6L2OzsGw2RZ2bZ1K27YJY9ZizMzElmZ2YszEySd2QpAZrSrObgPcDN/Q6hkR43EB2QAxULdnlz7IU9CvLpe+zqD5tQ4UxxHsh+Rm3f31DZKDbzbVDgFgDsjfzLj9YfbxgzPbx5xx4R7eIn0I01yjITuwd8wc44DhTRALWyIBjh5o/kjbOK8L8RbQKha/apgcBT1B59eg7OpgRC1RaxWwUoI+bwAeo2xmqAFKWwyIhbiNKD6I1uAe6+1qiPunduPLmN4MdvPJoAFhpYRERsOA7Ng8zF+Fa8+bQAPNtXIjbIebb0R5Xz383dkOQ2ZvUOfH0OodeYXHZogPIeHDu9TvrW+QqHFUR2+HZ8/dxyQA9G3D/2fUxbu/P6AABSwWDlTl6thsHX1dmMgNcfV0D1enMR6830C9uIB4U6Yt3ddlWAy3HMa88MfHPtpAAfNt1x3ernNePMdkpWnm+kPAOIdn1MBbiIWyPFedQrwC1cUCoeaNsiHAeWxQQEKANgAbhUL9m/oB0DAj15qqRnG/L2x8TvjtptL2ZsAUx+9C1WPq6Ds0AxYOAjYM+bf0OV7Z9uy09EKV444+bSnmcL4EfbxSnqjfpWw9nkwFLBxri485B8+wb8o3HdUefPn20gANAEWeVLBzZp/Ox+4jiuyAzQA83OB7+zQa+TrzzWg867Op6IU5Djl2Qr+tiA/byzdAZqIDQbBa3Ls3p2BCnWo2xfNgdM8ssidIjTvz7BSkELMgADUQrj96H5FaCNAGoDW/SqU7IAABccUC9PN9QB55AfeoBftCyPQKcAFmlAFgQ+sajWlxqKMhUaizyG+KB2eHYGwB4577DcSeZPcsTnqdc9RwkilIyzQAEWR4ZC+QwAsXtXAiH27AMi0LI9kelrU82/oCAgPtDFqAANAB2hDzRxy/e3/WxC/HgIB/slsFA7NRpXAV+jQf1uveGc3uFRaO3KJ5gHPMcanCYk5dvd8/YaQAAKVDjxv+Tw8nfIW699UqFqM1v09X1BqA3oHULX2AZEaCICNg4D6vJgQAKcq46h2lBm4eaOOQ+r+5jbNc8b/lSIjM578+zn2ePOKkA8Du4Hgee7lOeciaQBx5nEOXq/ud8ja+QtcNlDsjS1L8QZ9X1BtmneFr7AMYs1iv0s2v8ArY2Dlfv5oDGPNa4DgfVr9AbXHn7bdqQRx9vZx7R48aiDpEdojeBw7PJNL2MWH6x/J5O+ID1uPfUZDDIsjm1Qx6OfNG1KAHeActkZAQp5tQsOOHm1EPNG1OGPEBFezWlAEa3sA+rXDvHDiADwG9YJgie6MpzHPj25b9aRw5Zb93vJy/ZKAHZEPNGluFfyfUDhfpx6upSjQM1xw4eaI4Y53Co8rcBGQEQABZGvUKW829ewOA8KhYcijIYZEOoVDgPZrlmt+Fv7rx3Z7s4zGfhqNcjvilFkLDSw5t9EeyNfQHOc1xTZoANadnOLdGebPEM2rWmMi5kK+aIYGoVDgPZr9D+6Ij7RSmLDUBtYfVoI/ixEQ4BX++U9vaexfeTlx3VB+I94oABpYBsNcXv2ceZUb/m2ADzmR7NrBjj5tcMfflyUAuz5tQGwhTiIM58zgI9eNKYEBm2BsIUsNb9nH4uvgA5uGBanv85c/IPPOI7J9gjDMewigGafRCoDawY82n0MZDj9ey9npSlBAKYHzaj6H2iHdsoBcB7I3ABpTl2c+ZwvxHu5gB6NulrUDzQD6GMYp3c8zxPEEDcR1eJMmNczMa5VIAGm78PkPfQDNbdkABoAHHLs29DqPCvHuBZAaDSoiAcMj5vJ3yrXlflsoANqM8aY4DT1ets3DhsoM2CoYGmMYH8kfr6UAcbVBgg8I087/nxoAB57PkKYDNa0ZyAcKY7Nafi6ZG+b9w1KDyG9B8Kc2bDe1a9wbOALh5oWGmOfZv6A2v14Y2SlOzbvtXPZ5MYEe7u53DDkBlujORwJ8gTlT9mWXLl50zpoMjYezYGgHlns0D9btw6XuGdnMsiHZqyI0av7ezSn4sfqsPLOwAD5vm59XgAs39DkHTu2UAHlnsjWnAOzn8X1H7jtWBuI7z2fEnw5VXCN3Lefu8O/xHcrLI+b5o8QHpgQD0OgWDn4qADaw1Gg1AMjbFGOvDwvcBm+PpM3vcB7IX8zwrzCnDZwMh5tGQyIYx6I/kfmEb22rSN0DhoTuXieOfYN0UAFwsI3EKU4CDIY7IeNvbxUAtjhetaDSgBUez9+XEAGfRHs1xW3Ls1wwIgNR69wUCqgFOzUOI/YA28wAvXn442VVgMoynUacMuGW/hI5UtAtbiHgNAtRn3+wNkpalOfUBpQA+j962DZQAKVAK2DoFqVr5vCtqgHt2UAGoWoHaEOuAG/mjnI8Ld+yfPxqlJ2endbgIAHL32EOGyAGKAPDhyEM1DraobOBkBALZAK5DFPU4d3tAdmgAWAQEchjqA/kh+a9LDTZUgE/HlTgDFvygr181q3miPfQR67NAKUtx4cxoA0oznr1uABh4BxABpWtw5gFA9H7QHNuqUxQB/uAIeqIcRp+al4866ZDXh3Zb99QR3+QfZlPOmgGLceHGlPVpX+5TZQDkHHh7LBbr1zsdnAAFsDYeIAP5OL5uHQbbKADyG41wOKBfHv+wNpqI7uyjlYc+PQOuybLToP3p06/WGxToP3p06/WGykcz5j5e+k2Nlpiw+/GLfeobHKw58egddlRh5COc8vgPdxNJsbLysOfHoHXY5WHPj0DrsqMPZ5w/I+PbSbGy8rDnx6B12OVhz49A67KjCOe7dH6P4+3gZTY2NjZUBO3d/N+Z8KNjY2NlRhPLdvnWOHb5yk2OVgx4dA6bGxsqMJ893zFHKwY8OgdNjlYMeHQOmxsbKiDwPn9o8aSmLB7sYt96BsU6B96dOn1BsuxspB4efJHjSU6B96dOnThbkUxYMdM26dOndyXY2UpKdA+9OnTpgPYU6B96dOnTAexeVgx4dA6bHKwY8OgdNlKSmLBj3dM+GMcimLBj3dM+GMcl5WDHh0DpslMWD3Yxb70DZSimLBj3dM+GMcimLBj3dM+GMcinQPvTp0+oNinQPvTp06cLclKKYsGPd0z4YxyKYsGPd0z4YxyKYsGOmbdOnTu5FOgfenTp0wHsUopiwY93TPhjHIpiwY93TPhjHIp0D706dOmA9hTFg+9OnS2MB7FKKYsGPd0z4YxyKYsGPd0z4YxyKYsGPd0z4YxyKYsGPd0z4YxyUopiwY93TPhjHIpiwY93TPhjHIpiwY93TPhjHIpiwY93TPhjHJSimLBj3dM+GMckAMWDn9l8WHw9y0xYMe7pnwxjkUxYMe7pnwxjkpSUxYOeO71bD4e4piwc8B09Ww+A/mWmLBj3dM+GMcimLBj3dM+GMclKSmLBz7sernw9wAYsHP7PVz0t7lpiwY93TPhjHIpiwY93TPhjHJSkpiwZ5d1/Rzzxx5WKYsGeXdf0c88ceVlpiwY93TPhjHIpiwY93TPhjHJUQOHnL5CkpiwZ5d1/Rzzxx5WKYsGeXdf0c88ceVgAxYOf2XxYfD3FMWDnju9Ww+HuVGEcB5j5eZMlMWDPLuv6OeeOPKxTFgzy7r+jnnjjysUxYOeA6erYfAfzFMWDn3Y9XPh7lRgHkdnyPj4lMWDPLuv6OeeOPKxTFgzy7r+jnnjjysAGLBz+z1c9Le4piwe7F/Rz4fVZUYO0+HKfj51KYsGeXdf0c88ceVimLBnl3X9HPPHHlYpiwZ5d1/Rzzxx5WKYsGeXdf0c88ceVlRgPkjl+Ph4pToHh3er7uPKxToHh3er7uPKy0xYM8u6/o55448rFMWDPLuv6OeeOPKyownl5j5ikpiwZ5Bi3qe7jfkUxYPDu9T+9e+aLTFgzy7r+jnnjjysUxYM8u6/o55448rKiD57vmKb2en3t6n29eux2cW+9s+Z9vXrs6mLBnl3X9HPPHHlYpiwZ5d1/Rzzxx5WmTxPn9g8KiDwPn9o8ab2en3t6n29euyUxYfDu9T+/e+avpiwZ5d1/Rzzxx5WSnQPDu9X3ceVknyTy58vMCFN7OLD4Dm3q/VcOvM2dToHh3er7uPKxsnzJ5c+XmBCvp06fV3f3Pq6bJTFg/u2xb3cLcvSmLD4d3qf373zU7OLD4Dm3q/VcOvPlkHePEed9e7gG72nmPhPefDzBnFg8AzbFs91O7kzs1pUApQOXNmv0ONBrivIMs+1BtYfrzb1Rtnn7eLezjzRyAYHFh/IxWuKBbIUoMyOI8/tHjUYPPh+Psry7AfkhTzuAer+599PABwANBighRniHDoznzA+u/q8vXsjYRAaiAc+Is1+hxuA+kOLCGWAyNQ823nZC1A7IfkD5vDgAcgpspgIjTLOfDyByPHI7FgqyPogFwAeLOfxQ25DjNw2aDPq0DzqWpfzafzrIc7jm432f2bh5oU7QcKcA/cutqexrZAZtXs0GgcOoVr5jN+Y37h2VpTeyNvN/JC4BigDf8AFcBzyvYNm9kLUZuIDS3Ps0/nWK+z1s7elMVYDiOL2BmgB5mKUpjhjZnZAaB2fyQwGfNG1GM04+y9tpBjzryPKsyM9Jnid3V5SCJ3zA40zsX9HIgFRC2Gf3KoDYL343G9WgHo24DW3Eez+514Dmvvf2R4AGWhwAh9G/62AePPF6g3sgFPNvQAC3cN/wAWFvqHpgLBsu6Ig7oHGNNwA51AHcMjJy1wzB0y3d9AM3oIcqVAeg/kDX2hzte6AzijI084RsPq5/FjTI5rzpUNnMs3AaVC/CoWoP8ASxt7QC+aYQWQClGeABjgIhYausUG1bettKnPM7hlujLSSII3+ytaZ2RoFh9GlBDmIVt5O2c3DFsVb2RH6IjUAZxy7I/0sbZvcPzv7OKMjniHLs1D9avemK/vtkpgeza40py7P7lcb9/rbXGfz8Ofn3qZ2Rt5o3tjgFAD+d9bDcPztoNvN4XtjH7n1sONn9kQpYbBULDWtg/pWagHW/pX2YIerwAKiA8ezX+ddfe1e81Edvj2cuXtPHIZALVDAVxxt6jNR+vps6lACgYuPXHq3G3Qe7YAApimAx3VAfNC2a1t6w7IIDy5B9lfo4t1DpfZUKI4d3YPl30AHo1DI1Ead2R7I35/WI22Sg283PStwoNPQ7sZvz2cDIZ7PQLCFx7If0sajmmeNgwKUEMsjYA4COezWv4vN78vyuapgEzzn3fL302nSw2wI8g/pfQRuA997oDOAEMBy4hT9z+9/a4GfRAWRwGQ7qfzrObh4bNpb0RvUAqHOlh/FZxkBxcdlUw/DLd+bJHLWT40gBx7I1Hpe/Zpli1OIXDOeKAzQADsjfp+9z+L8QEBreo3u7s+iHZ4VG3On7lQR61qPTigBevZGgB5vm8PNoF3VxHgNR4057TP7d+73Rl31GHxIHaPs678p7hTaYAGRwA4/e5/Fj3iAgNc1vQUpgAZG9K0C9PN4+TrbI2Eeo1oKgFAAeyNaWtW9qBd14UEaBWg8dgGbAIs+yndb9auI8KDitByIzO7dAnPWI5wTl2x2ZQAZEwNJ3cOWuY5z25pSgBaojTh+9uFXdenG9biIjVGWa080b3wN/RoP62IU55rz/KGWa0EWRqObDSvm0AfxQhj2UDgGUzQAZtzpfhSv4oB+41Ea02kHfqTpkOWoBHDqjv3ipnQmd0DTTCZG6D55FQCgAzWwDgBD6PHyXLIVuNb1EaoANDTzfAA9Xk7wFeY56hsoMY80cfkj6v7mPAOuP8AZLQApUBraoUGtfNyHkht4hStxqNbADIk6gCJgz1efYT455RMFhw03R+jnrnG7zDAZG1hwHD97jzMc+/qFVARtVkB9gerj8XjNbDW97hs4AZtYeHAfV5ufGvrVHNQGcWEedAHPm/uffUL9/BoYaIMEREnccJzz7N+vjQK3HxmMo4eHdlyAABAKAOOQ1wz+5Y55qNb1EaoACFKsiIDQRt+9qIVYHGBzXFbgIoDIhTzRDH0c+j6g2wA5+u7gDtUtel6Bn0bhR0Nq94553dvdr92IzzG86HhnMNY3HIjLLPDoJ0AGef4HZ9EQZEbAIWG/oUH9bC1M+29RHtFLMiAcsBW/m/ufPvrwzcZDACzkLVAM+birsbU7/bWoqyFBABZGg4qFfyb3d44DYa8wrVqAePKZJ06sHXLXIjfnlnVTmJA7eWQA4a7o19gKei0DPWwcPNAfoc6hxHOa7L2QqA9moDSlAt9G/62IUr1HNuoyzwFkb3CofvaiFXeOfdm4C0AzUACg1DFQHHm3ARd8LhgfsEZ3z2AZ5E9WDqdfEr7axy/bQDNaB2bZxmvZr/O+H1c+agAW82w9P3vN3WlfuIZAD0R7OQv5vRn1BGgDTjiuQuKgHq24W/ejbzMVvx4351nQDfEnMxIXfM66+FIjv8AkPkKQGRozbGLc+yN/wAX391OPFwMhUbWsIW5Uv8ArfOnP7agBi1AEK0py7NPocMf37qAD5trCFLB+95sX552gnTfoeI0Ed/GojyfPKgACoUD0grjlSlfM63+vZaDawXCo99vUxz9teOwyz6Hm3C2OdA4M8PZjjsoBYPNAAAeVK4qNOx14UxceIRPIeY+XtPGriO3kBzHLmR2+3zoHLOc+rYfMvm3LgA8QQDIBxAQsIj9H1BHHT+64WbhbngO7kxjFeHPqgAA0sGMUr+T6mMc/rvMrvB7o+78j41B7Nw92vjn7aQGb2ZGwhTzR49kB+hfjz96gzgOzTIBbPoiNPM5j17+YAVpbIVGoZp2afQ64/u7L2QHhaw9+KZdjewdQv12r2VFABigU80BpTiHZCvoDboHO/LZ4ANqBgWR9g9n1Md3O4DxQGcW409lv3PN+o9M7L2a/RHAUHqFA/Ixen1c9lKVkAtbiNbc+yNw7F+FO/A8VpgacWRxf6PqVvbNeVA4oAXCjNqgPiDIY7AjT28b8dlpUACn3qz6lKcgpysORVDAEGfb5y4UMgPmhTiIW9g2oxe2aY5c3AFaW4sjSlqjSv0e6lacM7IGQ80chw/KBkK+gI8fWpUMcXAyIgFGeGA6CyACHmch4COfGD4c+8Zcc+VYx7Yg7txzPYfGgGceaFAAbCAZqyOOyPeGfz7MBkKhRkc0wPEGaCFGONRwI5CvCvqABW4cePUGeHZAL8Me3bzAKCHm0uHDkLOfMH2BfOOdVYmfPAbzPs786ug19x5QfPDLjSgAWsNuzwtbsgNuyAZG2OGbVADFQ4NBQQvwHHYEcd+wDIWoA8QxxqwNvMxTkI5vyFwMgNBAL1zTgIM0rVjjalQDIUDaSYM9x4DvnKcu3LfUMIjPXLwAFIDIZpmlBEOYAHF3b23+zZQZxbgAfZnzA+vr12UGagHm/k8OIU9Xu4jwC2ygziwcQwGahjzQ+qnCw2EKFiI7vcp+BntNUpvZ6fe3qfb167JTFh8O71P7975r6dnFg/u2xbPdThbknZ6B9XT1e/74ByNfjy58p7e2lM7OLD4Dm3q/VcOvNKYsPgPT1e+1/f6dkOQeAdPV7/vhKYsH1Yt6v1W904+XnLn2+znSmdnoP19PV7/vkpiw37+l8d+K+9/ZxYPAMW9X3CF75onZ6fe3qfb167SHB15fAce/spTKDaw378Wvj393Mp0H706devC3N/Z6fe3qfb167HZ6fe3qfb167TiHmOXPn7DwpTKdB+9OnX6w2KYsPvxi33qGz+zi33t6n9+981Ts4sPgOber9Vw685BB3jxpTeVhz49A67HKw58egddlpiw+A9PV77X952eg/X09Xv8AvmZHEef2jxqIHAef2DwpOVhz49A67HKw58egddlpiw37+l8d+K+9KDaw378Wvj393NSO7TTl+yOyjlYc+PQOuybLToP3p069eFuZToP3p06/WGykcz5j5e+k2Nlpiw+/GLfeobHKw58egddlRhGWQOmvd8B5k0mxsvKw58egddjlYc+PQOuyow8hu/m/I+PM0mxsvKw58egddjlYc+PQOuyoKDnu0H6o/Hx4GU2NjY2VATt3fzZ958KNjY2NlRhPLx7Pn+3KTY5WDHh0DpsbGyownz3fMUcrBjw6B02OVgx4dA6bGxsqIPA+f2jxo5WDHh0DpslOgfenTp9QbLsbKQeHnyR40lOgfenTp9QbFMWDHTNunTp3cl2NlKSmLB96dOnTAW5FOgfenTp0wHsXlYMeHQOmxysGPDoHTZSkpiwfenTpbGA9hTFgx7umfDGOS8rBjw6B02OVgx4dA6bKUlMWDHu6Z8MY5FMWDHu6Z8MY5FOgfenTp9QbFOgfenTp9QbKUUxYMe7pnwxjkUxYMe7pnwxjkUxYMdM26dOndyKYsH3p06dMBbkpRTFgx7umfDGORTFgx7umfDGORToH3p06dMB7CmLB96dOlsYD2KUUxYMe7pnwxjkUxYMe7pnwxjkUxYMe7pnwxjkUxYMe7pnwxjkpRTFgx7umfDGORTFgx7umfDGORTFgx7umfDGORTFgx7umfDGOSlFMWDHu6Z8MY5IAYsHP7L4sPh7lpiwY93TPhjHIpiwY93TPhjHJSkAMWDn9l8WHw9xTFg54Dp6th8B/MtMWDHu6Z8MY5FMWDHu6Z8MY5KUlMWDn3Y9XPh7gAxYOf2ernpb3LTFgx7umfDGORTFgx7umfDGOSlJTFg92L+jnw+qxTFgzy7r+jnnjjystMWDHu6Z8MY5FMWDHu6Z8MY5KiB5nl8hSUxYM8u6/o55448rFMWDPLuv6OeeOPKxTFg+9Olh8MY5ABiwc/sviw+HuVGEcBu9kfLznJTFgzy7r+jnnjjysbFMWDngOnq2HwH8xsqMMRlOm7mo+Z8a+vTFgzyDFvU93G/Ip0Dw7vU+9+VlpiwZ5d1/Rzzxx5WKYsGeXdf0c88ceVuCT5J5fIeYr26SnQPDNaWHzMX+2uBoymPNCwjkBALUAP514CHWjVLbPpiwZDh1Zv6GeeKXuFKstoAU83nw/KFm/63nmGQvmlpU5jw1PIceQ8wKUzsjYAZ4gGOFhGo+S55ER52ztgcezNlrKpLJrk0JhQNLdFPn3aSRWI+ixAg9LOqj1w/OMJpRQiE2mlDB94UJmzTBNy9aMNlypl8ywLtw9aZz2mPNCwiNw5AwAfzsLDevo05hS3JesDQ1pc17S/hyVmrGV34VoDhWMikfoKEEazEgX4hFpNDWodLK3ypLWKYNWTYu0eJFon8QOqBlMb+O/GXhNs0WKPi9ziw9XCWgQGJAnfLAMe8A1IiRMxvjXumPfX3h1j6QrfqqdN1atf5eMschSlf4o7CHPOc52A1kaQrfqqtN1Kh/l4ywC1A4fOULV6AHQM7UyNzBuld35qy1K72iX+oCQAx9COmTVK5lxJFJ/CrOyFfmTBjUfz9RGkYT8FTFhxTiSqZBUMlflGLji6qh8meW+PAYOqD4z83TTundAMwPhCWufQ5F0gxV9LknNNiTH8uJX/hTnUQ+bkWmUjSYafq3z1TJiEpiK/bfzNjdv4gvRYpJjPy32GCbLCakMkOMbTtBW04t2Yu3DbX8o8hhjzb8nkOodCTmMtY3NpAWGJ+ouI9UQRCmB1tesOHbVsfeXa5jGhzQNM7WpLmG4WnI7gspKlThhJexG2VhOL0iZ0y4Eggqrk4mQi6my/ThSYxBeSjqeybKKLLkt5J+JYz5bbobR/O9Q1M6VNOGolXh8lCqrPKSks5rqMNJxt+oJ6AcjyEUiJTKOTPmi7kwdKpzxSaKOTT9y6emHboHrxyw00LO0QfwgWW8GSc3Dc9pRS5RRh2Xsq4X0ny3gNAFSV1lpDgyCJ9yNhqF0dpYXzamuqrSYiJhEiKktqqirnvICZUj5069fGHkhW6jZ/kY+78qyFP0HOnbhmsqoWAK/ixGlc3pmo2EQ3V2O0m2SMI2dHwjMYy7AkGJIgAZ8shJrIqOjDRn0jCd8YVIHD41qTXDvmNC27xm0gyT1MxhHMPR9EcvUiZqYShqXMRxaQewmuRDFMMEDL1SSCzws5NNq0Grzp4SbEH7p05cv2mewYdCPG38FE7o61ZnTZrUMSQjcLAAf9h9/t402sRdnFGeIcOjNv1oKBUOAAHrWtydqO1u6X9JUXSJgTUJM0JfxXqWjR5LySaUMFTCioY1jF2pwqjPEf49BMHRImw4LKlGkMl/lCLTaEmD8pi+ZPtOCZ94VlxdBLdNatpIAx2iYkgAFumUEkkAZCSQAKLgyAtsTvwsM45YDoBxyHjURgfCiN0cAfyzpsWD+ohG3T/sMeFaYHrtKToZ1+6bt4pLSKJt6Y12I4hguD47NS5WzcTQmqwgcdRQRh+HolMFnKerOHZgwVZSomSXrJx2yLpp69euQaFtw8AOqZgLpWFYEjWKDrTLolDkJxGunHrQUZdlkdFNqBhtsRdsgAMOizbQj2mbAOAuFYn4ItDaglbuKcC6cLtOS8U6wY+NJLbVBA0nJcpJIpDw0x5rVHYKxZUJ3EB8oTeWpQRgPeW/atu6OtxbjErbZCpTBmZuvIJblp2RaENt2CspUqBLYpkmfzRnl7anzmJru0OygjJZlzNrWTpSldMKG2ybuI4DmLqHlDBMZoD1STiSynO1uF4lixMW0p4eSFAgqkmTxEu0aTjxM84B4WMuHrcMEx9/RAcOb2+QOkuEJ5aHV7QfHspViK5pamfwmIqp8zI6JwTOlbT4a/DMmTecSch341EcFS6SPkaIoaOLD/wCdnxBwZYPryE+KZpvh5WbmDS8gRRrS1z6W4amvNuay4mICIlJRuJ25jTfi5DhlNRyBIgVdxchIKalw7C6KmML0RHGSSYjphUmwIKC6pJKUrQbFZExbEKMzNSFvgpqM8lIYdguJ6KtT3mInTYPQ0y7aMsshChpolGLCweKOxelSziWRwwD1+4cl05RabcCZyv37yuEVrYwurlU6e43RgghbgS24QMBDZzExIE1e2iESQxBBEkoomBJWWBOEydOAOZq4/CG8H0CzBimH4HgHW9pAjiNYsVyKDC8HwhqUkvEsUxKuKL52WTkdAh9FjA6rLKqfMtMFySenFDBw0+bZdOHLx42DO3GMl95zF0098Nqe3ZByVENJMIyAk6RmgmzVLRCpmYjiM2bRpCqgpJ6HXqa7TSJd23OI85A04PPnrTKIVaF2Am3oOeKt0ZKncpay2wnhpv0TIsg9TGmKYKKZjeWEZn4zLzMkxHySomTENrQOnsUvyCujP1VDVHCaoGU4q+BSRFVIiBBSzxR6Sbi6jfXRLvd8/CX94POyZss54TVh9dkZBkty0OSBg1CjiNCqsuyx0lREXWDyPEEWQWScw4WKwmdKHj7tUemXKgfSS7si+dmnz8vo+0utvZ7rXLSo+0Kpa2zMpt4HLBsahgcSjTMaHORULbBZ1CsWFsmGABDSsRBjeYk6VelAPR76j9XqZ7qD02ha1Wb83Snp0nepaXJbQDP3WXqbRnj0quSd0nS7GZapDSuX7QG0aJFNlQIuXaqmPAclltLhgpFaugnTZcisp5E4yaclu+9GOreCdb8gYa1Dy9gWa0uIYihUiZHKQnOqGUiEJhEH8LLxxAOvlVBRIjixPKlTxgk8OJbx0tmGjKc+LmHrku28acsVXNKsezP3AWqzXO91naU5wR/p51LzXNzFgrWpJGCSsxCReHya9Fq2TKTGUfjie8Qk5+Qi35QWIfVlNOXkCKE6IjKQiRiiKRWIHG1+8yrZa2wW3cMtfKF1RcMqSMgMZOEM2SnUVVEBLBgSygQkwWMgHPPQZwMzuNSaP97JvUDbT47De4En2eh9sW3yYaiTVBCMJREZJsgAsPFKFH0kVQ2km2qNAKeJw68AaAw+eC1Tb7sKfCCZDwhMSFZS66dMWqzd5xlGB4smokQahpdNMShOmzBgsU8oVmOnfFzL1GLGjRdk/FjyES8JIxZt4fXV1KJFzT5x9tx8Jb3OD4g+NvNTcQFTDvyLLtLMSB1ANHn7LxntNi7eFZYmUwALj5r3yyi5aFqguAfs1a2i63mW8GT99fIE/oW3aek6fGo5SjWPoGVFXUdFUtxl/JeWZGD4lKrBhaSIxip+4foywebJsw0qG4vKQU5cQ0urJQk2sqRx2lhztfKKWt7at+4B1bOCy+NsiFAshXE/ZxSQup0q6pJAayUUmC0ssaCSXJHsE6CrjpUwWPFS54m/cHCZxw5MlDZV67MFjRYw7dvXBgu/csNun7h+5aYeunrttt28dtMtsPGmRAR9uzdkBZwHK1+zSv4rNMDwvYL1590kyeiHT7pZ03SIi2JGYyiiTUjZVyviKKXfxgXEQLUCwQhQypKhT44y0cAibOJj54QA422cZJi4Ay28fg8bHoSnHs3GwDQM+bnzKY4/bw9JSSoJEEgEjgSMx3HKucxPHWDy/GtIzQ1HyBklFEtIJm/OOW0s4xnOtvIalNDEbxciw4uzHiB2ooCQ8RYMTFR+WNxCpMKkTw4niUTXRl8BxbTC/YF6dcst7p7Poh2eY4/e2H8V41AcXHapt8IYCm8U3AwUD+a1U69azy0d580A+oc3Da2VSlGuyGQpYPVpbsV+sONBDIZW7pe7ftkCLLWwDnLY7auZ7CYy3VZkAVG/TkkcMLQPdTezUQAGRoAcuNrD+KGo86hzqPDZKVEAABoAcu6taOs9RAcVremzuyAAFrji1RqPZv8ArYU6Xz7aJ2aAzRkKjiwerwF14fbnboESJiMj4xl8+GdUgdvGd8RmfCuGtbW8Z0l7vJIl8uarJgKkAJkz1FfSYOMJkDRpGzSkfhkqlHFhw+cwbDy2/TwLl1ci2w9PO3Dp+L1thy8eNu3jLPLkk9/BuytQivG6FKid0SREpS5lNMedsWuH8nZtorCZLiU8Ov4pjdbZfLUEkXB18lo5Z4+cJRNt+qKT4WCqeUMP22WBlcjEYITUBSiaYDMMFIahRMUl1XXItYTHaND6OnlBOqyseUFZz8TTSBQkVbMnzj544cuSxdp6/eMu3QizWB3Rjkpr93qOvrejIUNtJumuH4aKaQtNrJlDcpiRGKUSZhYYoiUqnvCTDYtPUiEykQKBYyDpov8AhebSjThsynv3BLmuveS9ZRHtHpnACG2xdVVMT3C4ugYVIAHUH2guep0VEZWZlbqjIgjCSSAqxhy467jlma7SQ/hIu6KiRbR4dRtQsVG1deVE9FSin4CJ2uRNKSobckSJfyz6X7py78safunflXzxh2x2u08bZZBpoN074zeZq26t07S8nskScTZ1P44nSjyleQ0pxqYgRynOVWBo8jEVxhVLQtFTZp64bgp2QBPaIOGXjKi0Z+OMNFQcv4rN8r82tUe863Vu7glMiIb9ehmciXqb1BfISM5Y+a8AIZxOVCDpUMpxNguXOfMCFZmKzaefesND8sQY22DhyvkXhn9nwvQQHd8afwABD9WTCPCn+UlPUPyQ5BxH8+2FzaNoWztxxoW2fAEuW0KjGQjOCr3LoJUMo3gGeVaqiFrIwkB5JUtOWi6BcjBP4VaoTX4nk8gdF0y7E4TKmhdhRoGBMOHT3sA0LAC0DPboA0ARoA8bfrBilLYClwD1c/i72p98fLh5ofkFEqz/APEhN5//ABm49QfvXnfnDXMLI6JdYnmiA/oWNQeQ4/gki23oXwHhz29EnCpbguIjjAU5mZ7435g/nc4EkDiYrqRkAGgCF+dApW37j05c8VEBTsUEB7I1sN2R9Ww/i+NgGleIVvUaaXwe7c76QZo6YdIm8WiYJpBqJh6ZMcxgntJsbFSkCiryvnHGEMwyD+GHkPGXr0o0mQ+QYUnLKqy2afi/eu3pdp6yDvQW593QeifeJudd0zNTsIRrEUVwPrfmvAkPmYZmDEUIFXEPAyQX/i5gkjNsuTRn5SVzrz409Z8r5NphzXsO2A24l2q+62I2e2DtClrY+sEQgRHkt0JgkGMOExrJmtGsoC8OwwQCQgmZKxGMSBGs1aKM7xWHHG84Tt2iMrlxqKFCRLc9AmqERkAQXSawB0BQGoZBHFRbOi2RFn44CmBfsvAb8n2gF21qaUe8tiyZe+H1PbsY1KuHUuEdP8jUCbadNUuvqRiJIjPK8NaeF16jHocbTWU0iVcvp1KBdg0XPP3rbtCJttOmROv2XUfDwk4TPhT0IJxZhpksQ3djJIuy8HttsuCrC04dA20LsRabB27ZBpsWfOEBGt9sQ0r2+Fk7yLzaAGjGCKgICNA/B7oLqI1YEajkfNCojQBABDajX7mJOsP/AKIGwwAXOyLZIQ5GRImZnLWnRrmY12dWMzGLEgmNAYJEacBU8evrW3Lvd6aaYo1QzThSNIyg2ElyEUFQQYAcIT+JjBmMIgIw6nvijqI1aH0ppyXNnXT455ZUctslmXjThl+9AHLfSMp5hJc3JXS0mwhEFBNRJnwBBswkdOVGSzKoQS41h1MiRPJKbJN4aKMnyhVSdODrJY2ZLgYdvQcGHzrsttwafCdmmXe6JnKy1VkXsx5GO2KsjdoJmoDwQr5NmnmO2xqIgA0pWoh2sT0t/CC90LLnTLp1l7GergEeL4DkTKODYqSBkJqbUfkqJIYgCHkRdTfj6XJM+mHviKoRNlvjicdOkDPkvLEzZku27fN6HaRb2lrd27btoLNp16RlSWZnBIJInqqAeA7TVFtE2lZVJbGQYDEAAIRIAMTnJyk5dljYGeAsj4fva0/F0pzC9RrfmoB6I0HF7Z9EPyK0593HjB+Hwj7cweaP6MkK0oP6nnVV0z/GJGuK54dabdCaX98ru2tZk3UiQ+mzUcEyJqryWuLKTCv4IJ8Qh8aTYaTnqstmRW49lVC8NuPiSeXemPImVh0/MiyLoo7fP2mXbWg2nZ2IVb9lmaAALqFiTEAANJzEADOqG1cAk23HEsrZDq74yjPsE1J6AY82wUsAZ9EfyO/mOaDs6nIB54vbshWvYra3122QAxYQqFRtxtn8XXh9tc7DLOA7N6UxXlb9b6BjrzvsI86btfbVIyy15idQp/DfqBvqvEqfCSNKbmYc1ZawppD3i81FeTkwImltGatKiQUt44h4tEULLimgm2nJ9NnmyZcklAykGzKSKqQTDxsiyy+ekC7wHrl36/wRpIu9N3jvaL0pTSXB3/LeP5/ZtEbug95zoc0Az63rcO6uJ3fgmWJj614yWoMJDLWb0efLKYgxnM8irGfjEs4AjMqnfFDZ8o68iqmCBh/5byhZ0+du3rbM5YfCP9y+FP1ZWKgP6njVZcOH+UXf6qdQ28u1tDXEDvtti0xLTbZbcrDlQDiuA5gA5ga9ldTWQrELZuMBh6wZs5CkxCkZEka6jw54jb4TjpRlwjDEkw9Eu88gKHQNlyIr0aabpbQsigeNdsSpMVRcn0SIgaMA5ei4Li/8s+B288mwIMNUsTQjERGMYWhmL01ybcJkVICLEie4Pu3To85IriaVUyjo66LvTTh2adFzLtgy7cGjLpl8y8ZdGHrAMvG6U/wgLfCbujW3u/38ktMOoj8Jsz250S3ixmGfwSTzgysPoDiJGFZQ+WphSxhKHg+KNHyYfFflYDr/AMr/AIGLPwdvRYuRSIAfwISatiVMvK24hCKMFvMxzpnrW/Rst03Lt62b1u8iJaZXthQJdnDKSrMDAUHWRPCs7tpVVGwMhJYEEkmBg/SA0BO7QZ8sWU9WOlZDU1BFWtS2n5HWEc8cSlZJVJyS5IKaWpp5hsoeTlEgbiJyaIniRpy9Kmyhly6MFjDp45fMMPGGmQ/AGsXSJb9VPpw9Gn8vCWPDs5/imtjjXptH5MD4P3ujJpx7G8z490kiuxzMeLokj2M1v8POppL+WYqjBZORDESqCajTkTkdOBQV1I4b+IpKeRTSnlvi5EmWKu3ThjRk3/g8m5sguUs0IwT9H3xJQhOXcbRIROjqD1SPwJnEKGVJUKmxcm52Pyj0C78qw+F2acvS7zsCw+dPHQtMNWZtrEnBsxAznproy1zHQkA8RJg76oFsmJe5JjIImpj7/PhuPCKmYjydkNJUhZpTulytQlMhNgGW0dRwmv4eiFPW4dWD0IQidigumPFlCfn3DLo4BYoy+bcPXj52VNun7tge26EeR901rriTeOaNoU1QxXL5DlkrxHGceww8hKHlg8vJpVxBy62jODTKkpEyZl89OsuhMPmBLsMOWmgdsdsGRbahd3CZBsp8H21DmG2R7Ko61nHnQ0GjTDuXLKcLQeaICAPU54FQEbsiGQpt1j8F4Cu6Qlhb/Landw5RyZ6Dw6bZ2r73bmzGcK3dme4yZEYsVsLmRMgMdInhV2tqi3BGIpdVQYzIglhGm4e2rDQBUAozkA4Z7Is+pbjwrto6cup3TTpxahxjULqFkZIdqMAVm4RZnLNmAZXtRQyg/JbK61DjMbrqGK4yitLKQCuKb8aBN+VU344Ln48VB9vIAuFGbBYbc+yP5A+ADwyOBqM/CP4FhKZ+vHcQy1j5DKxLAsxNTsUwNGsOHmjDslEEJxbOPR+gRGiHGyjwsbYKqqOoHCBhssYcmGXT9sXL108Bl4G20XTZstcUKxDWwATAON0TMjPINNZW7YdwpORDExBICoW0MDPTPsqwIG843a9ApvCND1bDfVjIXIdnNY6GoZoAhwt13lJfU9pq1HNRExp61DSNnw1B4JLUXMyZmzAM0WoWZX/lEEJqIwgdcXWkRlaaRVkEgVP4uCiKSpgS8t8QNeT4A/SHd0Zb9Q7K6lP81phBfzbh/FgNQCvAfaNqw+/BqIKheW+trfnS6gZGLQ9BUBakoFguD4fJNP3hNChaFpt6vkJARyrZps0ZbKpiSRKEXDRh8+ftOnDAvXzx4LTbWJu7Ql2xburZw3mYSjOSMCY/zlAg4fOtOitFHZDcm2FMMFgyyrqCT5NTFqu8xVkze8Qxuv2ZPJz1IiCR72cLc5BjUywolXrmG15d+QGII+a4lnrpp4iMlxUhil20DBhp58REXQA8lnEKjiueHVnPmfVbnQeNVKKA/wANmS3AQEP1E57mH+V/Hnq/mHv47WrhZ84PN54Cv5OPMGwcae3N7bM7O14sZw37iLkBCqEIHE6nMyeJO5cRV6OBBNpWbMmWOpzk7hUaGu3e0aMN3koQ/CM8IxiKJJwxeVKn4NkHKGHBj6ckTlFE28TUkwWh1g2lJKKXXVMu/S4eMxdEMPFogUHBoojPjr0kdZL8PJW+s1UxoVYiCWG5H3hMSQUc7DxFXYsRiEvlNULiDLTBthAPw6q0KPmRZaLmiiofJmGWquTDwAEWox1KZsu92L8IR1Naid4vCi4SlhqahR2+0r6olSFFyNYRgZ0ZLwaQ+SiL1OTFY0kGUNASDsuIhMI5F/EkIESie9fp7iBo3eLb+zRCe8z3dEbI51ehrXRpIPJqWRaUVd6Y1BysSDKMnsgy20eWU9YiQgoI5RkKg2YUipZ0DTD1hp4DbttkMVuvee4rX0s4LjoLWFTchWAVma5J64lpVYCnU51d7aqqEWmuhgrYiWwksBkAkRhkjrMTM6VGxCXwh/TpC8Zosu9bOmTWFu/IkXFBwkk13UXJ1VKy0eKJl75J07dRcmOhXHhFunxkF59BLmHHScLSqZVy6a6emmZ+URZR4kR0iIodVE5dh9eTSC0hraOdLKSQsI6qUcHkxVS1Em0+KKCaokn7g4ROFHz0saLPnT9y8eO3jLTVZXfRb13dhzM0Rzw0ywvNCXur+cs6YSPwXJeW8lnbmbrafNdVFymwFHLETQ6VUoXRT0ExMdT4gTXRZb+c60+JNJUPJqm9Ov3YSXblCRk99OO7G0ryi1IOT5CakOwrESgehxVMvjavBcNRVHMTRVA0FK7x+7B8WVIVgxaQ0hQRmwEIZNFnsMO2mnCO6bbWrrm61o3FvKqBukVQCrSFCPhJUkjrCMJyMrvrK7aHRLcCNaYthwMZDCAcaSAwAJAMyJIzma621a6wtPGh2TytPPUtMNOl7ASaacpZJ4+cmFFeiiIjbl+/T4Wg+HU90/VokiJQclTT9ynp5d4BUiVOqyk+Io6eoKBaHFM36E/Z6JJWKtDu561s6iYBUWmXyNMSZBtB08wTEyW0x5R0sQnEb9DmilL5E06F2/JtFTbDbbl+5AwBUw18X2/D8In0Q6ldUcuNKE59NUvXc81rSJONTmTF+nptpw+ezRhlVag888eE0U0LDEUmEd9BQo5uGSYvllUQYvWwRiSkbdfETP2II+Ev7ukkUcQ/qPSNQujmZyWWIuIilVOWREeP1ZENtMtODTBBuA0WJ35pFKPy750TOKqPDaiaLsMNtIBMwD8k4pcusLrI94bOgC4GKr+UJEsQ9wFBhOWGCd5yqbdoG2rLb6dyTiUM0WxIwyqQ5xCTMgRIGYzG99DrWliUNxHqh3Hms6WsBkHTJk9E0lYwQNSRpNIMVE2eVklOgmXRZIKlmWe22YPrTkqywINmDBZgWWmpONCW8Y0o7xqXSpMTTDHz2IGYYOFE6OIIiJNeQ3MOATygw+epjmKYYfvTDTgorOipppIXEo4rQ4rNklAsnK5o4lqRcpHDFXwmfdWEXbZGVsczo1DRiZMCTh6X8oJATN+dkVGxcNvnblELzIQ5eJ7zti7adi7NKBc0z5z1ko8dMNt7c97k3S/qjX9eOunefzmkQuaQ5XarU1+jSt08RO5dJMWKzlXiuGYmZmBFcLNEiaohqaeRhcQfG1kghmIiiKP4uUySOKWBM4+hLrdKiW7w2lWJDwqE2xEhy9sKgEwMJEmcjNS1pTbdmsmwygFJZuuZAKhLhLb5kHLhkatD06fV3U4d31bFOn1d1OHd9WzqYsOfd0x45xzKYsOfd0x45xz7a44PDz5I8arFQ/8ACrdDEWlzB2EtLG8RiwiTNNkTChDMkJPrpFycdu3T0S7w0maiDLl2+8i9cvgdNtsPfIvnTwWAYeMCP3v4KC0hW/UYbzO3+l1lhm1/5f8A7vdFZ8Gk3kuhzRrpJn1AepzUTBsoIvirUysRpD6FEZGKDJtThcxLSW6M5WHLSJD6q4YLPFNIUyYMP3zt+D0o9EXIMCw03Y3/AE+PdE/t4pW/+CZhdP8AQX38/f59q7cuW0dtrsozCShRJU8M7gPDcNRXdctIjso2W6wEQ2J88gdyEcd/HlHDX8FBaQ/2mG8z/wBzrLDpX/L+6D98WTiz1gyXLmWGGmGDDl0/ZZeMssvGWXrDDwGXgB2gZbAGqNADQgDVQARC4RLfp8e6J/bxSt/8EzC6f6C+/wC4XljSlIgtpiatJZhk4mK5Amppxthl4wwaIKBd0bKGWGXrth6ww/Lvnb1ll4wy8AGwBthloBDbqssxxTfS9pGAKuHtwu0zlExpvrmugDDFl7Wv2yxxaaSq6b4nXdlX66YsH1Yt6v1W92h5AantPmqiHF+LtO02oMnBDMKxMYg2I1qClIFQgjxSUIkFM0gnnoOXfkVJwnqiebelxDtMOTjhtofPCm9375yVcPTJh4y5Ll3Tx+/fNj2WHTh0x5R48bap5rDDDItNDegBWmK1QfgjayRV9Guq9oo015R9rGiBaBw9Bll+6IrMrJZiQbesMtNgw08aJGmBAGmme25bBltrsiO0tdZb1q2NLi3STJkG2EIjtnPsHCoW3itXLmfUKAcDjJBnsjd31a+7PT72z5n93PXaHDdL7yWZW8JXNaaXMKX0DQK60wz8fSghl7Bj5efPIkS3ByKyzSuugtn1Bl0fbZQCrQOiAOC7DT4xUGwFjsTJ06fV3f3Pq6bVUfgyoVjDe22r+raP07/lSY+Lff7D3HF6woYhW6TEP0sKAid+RzyjU1ZFU2b7ESydFhOeWJiD4jjVmiak2JYSNgNfmhOOP4QlfLqFi7ozEMax0vpsNQ2kuzBhyTKMnFVVelijD88dflyKeVB40aUD5guRJOX5sw6ct8/6bt4Bor1erSzDWmrUtKib8Tw+SeqavC0KxI5aigokuDToi+WghtRckFwyhuTj8sWerRUg/Snb42UdtnAaOFgfQKbxODmd6DvsdOm7MjhUWGtKOmWSxzVHqGglFXFBI+f8TqQOnaQkqzaU/LPmC7kqvS0Qih5h8WWElFjmO3qIbTzqiVNhrXfWaBZL7teC5D70vd+y0QtPc1NK85ZbEZgQ5LswfhmCpiSwiRReQ+0nxCgFXj9NE6oLZ1Ng+Ijxcm4fxXCcZLpaKHiy8T0Vkpm+1XVNx1VGs2Ww3JZukbCFLsgHVhJzBMsQwyyq62bZFtGdhdujEkAYBOSByTMuRqNJGRqwRvINcqDu59KcXap4ll6sTPSIRiGC0AxCKGuk4cUjjyM4jIw44MuVRQTlIq7YIvjzBl85bLNC+dMNsMPGG6CPIW8c3rkT6KtN+jCf8FSfQY3/AEWMxZYQgYhuKomUEz5mpkyYDfRqwdcqCSmPPlc+k+TdkGnLZYoXN1bfg0XoDseefhH8XpEwtybHEfw+208QY5XNNMYIj1vyfbeJETR1CS0mvGxdi27FpsmdctNdhtpjtD5rTTNB24Y384U3b+5usAfx7NLn/AQY6B9m0X9puL04RoC2bLoQFyZ7jBjnMggQNQO01azaRhZLLJe7dVpJzCopAicoJPOri/Z6D9fT1e/75KYsP19K8O/n730xYPAMW9T3d/JOz0+9s+Z/dz127w86+dOfGe7vrkqtlOj4Q2u6e0eIotnJund43LeXsNLYIZ6ZceSnOQTL5owYVPkhKesRdFKakojDpdONOXaN5Y67bUWzRZ0WYePXrDDX2UDf4TYipCRYohfcub1SJIZiRJTl+HYiQNP8SrCEvoSwTcKCQtIqunoJlPVElUIGS55OUiJgwTPEzDgyWfPXL1htqKTfqb8bRDq90VTu0eSj/C+zOFiZ0FE22IpgEmiwwy/lrMkgciVkVxxEig0IMukc4BBpkk0BtsHYfigedpnsTSz8Jx3Z0pNMWnKVUYfohHUWyykPKGX0UOk+VKceIO4igyX0Ow4tuyJ1mMWGThNhTTDLJY0ywwyYcgw9BlkG6beZ9a/LMn15AgRWD4LX2izApw6oAJznOu/oPyat9VYsWIK43+yAhDayJJYcu6trIHwkpuK5oRZJCF91RvE4lnRASc7WY6lCgSyFYmhBaQ++SPIqsWQAnEzMVw4nPfl9C8meWEkmVb+W0jsvR+USfl53NI+oCIdT8ioWnLFEg5yaZ1mJD8SkzEn59wueg6Z8PO0CIVFDLnFyH1EoSNEyy84IMLaM8bcMsmkg+SNMC0w9BoaOelvfVaL5Qb6/XXrzi78LX4BtREn0uCpevEuBSZ2MQWyISFZesLsOtxE4YTSrX4PIjF2YdKBwGgYJ9tlgTQAxeG0c6tZS65dPUEampH/OcZZzAMxWVQBjBGdoEQC9g6LluClj46lOTimwWY+WofUAKiBx75coDkwIOxe+TDbY75vM+LaVuENcAthUUlFfCtyVgwRGWnW7Kz2i10YQiyUBCEsWY9YpLJnlIM88jWz5uzolJIGBVWZ075kwTKeXqILthUjGP4kSoWQCz9/2gKkgUFcyVcv1I82w06T0ws0+UFF/QuRKmH7TLtrQ2nDeDaJtXSypw1pu1NSlm3FCO4eHFCE4aicu7i12nuW2nb5UcQsqsJ0QHUhw2yDL9XIpxlMctPXAPTTHxhx5Wt8EpkXfnb6vVBCc+1JaibQzux2SEtkeTqZEKokIEbTfNrSzDakYiL5IMFX7Rddi6DpmmVpXSThBXPQ9AsEwuJtpLeqXlNub5rdA6fZG6YlrXbu/5fpuk/U/o1BIm6jL0lnhiDkuIYMhU8UGLGFRCKtPENlchxBeqEVE1wuQcn1x2lH4biV6sJiyyyTsdpvEXL1u3baxbZwQzMLtwWzDskAqADIUNJaNQTFVFm0Clt3ZbrhTkowJjClFaSCSZEkQFy1irVfKw58egddogoC3l8XRjvjJ17sN/KyHCUISpkckzcJTWcxApvYkWDijC0o19pFNQ62RZSyxZ0/mSbLsnHR949adJZZoXANmHosdl6EdSjnWHo6046mWCZdOOzglVDMURCmEm/KkkmMQK/JccJBF55zTwkkxgnrqcTbedl+0WLOhfunT7tuma/0kA/w2frDD/SXQx/wb6We/h020vXTh2ZrbQt2/aByHWturNGYMTlpB51W1bH5dWXO3acjdDqyLOUTGYzyqxDqv1aSL0SyZWJ/ajIqOwZK5BV0BDVF4hDcRRYYLqUTKLpJRnDKNCyYrrD5kyefO3Lb5yReOi4NeVMNO3TLTYRSfwTFudv2yEVf7Qc9f+T3aeA+mJ6qWEmqJ5NSKNtsttFT5VwcLtNOxAXbYuDDt46FphoasNCyIsjcKDmNzeI669HO7ekovzOnM5l8ZjR6knG5XyZIFYcZmFNOJPJtuk1MREcCj88SQGT3kwiKMjZIUOHCPlHxh6YUHielqFrxuoC4vWbVtVluktsxBzk4hdQZ5ADDM6TNUtqjQpS7ccnLDcVRujI23zkSSTHtrkL+CYtzt+2Qir/aDnr/yfbZDCXwjndIxxFcMwVDWoaKD0RxhEKLCyARbkZO0mwcW4gUiySlFWzZyA3BQqyYPG3DloyafOSzgGxev3rt0y02FcXQiq6h90NqSl9rq3iMoSSRpt3paXFShNRaJQcqmDOnCY8WTCU4/hExHELHE84bhV+YTT7a6zCTb4wtsQVE665dODcVy8V0F7ewgAxJGZ0KQ9MSWDcr49gmJiRdZhaNYHCFokhtcT3wMvCyiiL6IycTjxdqzTsyTNPWQaCgNA0yIBzbPe2q+DNyzbdSC1prL4wjAFGzvDJlIIMEAyDmK1vWbFoiEuOhEBxeTCWEBlyskSpWCJkgA6Gtq7R2QtvJZSxZvHpk7s4jBExS83pYyrIzaWI5Nl4aCW59CUEOAV10nphlzET2J21ZgvMJLcvHZqGyxMHxJQ7Jxphku0YkU5WHPj0DrtSvmPrM016H/AIT9q0nLqimR+DCWzzS1AcBsRH8z49jTtRWvSp06rCUlfJEvIWi1eD42nJKgY+PClgmuPi/kTJxy/euHTzo2m8bIstiVVa+iOzQAEIYtJOQ0Ge6srFkXDcGGStpmULJJYNbAygk6tlv8aun7G0Hv8Eg7l/8Ablf+Txqs/wCQzY/gkHcv/tyv/J41Wf8AIZtb61s38Isf3a3/AJVUOzXtOhvd1pvujh3+PAzOFsbaE0zanpG6xJOw3P7TlG/4RZSxcbXyMPRZ82ovhH5QNQuun4aXHXyDHUPwxExT4itpZ8l2zyMWdmfIfGSbZgo9cv3m+9tgQwDKQykAggggg6EEZEHcRWRQgkEMCDBBEEERIIOhEmRuIjdUTM+N+VutNMs3Y4kRO/VD8yZrS2VHSJGkK/gT1ExJ8iqb9PJKror8uQjKRfhtR7ZBQJv/ACySsHi7PlfJNPQfO3rtjUf8Egbl/wDblf8Ak76rP+QzaXpYk5KBeUTi2vyrlutKx94JhQV1iB4YUVE49BhlkXxw+dS3xkw8BhhhkXj96212GWQFqjIAFJzdYaiNM0x/hCWugiYhOXhuU2o9qbEupAv1aG4cMQguxbJyJYMepzuDyz5PfobpmL4IhaJ4nTAKNFjr4sbSCzZcTqw7Ljw3r20WblpTc2cC9cKLNq5KiJBP5cBsyqmAskg5TFdVqxYuJcbBfm0gZouW4JymB0RwiMTZkwFOutWr9HW9C0La/IjjKEtJM8fwsRBL5ET4ii5P/BnOCBPkhGVT7aYQOfG5ly/g0kf+MHXTbj4ulmTpp12fKPnDtyIPB550EbzOL9YmtbeIaVF6VcNwSi6JZkPoFh+LkiIFNVVI7LMR7H8Hsn1hNOESxRHffFoMcHGnJIwbdtPzz12DbLtywLcp8MS4l5BJgybgyA4MhE2dcMljhqGIXQ0AwbLMNg9YLmXyURKPH7hl4APGXT1pt2y2ANgyDQAO1GHSPvK5UbuPe2b6BcmnJ/UhNwvNXUxGCUjFtO8v4bj06hvoUnHNk2dfxS5iKPIGYTSp5hdLu0p6VfKLZl8WPMvXZYHLDT6127csts3S3EAa463SqFUI6NiohmdhDYcw2Z4DKq27KXRf6JGJCIbYdgzAl0xGVCD7JMdUwJ776PKwY8OgdNofdb2/J0CaE44eShjuNIqmzPRy+ckjUlJAw6WmFHKQrHRLMJiHEL8wroMJw8vqTZssJWG1WJS8TNOH5c18iC4NkmzPc0hNQZLV1pahqf8AKOHY6l4xNaC4mUYHh+baEmQ5HMNq5Q4uw6nhFqCmLUTJieYdrSV8cAu4WVF02QeF3jxtlt48cO6snwZCL9LcsD2qaXGpg7CMC7z0dR0WuYzanoaSUycS/DT1JRiz5GguIIracnlhTczALTHPR6iw2on140dOkV6IPjaSdh94WtevMGsW7TInThmF1wSoChSAqyoZ3DZAkQAciarasrhvPdV26EqOjQwSWJBLNDQqxBIBzIgxme7P4IciLyXykG6J3nIw+FX/AMs/gQPA6+TQaqJ2xUSQUch5QWPlL4uDQdj432Pxu3Y+iDfk6Bddccu5QQLGUVyknq+fPyRWSk/ocLS9jhWViImGFRDh1+WV16E4hX0xsmZEzDSZEr2J2XBd+aBE8gTPNlJhNqYHwnCNNLszFLSpL7TCfg6O95051Hwm6hJ5Io2lKk4YfhZyjLbgsjxgvwiyZPJq08mM/lqbgFAiRSTl0oYLKa+g/Fkwktibpda/syG619LoBH5NraozyQCLbKwOPPIFWG6N9WtLZvuLYstbLTFxXZgsCZcMIKxqQVgGrn1OgfenTp9QbFMWDHTNunTp3csfhJ0vuIUhhzFj4uZilzDyK6iUwVBkCr9fdppZhZfFgYAGALvVFkw8cgwAMg7aZBkACgbZDt3Vx0lMWD706dOmAtyKdA+9OnTpgPYvKwY8OgdNjlYMeHQOmylJTFg+9OnS2MB7CmLBj3dM+GMcl5WDHh0DpscrBjw6B02UpKYsGPd0z4YxyKYsGPd0z4YxyKdA+9OnT6g2KdA+9OnT6g2UopiwY93TPhjHIpiwY93TPhjHIpiwY6Zt06dO7kUxYPvTp06YC3JSimLBj3dM+GMcimLBj3dM+GMcinQPvTp06YD2FMWD706dLYwHsUopiwY93TPhjHI2KYsGPd0z4YxyNlK+vTFgzy7r+jnnjjysUxYM8u6/o55448rFMWD706WHwxjkAGLBz+y+LD4e7z69ikpiwWGuMYuHmZ8ON7Wb2fRsH0Qxi7I/0uvfWgd2WXUwFAwPDj5vq2HPLuH6KAyFrBWoDgLWZr9C2OneGGZBifZyIIz99KZQLADPGuKWaFkKh+Lz7OgNWoDaUpRkM1xxAGQr+thnjWnG1rOBmwWCtqeLI/0uzQhwG/fakcG8Lm1vJJTpkqjm7v0oyy1Tn1o9F5ea6RMOY0MS5fQgTKl4beQWoopuKZiy6JqTpVfvYnKqpYu+VDLhsqmPWXRN009af6FgiloZgu5QXYzGYVZJ1kwMs91WVcRAyE8TA7JMe8VDX8HVD9WRv3wpWmt0v9U09U+PMH7GfZw+Ro2/x2HvNah/QeIVqcfkHQfwp+b37csaGdOvwi3RjMzWNNaVmhnS0QX9Z832ZvxqnzsnFBUUJMIKzqJ5ixICXDDmV2oZLNtprTyY6mXBpUPnjgOiSe8FoHgGnb3KpZaCfhDkNbwGeG8Xh6DNA8uZ8ah5dkZXxqSWoui1ZlchQ4SIynIMGIdhwgpxrEpRTbYk9Cz1+ZUIhiJwL8yuC5JO3Jom6T/NVmFrZ16G/Nq+bjfkmAwk3YIJiZxrllv4V1sBLnEvWt4QcQ16gz4ZjdzqXH4Sl+wyat/ND/php84UpTUzJsPyAzXmF62tQOl93tMSHZP7nrSFNqLWD7UKyu3f0opixMCUVYOqgw/BMi0WJloEwo8bLOzR8U1MM/EyzwyXdvzPk3TRl0y0LxiKXe6Q7rdhvcAawyev2O5IzCnoZmJJRRKK0gEpbSoCTIEM6hdPjtEQgdxBDEKqZpYIrDiI3xw69TWmH5U4QZZNvRdNOXEy26jAP0sjd9j2bfoO9Oo1pylTCoCIUdjevGtaXqNLdKGdqYgFSdlTJhmD0jjMBiJGWU9+84RFob4unQ5HqruOvv8AbUU38Fa7qr8rUhkR/lPp1q9mghSMwvbPCuRtSCve+b6zRdrZn9uxJiyUCbQw3pN1Fm5ozYbiyBCaCdZhh5GcjlxhmGyrqIVAVpTbIwDELXxVtsm7B6wUdtGGfjICxal1F7zSL5Ib2LR5u402VUNL0K6m5ZGI9VpmnYgUykQwoZLPZxMinpyC4T3icouHjMryf480cLtsCrGhF20BZ0DUwdKUqzgRHHLs0p+LxTuDqFKMw1u7fV7Z2hCEdQ8bOQQylLgEm7n+bMSNRUhlQqwttLAlfygORldMHbVW+Z/wnLdGzbltMGVUVvtUbqF5mQRFkv4leIcsCqMtMQ/GaEeh1YaSFcrGfxpKUwTlEz8RUiwsmCJoXRouLL50w0zhm7b30G5k05w5JrQtpNI6nyCRHE3CcMQQ5jyBCSoYexvOWOCaeXeL0StxK7fMpzK0tFC3xlsm+ekEou6ZH4yJcO1bBAMUZwAcOPm4/Fhe4d2O1agJQbVDA3tgA7PAHfDjx59NBav41c3rZYZAjZyGwkgkA9MSJIHeKAoRhCtBIMYwcwJBIwDIaduW+qzXwiLSxqIjlY0B639PspVTUO+0FztOzEj6RCCnnlWIIwhg7FkpI2cnyCWmklRSPo5c9KdmHouLpCCvKrhJicuuspr5KQFdp3lxH4UjurRglqIIhX55QrGpQg9bVZQKkl199HaetlnbwDsONqBN++l+Kk5OOWyIPTEbEyXlm2GjRkowD8S81GsSbsS6e9I2qWfcGEENTjCR+nCd03oTTYnKnzsNKESy2lnEsZIRKISaUfRFQ4hm1RFKuFcsmrKQffp7ww6JqZAw07NOa2uj/Wrv/ddcjIL1WSR0y7p41A0eH4mdICrGSLO5Ci347BcVrEGqr02WGdig/LNMLUPnQKPgPvGnpYHL8Bdi32GKuWs32Np2DXlDunQG99jCgcYXQr1SsgkgnTPW4UMgxjJDAJYKetnByIPKM9d0Vtrcgyd1AzT1qbwXejTQkbFOmOV+rY4koUm5TxynGUCMIhRyiqRVDEfLMPGyKeZcMGU9GSDLK+8KOyUUL8UxUdQnx1KLsKR7VWkMB/gsTeRBS4aSUW1uEIaIMebnuAB68+tPwi/Cfbfxgt0tzD+G8/8Ap/Xoxi2Om2g92lq71NR9vnNTWl7WLpM3esstSEA6a30ZzJnvphlCvJs4IufGWtOJyFoYiCdETx3FK7FcHNQVG8NfKCKfJsi5UoYhwqXNOysPOHL6oCL9VtxeUjaukLXbRQXHZXLARkpJYkDQAHXImcz0hlSDbwwrSQBhAiRnz4yNKm51zLm8DQZfQgY3d8F6bY1ma/jMHUbEdTRqMysJFIEBEVG2jSC3BMVQkotRGMQAjOWWTRw0T+THh8RL+XBy9YjAZmL8J7raQW6W53V5/wBsZ/j0Y9vO9trDdLXDFAx3dMXDptR3no3uFys7Zxlpg767elQNHpaaswnEbQTCsVTwdQvB0XOouV3cSwtDbtO0Wrie7QYeWWTqSjsEVpXJspxMsyVUz7kGDT3o2o4CrdKy4ssP1i3YXKMxjUyeMHLsNZW88sIMZzgZznGuGIGW/dl2ycGnHwjY+ou1g7pC3L5xXdtC8dqhpLnCYUmGmhARaYPPpstmWKjQREHoCIhUREQ2zBzH/wAJ2Lunbgvp+3SThy7ZB26cuVOfrt07YZp2Xbt2xOZlhhhkKADLIAABYLbQhfG/g9P+frb2jH/VbPzNv9I1326ZvtxrrzmBuvpf6dV2JNAG953ks8NSJeIYVLIEv5ox/O1JhE9DptVduYsPmTqlpqk+VYNpiSLwyRYajYm28fssssElER+Ljwm+EVm6UkASQm3bOzGNwAtksTAAETrxNbBCYGHUjW04G7UkkDLKTz1Ezdn0MxTvd16YMXlt4hLTRXBctHMGi+gdR0yHZlGopNR2ytpLoCUQsRtHsWkWYfGH3iu/BsmRLGvlFyUBo2DkW3L2T6lwqH1cBpyY6B125/0lmzilpW0zKKiaMn1BQ0/SZPHj55+9NHDpw3LmGn5o2bMvxePzJky/bePjBh88ePX71tt48babaFrboCnMAEf73qezhT2W9i2uFAMTvImXIZs84JAAy7K5mBxZADQQBA0G4k8RvzNVgfhAumfWDNrUTutp76UdN8U6jHulGaMwZqRlDsOqiMiuGTSRHOnSMYXQVNUVjTptPdxW1AK2RdHyZBVaJMFTBh4UeCw6cv8AOP00rfS+aH6Q/F9uH6JeHuFKX+YfC/jfG024axdIgj/NUab7f18JY9Kh/ilDpaofVs39GNpEoA/op9N9xD/LwlletP8ARJ4CIBxuAY5zaHSXLibS1s3SpdV6AjqKqCOkRzoM4O+d1XxdVVNsMFkAnEDmcTaEbzAPDjnMJP6aTvpREB/SH4vEAx+qXh7px+YfTPdXG0gGgHVtrq1JRZMFH1c7vVa0XIMMw6kKcGxEqzRTphu43Vjqk9KqKK6LkIdRhTG0ok7cn2n754/+MsmAYYYZ8k0I9a/oxtIYAAfop9N96f5eEsb4/wBEd69QABCtwpsn6MXSGFGf0U+m+/8AXwlkHIL/AMUfHmIBx57aIpVgW2tnA/MYbOFM5QSltGymcmGkHKaqSCIFoKeIxk7tAWI4jMHWuUN5lu7or3jcJyulM91TTPkRI1Oi94oT7lrL9JQnjqeMIMOHRlOQzS8YcFllGUEtYJlRJMnTS/BrwufMqSpBSstpCAaKeMYR/p/0baSou06aD5l6LZczTk3BK5B0nJWzVnbCUMwoiR6mPnzk65mGILj2JjMStLHymoL7S+9KKcQRc09ZitdTPjyksFpQXLxy/cun5dt2/cv3bD5w+ctMvHT508ZYbYeu3jtgWG3bxgWW2G2RFltkQaZEQHalnq+jP4LGj6qtRidqYklM1U1DF51zKGeConLGsJggpzUfxaqGI6UCbuE5sJkMOip2I3qiacOofTiCO6dvWXacSKlWXTh3TaCtmbqmyly4AhuXrrWyAFEC2YuQRE4QoWesQTpNsFuqQxVethVQ2ZIEtmvZMzGWQrvrdG6dNOWkRQmXq21e64NNs8N4RqVafH5tzGMT6lerEoDRFM2VUzEu4QPgulC71l+bJpIxIoJZJOQWHaFD8KwgnEIVhoo+VddfCNkVF15aOpPyr0oTZ04TVj2FtS8OzBXUL9FJpvgYSMIEJWzXhw2r/KkyJpQcjGvJLMTIZP4gTUDCo38e+MOyTZUsbfl4v/wjfA86B/GDmyI2r/DrXH7f8uf8392MvepxXuHV2QMFlN1xLON4Lny6nAhmIzU4lUNRhsiYlEzBceulsg5dzfj+K4cZNPIzewIYYbIkHK2Dks+ZLnGCDSk5Mefcvquy3LIbZChU4hb2pmuuSwJYYrMM5OZLa58o3VCbitF2ZyLWwFAiBMMIAG4fOv6fKI4bcoyQ5bBjtu0wg7b7DTt6x2nZRwy0LDx123bxioD2XjptthsKNMNCy0yO3NWudkf0E2sO39CzqD4BT+VLFvqU4+F+I7dIw+DXyCh+l/0oTef/AMZl6/zrrn7jqLVBAcRTT0z6h5YwkWcm4qmPIubcBwwWNGHJMuYiCL4AX4fRXBg4Z8kXKuHykoFXb40YesOHLDTT168YYZaa29tySjAGSVIgdgy17tONcg1HaPfUSnwagRDc56YLVAYgn9/+MHM31R+sRCwhUL7c3fBmGay53jtA/wDniE1+Vf8ApFDlrsj+a/ftq3dkaXPhAWjmXOnzS6zCmiWCdM0vplu1CNlGI4iV4nm2Zl/Es0zswJllk5Vhs9EMOvFlWT19fR4aadw84AkHyYBh4Ufun6s81XpC0nfCDNCahqQgbTTI/RaECT91DRzOh5Gs6I1ORCvohmIn7kgQaIuIMmSmFSqeCOQTzLZA9B6+ddnXhoG37x2Lss78y3cZV2EtYvxYttbcdE04jatrIEzEggGAN/GNyATdh067Bh1hpjJz5xuE18LXdL/V9Mv4RykQxofntCOnSereh5EOk5kxtBiFHaG4hYoYiUYiR20CI4NjdNbNKrp4WYLm2kF4+LC5badGy7TTQtfO3TcGalYA+Ega4IQ1fTchue+olI0YFPwiTWhKF0iDYeioT5TRgpwmKfDSDC8IpSb8iQOdhqHDfxSG0342dSDJ8x8bMmnx010BKgvNgn8JLkOUnwbhRSneV3WUIl5wKMCAaCClKZriHzjqOVCE2Tyalm3cOnomYUjSM6MJhJ64IPS7pou6F32Q+ppYAP4LK3kPZABANGEDjSg5GXegvtBdkb9oRARAACtRCgUDbPCOlS7NyT6TgoWbAB0TH97Jw49QWjFGUwTUk9UrCx0AMwJPWURMSRy0rsTVRv3d0tLiYsztL+pU7EEUL8r41PwlHMHRDIJUmBCTETQwd8m08csHkhSRVQChpjyxE+w6bFgaPXTTDYiAci/p33wdeoD+CWCLBf8AUQpHStQ+ZV+I5HoIYGX3eva/FHdp6SVHU6kyuITdNJ8fwVBXzOUYrfwWXfO4tfnnLaj8uF4diV47eEBJg2yX+SmmTHbFkXrmgND3dKqMXkx5Yy3mE+TmEl7HkBQfGjxLdmBOOk15FEPJi48T3ZtsqXaNME2zwlmTDRcuL9l2DwXLoWxYY7GF17rIL9guAGIfZWYqjE4Jfp4OhmIIgyBNZjCFBwvBJEi6NRE5YD7fbVZQN998HW/qTQTX+whSBpj/AEE/mHjit8qg3f77guXS+UiqX0KkYFigk5MuCkSQbpBCGF8o5Ol2yp1yWWESFSSi4dGyz16XMu3Rlhh+XePHL0G3bbTI2fwC4DS9gGoY9GuHd7XC9bjTiAKDNqdkM1rThVkM+SAOXCvGvEJFq/Ii7s4z1+qkQe36xu/Gq4kj7Nzdl0gPAb7eg10G+tQSAnhL/UtJeW8+5VG1FRl1NWFyEYQceVkswjKJpCUu0JN+cSzbkDJB89B200Jd+HlnYU7bLDQ9kOdddWvSC9BMIwJGEZyK1Nz0Lx7EZ+GyKNpjlikzOiFDfpyYCo8VImTlaLoOdpqM+d9kqWOujR1t4ebZcNOGGWgebd1AzcPNuLPLn2Rv+LyAcbUvwrsoM+j5tKgLPh2eTnpm/Hv22IcpAcK8Dr4JEiJOEtoc8sWU6mJNAFkEiRP2Z3ZZSAOA3DsGlVYVDe+7t9WPnVVV3K2uVTU1I4ZUFFRP7uSQxw+oHzr5sycPHThmZL0waOGzDx4/MmX7x4+fvnjb16222200MPkZ6l5CL2+HlHreSd1hq4J6QoJkapQDE8kn2iCDC8RK0eGoamakF4kKS2Krr6WB4u7OxdDr5pYUIrKLLDlNMvGCbT4mRdGZUtMu8836muWLtSrnSfJDdwKEEae53xRKA8amenzzhxfftpiopsor14yRng+KKL58kkXLw+cLlk8uJ1p6Dkm4dNMu2etQmL8J8ClZB7pfFKCrz/tSmf49AcrV9m3lkm8FOK6wV1dWXYhBZGG8PmJmRvz5V0gBJEKCVghrxkBgOWWXx4iucP023dn3puSdbPMP5G3IHpX/ACyBAMda7S5aCd5fLPXPEEZwJL7S/rA0+sSzhdFVwf6k5Kw/KiG1RNOHRRiiPBjxDjmLwPHU0HDDZlPEmQcEyDThp2+aBoHTMNutLeJfCFdBMh1nUXPuQ+6/dS5QVyG4cPtwe5n9Ea58oxSpO0pK8kltT2TgeORNtsgYeiZZ8i7q2DLeNrHCRPFUKaREzUsvQcqRYtltNxKea1AUt08H61Eqo5li5j5RhCA0xaUey+VFk2y+RoVIK65Rs2ZIlzytQXpweiw7G4wNwjo1DOjbMLRKsDBBDE6g6A6EcKydQQOoDJgN0hbrDDMiImO7Pga1RvM5qzAkXu/dXk4ZUxEYg+ZEt5Ex1FsExQVJJigYQYiSEtoynKToisp6kkm2yz5llsHCgQNlHl2XzltgRAeAZD6gZ9T4+D2L8+4yORJObUTMLRXqOMMmkiGXBmJY0js0WmhCcKFyMLwSiknRo48MO0Uk6T0JIdPDDDjzHYv223rUeuuXfalNWujzUjpql9u3d5OlRnOmUkXS/h1VX9PbltDTVSIU8SZU6sfIkQqyqyQcvGgaftEU04ZZZH8U4eNWHHt3RvUZ+6O9C+nrTAzug95fNeOZRwkrIS0tQ/ICM0qFFY4oxhEURuHiQb+aq6sNFWSqyXLtvDaKXeg/dvuw4bdgw23RtptttBi6wtHZmWQtwqLhuDPCBBYKdY0yJipW0wQSihhcBiVBK4RkTMxiPHIxvrtvdOyfjCSvweo/DEwIUXoJjVVkhrQiqIIWihIPoMQpDSwvTgco7CqkKZQsoETBuHSKMfZLm3Dt+w4NOQbYYHzQh+3Jsr9+lFOgiClfQhqL0Ty407vY7mW5QoWnehRQfj8tELiJnzEUmTphKkRHpRogcVQbfJjLERmG2CogDwsUH8UE50Ka6dbuqaVWrSHZ5br6aGjOTJXR9qAX0easzpqpq8tLUWEoOEmkwgYl08l/Bq4ivFVKUl1UaUHj5ScFGkACr4QeKLvyOJfBdgAd0hK8aCI/hbneFgrmNzAfkD9o4wGBoER7uy20e6ETZ7iB1x2XOA2VnrBTB10g7pgVYyEulghLXVYhodRIYwIJHLWRJ31YQTnZ1ggRYUXjp8oslCjJ984Zo4fHGXLpk28cs+Qc0dPHwPGnYeTdiDAgHYY9EKp/wgMKbyn4PcABT9WUY4U/y+9Gfqh9g8xze152cebQAAQpTl2afQG/HI06bVst+5o41w6gdRm6+1A6L9PpXUAe0cTYjibUYQ+emdK6WhH5RTo607xrBaIcOTFjSEDJkpFL6W66RMHIdcLDxKclm3px2XeGCDBvo2wMdnYKGfrWiFUMzQLtonqrJMATkDvy31jagXASQoKuCWIUCbcDfGZ4/KrJoBjzRoIhwvfsh/SxG3+u4441NPg8H7Ifv/rDbV0jcK4njrJ9Ufzcr426vDWt8IVt/IWpTDSmdbcghxTP8crn/c2wncLaMNcGnKf285nrrO0/lpBndX80ZfTSg1CJTNlbMok8Pmo01DxjGiMTNy4jOMDBUrDD6Y6ATLmogLpDxVcmmHhJgw2WUGCmb3Om2jZcNu6FR7hYvZuooDWiBLOoEkmO8aznAXBavS1sllQALcRjlcUnIEnT3VHpr7gPVlMf4SnC0K6KJ3wpp4n6a0ho5lBmdGkIIccoKYiE4TjUxEycYh6I4QjRLMP1hJZfESxh7D5h4VevGXzkwWbZB8zOLLaY2ufdz6WJ0To3mE14l3gC0lRrA7MDI2kWRMEl5iJsNxCcTIWNJZOCUeGZLpa98WW1F2vqagdOmjJBEcHnrp8IFmSj6OqKA/w2bLcKZ0TnBEKZH8H0d8mQ9tqDz5Wr+yAhgMCNw6h6nhbu6V2dJfaHDur/AFi6o6zG2CQgxNbxBWOZkkA5DPhNxsrSlVI6K2TkA51yDwWAy0HE8arUTD38+kGb0KqECzY3V+8zmfBCu7adK0HzC0QSwjOFlN2ICz2T6BEc31JKNsdhppnsmCrygNNX84ax7rmozcYRAedHz+4B11F37p75Zl2h6IIShkk03TDxNhufaSnPXVxHyD4o8c4/F2Adu25hbzfe5zR3nOrvQVoZlFoWiZK00JsPxQ5Vp9Jk4UqIDkKqqBLx8aeKC5DU4kdHUVRiIY3ZcuHBCGUh0ymsMC8B4/cPHz/dH4RfhP8Ab+MDulRxf5Wn/wAaUrSdAfZmub7Zs5umSWu4GZS31JXEqYIBLZjEDw+A0ChIgBQQGH9cFZBAIMAb5HsrkuR29C3WmmpXYiOQm5E13Spidh15FmLYN3fMn0qMGXHZFhpyxFrubTUSMl2mWmgbcAqeSbFtpptloWmhGUvSLvm5U6wZ6wpIOGNHe8FlCtRYQiQ+Vjqfmn2G4BlkmswvDyjEhgutROnzPic2TNqJZLekUdy6RjPxxVMFSrbZdh62YY4Rntqr+EmadZLzSnzMWQm6qYgOT0BxNMaMG0QxP9UWGYchBKMLKs0mJwzuLAePATKPfi5UTDkHz2jsXrsGha2lv3VWq+YmuTQJp61UTZRIKh+YM2EyPDkRo8u0xcSYMJPYXmpHEEJ7KInxJEEXLRZ2+SYZIGDjJ6IlJp6ovTj5y0XLPHJRxe0z9ILYuMnV6Qo2zC2GQFQ0HFxIExzFZ3FXCXKhiThDC8XIMSJy5TrrXBsYzC+ErOouil1Akid1cagh3Ea47g0zEatPZmITEKMKZlmHn68yRnGXJAsvUgCbxUAmXcFQPNGALuXboWGAwRZiX4TDEhYCUQ6Ztz6vE/OoUWns8lQt5/ZBv8QenE/decDLINeZ53ZCtbV39vs2dCTEtJGmtdetDVDowhV3HMTuICibTCqRslrcaxAYQCbxUQopbgmTE5Dj5KTk4s7UCLJ1ORizJtt60weMvWgcBXU+N/B5/wDP2t7V/wCNs/en+kZ7+f2Vzutgcobzbsm2q1bOYmCjJIGeXEZ1a2oZQ3RLw6th3GWX2g0HTPsqaOH1b4SpCbkS8K6WtzlDThpkGRcQ+7najOWmAFkeyLtOm+WYFkBBkaCyIVZrStK5F+Eb4UB/UC3Sv/hef/T+vT9787wdfG/g8/8An7W9q/8AG2fvT/SM9/P7K9g/BuJkI0V66d5NCcrNRk8NR2m+D0SA3MiYynfF8YxDEatBz2MomckIgOpsWIsKPklXVCrl0CgDEFQs/eMuXTD5McAww72olwNct2+lc4yQCm1WrmGFLSVVJAyjtqWSEZ+jXqgHrWHSZYDIl9RM91XAoReRM/hSGH0aFUsnGL6HkV7FhRDF82ilYmeJpVteLo7Rh6bMNJThUaNOiDT80ZfNFGHQvTD5sWnjcee8O3ocoN221KBma0ltTk3fwysx80gtadJcwxHzKB+Dz5lAqBGAxJH8C/JQqvz4ThQAJ/Kvx4E5aEwJL4o4+OSW0xYccu6/o455487taaZYZFtsQYYZZFtttoQZZZZZABaaaaFmjLLIAItCI0AAERGmfRYMVIRsLZQxXFEETIkTIka75rjAWQWXEM+rOHcBqBlECqZQ70zcONNC01uJ5qNNNCLTTTW7F0bi000I1FoRGYIiIiNRGtaiNa5rFLFWqHd+Km9olrqwRN1tNJO0KQ3JM9BUYaaf0Eckyny/Md/D8fJ5aLfwNlIgeSdVPIqq/Cx35eVIjcLrv5F+MuyjRlOTmH1jNM3tmvXeHzVmvLbc86cZMqUnpPxMZguKtaGqmJV9zK9aXnLTwXbqBIQgtsmuGmT5R26WEcy5+exxpAPpqrEsMQu7Vkl2e2h+AT4SP8VBQDXVu/xV+z8a+bgyQiT5uCZ7QPPkr5eCW3y78l1/wP8AKHyd8o+Qq88l5ce0PmMjXApUm4quGDW9lthSyHSWupjWZBiVMHOuxTgJxAKSsFX2hyQGA3BGgwZEkEb+Uav6aVuG/wDOJppf/YxNG3T+uD3/AHrWf3dzbz2Se8RZmeiyakXqVkoUkgQgF2fKT/llCUuCCmRjIIpKIpOB3EKx9G7o65Q3UGG3SsXfOklymOTyKwUA0yZeslo3DO9y11bvqcko5Sb4rTpJtAlTOeIWIRg7WlpfiVeeyjSlryxJ29Yj2GYzbOqqY5T3J0FRcOHH8FH3CEUUVqHoSiUklrDxPsUzIiOI4Pl9G0WQhA6nMyKoahReXYcl2jKSYiq8craUmGDqZCiYrrTTlITTy8bcukwqdUnrJMu/MsPTDXk2Wga6bGIknpB1f3y19XFpxKkrMMTvkEAhswDrWF5QVEoc/sP0xuLqoaOrG6GBIIJkxujP31etlD0O7vydcasKjtxNWaEOK0lJFIjhp09WleZUxUo4hllVLINPGHht1AyQYU43PtAy8cg7Q3JFph6aUiRQ3Xd3LSdMncxa/ULQ1qvN/NyEd4Xp6khNKXS2qMvCCMgagXCKaExLA2Zeg+S3MQFohVY8lcoiXUBMKq2mSxetFXbuKU1056w0WaLdbe9S1lwPvM96fAp2TEnZHKbxU0e6NFhNPJ7RQyydKKqLE8VwxEJf5XIIyceKI66sKkSkEeLJqxigIpt+hw9LBCQodV5kd65uw5dbzqQBWAVVaGXc6pbKRiMtP85iRd89UICjMXRcDBFR+JNl1E3BsUMkyJaIyJIy6NljRBFiRO8orQ8nuX1Ct2831lFKm0R0CNKl1/2wsDp0oMJMEYVJiasvR2lNhyGFyeldROBurgCx9rozJaMjLATFSi0xYc+7pjxzjnVQ+DKf4sN7b/ZtHv8A1pMfoP2e7aSfdDxXvRQgSZMlt5ZKyHkxdkEro0BS+n+TityqLeoRNdlHpn5yPU5NJGUxeTSCM0iNNzEbUIfV1o8faR4jg9zGiPGBgtGx8GUCsYb27j+raPf+tJj9B+zbQvju7K2FlnppVwVYEIAQQeB4SDuNZhClraVlWzsgMpBB6+oPfoYI0OYNfd0/FH8JfCvtcj5afPHTuaOgiETcIuzDyjJhwnpGj0iZckWWmhEXYGZdxOZadu2QHyrk49FgQBt4PWnwldVTE7c1aqSh9t2waXlnT8korLxpkGnqm51GSoXHrDkGqC28BHRlZ6LLFWgcu3rYh2GWh21lveNHGrOGNU+mjez7vuCys0dQWmuHlKXk3ZGfGDrpRnTJg82utMk0ZPcHCrhcU0wjGMbJigllnb+JzjtThhXhxwqKsFJaSY4OmS93i/wgaZEgpJTX0NTI0BaDpQTNhuauog9OYzFxSLJrLUOFGS5qCIWdxJBUrlpXcvCitE0OIIJMLnkZJNnxjaLFkqqpKHCTGTkom0bOEc3Lz3eihWKsLwktjAKrgLNixEQBwq6qGfZ72JQltLfSSwDKbUZYSZJYAFYBmd0VH7vF93brikRud4JndOLeeTdnNKNiBdLzQ6QYllsdS4UhZiKXcGF4dhdiMzE4ojA86lc/OlCycdbgks2riiuXglUhoxRxIBv6Apu39zb/AKtml3/gIf0+378ZDPhORUuS3Pc4SZMu5KFCkwJDFipUs6duCxYs4mbDjpw4LuXTDDpy4cu2WXbl07ZZdu2GWWGGWWQABj039P7G/ubbU/j2aXf+Ah/0/OP5xyvW1tfWUXFA2ex9pmYz0rDViYGWggDcBV7btc+ru0T014ZKqiOjUj7IEnmQSd50q43TFvq7qcO76uleUdZEW6voKlC5WdEkpZaTnnOMXIpN7B014rbguFWYOflVRtcVwWnasjtgpkTblIdEyrJl78YYNP6l2gY8q56wpiw593THjnHMpiw593THjnHP1GGIESVkRKxI5iQRPaDXnjIgwDBBggwdMjEGMxvGtV+/0Q3wjG38j20O9P1Q5zpj+LflT7024x1B733fSaYZ56a9Ok2dC2j5NmlqxicYRkwlJM3YiW05YWWV6HIbeMK6ySjJpPQHDtSilIBp+ovXTLTht+9dg88g0yOOajoR0cvNQ0+HkU/CXtZEjombnNNBuI5KQ3qvieHodk+utRuuNK8rkFAcLLtwhosv1ATMJpSO5dsOkwikOCTthlhwyztyHG+lfdVzMjGAJiTI+ElajJgTAlSoCrSujqN9QbEVxjLZUaOEFBpTgGJ154fW4OPtH0xNPCch08nGROJxEyLwXxMu2x5rtdEhbrhgwzbaNmiAwxZYQZKyBwMTpFd6JbkF7akRotjaJkgRniMgEieIBj7Wc1n6Ib4Rh/ne2hz/AHQ5vp/o36fe23V2jabG9yjWbz5G1t6UNNUmJMswitHHEYSmmw+jaKXkZODaSwho7xHexMqMsJR0m9WHxs6BRppy+KFXQNuwfi0FUrXHFEmpHaWppzT0ufCS9cWoKe8LO4PagOUH6L6YJr54vFiYEKQ/ETvyCJEpNTa+RoSVV+Iu2WMuwc/JHljHbKu3ztu5BuwIuiyP93RogjiPIniKNo0izS/JhfiqL4uW1OJIoiVeVYFRTiotxAvrBg6rLKupG3r00fUlE2ZOnDD1t+YfPHrbTTWti4zXSnSXZVRcjpLNxCC0QSiSDImJBiONZXVCWwwS3DNgno7qMDhDSA7Z8JgjXiahJ+D8GWIU1xb9SUK+XeEI3R9Z76Lnjk4DtgwrQ6qzK1BEyx8qz2mnr8q48mQPtP8Aybtw0XiZLeuXr0DTQOpoN6xECJC+7M1+KsQNFGU97pA1CIjtg62LsuYV4olfEkMw8SbbYeF3oNnogV0wk5ZcP3Jlp8/dslmwfi7pE5vANEOt3Sprzb3s267gtEm7FcfwiVgnV5pcVjwlHk0UROcQ8QZiSEij5RTHZk8fSYZh56bKIBwtEiPGENJ0UJqLG7iKYwRHnMU9DO9036jmFNK8WaMYu3amip7FELrepOM5uHlExMaOHMJKiepvYZhBOiqFIIV1lOcRCQeq0JlkyBmkRWVEiGl+JI0TkgGUZQhXazafZ8Fxrk3RaARitxXYsrYowADEA+IgrhORymxUXLiX8aLbi2bksAyFFUMuEnESSpwlQQZGlaY3T+5u1Tzu3fOnCbaDvYtc2lZAmCgxfEyDImT0fR4jS6gtFUZlRm8SzcPJiPNCGk0qEZkvIx4qgVRSgPVqJ1Iw9aNGHr44/wD27sfT5Gul34SdqSkpMDUJNHVLFELaO2jR6dc5lRWWpiRQ5iKH9OEREiq6pra/E6iZdw6UVHMPJPllZ+y4R0wgXdOy7tyy6ZuQSvlrBsm5bQDKSXSK4h6ApZQbDUBQYhFu006SYYhJHJoSGQZeN1ePmiycRLO3hh600+MPGWn75tt68abGsFJAP8Npawwp/QXQvbl/G20s04eGOG0NYSyNkgHGt6ypONyCQhBIVmKiSu4CBkIGVSt57v1qYwm1cYDCoIl0gSACYBjMmd9TQ7xGFJizglQVlPIXX4h6EJrhFCOsrEcNMQItrKlAz1PViKpD7xEiNSRV9MaOvThJXSF2G1+HFB0fR3blpQeEzBh2EdGjvdDbtbTjMxP1FTu1LFdcWqcsdKrLU6tS85YXityQiUm7LsF16H4MPRCqlmVEk8cOzSOpRwtzAXkE6DBtGXCJguVeOO4NXm5j3e+uqbozz1LyeXY3mU1DCLBwradNOZ0Hl/kCHmzzxKJgjwjFSKk9tw2pHGmzXxP40/8AKgD562yw7Bjl3+Bmtzr+1viv/b9nr0/rgfe3O27pca70hs2bhWMBuXrpAiIYW+jZFbeSJOWpyrJHtrbwdLdUN9oLaTMmJGPGHZeRyy04ylTaXdHU+ZeRPKacsXSBmVLeNE5tLiaDotjOCFZFVSrTTDx2Lwu/VRacHCb9h0cTVIm8cKKWoOC6immyh4u4MMV8Hu5vlzpvjRQjXdab3iLdECavqoqsRyfWZhwjOqUZ9+0WKEgaKIazGiGyYMFy5RyBdQmESmcrsB2y7hUKlPIuHUXe6L3R2hHVdro3vEk54SoWoplzpQ1DmIAkcik5lzHhwxC0LO5wahISZIHFaHonTVWJHgIUAwuU+OxEbUzgtkHhkX/xk6cev7BH8DNbnW36m+K/9vye3T+uB9Q0+2meK5tSrcOz2ZBZVcX7qXFwuVaHS0GAJViBi01E5HQ9Hs7G2L13RSy9EjIcShhKtcgmCM4kQYOlST6gdaGnvSFpmV9Ss3JlGIolJAL+E4YiaPoOKEI7Uj64uK6NCZMwYT4HcOyDxRPrSsSeqjhJJEyhATjb50RKEmGHbMHcX7/TcCTBiA/FsewinRvFSoBRlTiaL9HrMSxAoskCZdOJAfWlmFzqkbAmnlCpEoBgy8AuTLFyrnsOHDthmevSLo5kDoZlA4kVprhE9BMsy8SLcWOUNRiiJYvMMLcRCUFWM/LEWKSwrtMGBJOBZLNnRcOBZaBw7dg00G3Ecmt6CrzW3uepndhPpMpqIk6fJQlJolpyO43Mn1GKXppJkUp/Ir+B24UKFkh27Gcb5z8oMRQottAgOnglGflJtkj0XHufkg1y1bxlUCtZa8DcIJyfpLeUAiSo0JJkgDG2E68JcfCC5YXFtEWwVGa4XzBI0Y6iBlNRl/p4HwdT+pNBP+4gSf8Aibsfp4HwdT+pNBP+4gSf+Ju1q7s9Pvb1Pt69djs9Pvb1Pt69dp6O9/Ztn3f/AFL2f/XHPPv4CnSWv7He/u4/zXIeFQf6Id9dut9Rc3pcaP8ASScW4fi2O3sZPoIghKkaqS1gxh7DkKRNMmKHoCWTE5BSnr1HhxdUW2xcu2lBR7LsRbNGgFqb2nQfvTp1+sNn9np97Z8z+5nrslMWHwHNvU9/fz3tYwsXHRzORVOjAWAAMON85nORrAAjPJyhMorKIzDMHJMnOQq8so5znlVy3hmuDXRrknNNXdV7taRMz5dK6QsmJa6sNXkzUY3BkJy0hhSJJ5pWToLXHDZ1wllYphJaJKSfE4P38dxXCqs8eSug5ts4nRoV2XqD+D7y4Nbv7T9IPStGH4NNWGjpRfzQkRqMMA/Q1eJ5xKR8hEkbvoyVEdk0rI6PHMSJSWaRDpBtUOS2foMINJbpWSUM8jLUu+uaI9b8ISTdq276lxJiZs/HsbIBczDk9TainwOEEPSKr84VVowlRxLw42tlTJdDLpzHy+9YacvzANkDDLAPC8O/4b/hTf7Tfdm/+M8c/wDwVG3JcS3judMt7aGuLhDJaJS2hYELbwyFYHCxaSxIBygCuhGOFOia1aCEEhrgDO4ABZ5AlSCQFiAsrnv6t3VmtTXzO9cj7Tfr90WTAknOKQ0OJjcS6gnJMonyZm8ZNHmEpIfw0zR2lqC+vuiiyqmTsslWMoFEUdRetv4QbMpkPNRz7j/9mF39/wDZCv8A/htnp0+/IeG6/wAN/wAKb/acbs3/AMZ45/8AgqNvm7jLV9NvUbqz3ksu5/6UdE+nuekkYwhtAm9F2lSUZiCIsmXMgY9muhRs/mjHhqOo4NzL+JRDDR48jrBg2D56cVVdSemjjakIu6qwa5siMb5ZLlwq160ULg2mgYgACVUyWjMg7zVisW9oZRaCstuVtXAwWLlvOJJgnICYGgyAqarVPrx0iaJhgUNVE8YWkyMzPnOMChEpWIDQxIEG/N4InEkCCjK4u/kgYqh/4wJv4uDfyo48h5bsP/JQOa0Z0/BjNfK04i/UVOmTCrMYsWdknc0ILbm5L2YBkm4dg5LFFxdhOGk1iLS5JyAOk5zGBSIHaW6q7TGSjDTwG7Fc5tMOmvUaMNjqF08yOnwMH/K4QiM5pTQFNAYWZiAUv5eCGxjeH1wUMFsUVG+V/kz4t8pCkpfx0H3xAp5KE/dcO91lvPJbzdmNC26e0eymLSkm0clOdS1/Trp1ih+sniaCkLrxXKmU6VaU7KlGnas7LsF3zp6+Ft028abZZaZZ22v42cWj9WZbkm2l227lsAUuTBwyskgwNVjOaytBFU3JvhkgMyOigYjCwCMRkDPXOdJyiL/Q7/BlBfgXHef6jWoSAj8m/g8Ge0ejBnxEABgCvxX8Cfy18WZdADkCoLnxYHXm+RqADt3zovnT8GL0DLT+L9Os6JMJUxTJZ6SbmhGjU3JhTALE37vyJkqhrsWw2pMwkWOuqulFzB5RAdqbsQdqTJthlgGZu/0sbds/53tof/3J0hen+gDr9YbH6WPu2bfyPbQ9n9qdIW/QP4gM7UTZrqMGW3sQYZhujuEjT7JLkrv0jdzq5vIwws+1EGJGNIMRqAonec9fdkmlnXtpB1sPo3caWJ5wtOZ9Ld3Dr2OGIaJxEWGHXcWtLbEONHRXUVIBv5VahtcAuBUX4h8nP/LA7AXfb6820bJnS/pp05txC9096d5GSIeReylO4seSZlLAMr24oYQhUGkRiIW4Ih9DaW2UZpYVmkplSE0CcKooCUByJ0z5XefKw58egddu1MeEdIVL78AIXXKAxJ04nWuR1TF1AQuUBoLfmzJAg5hoyGRE5yaTY2XlYc+PQOuxysOfHoHXa1VwjLu0H6o18T3nnKbGxsbKrh7d3835nw5GjY2NjZQof2kcvifOUmxysGPDoHTY2NlRhPLzHzFHKwY8OgdNjlYMeHQOmxsbKiD57vmKOVgx4dA6bGxsbKAE/jzI+Yr69MWDHu6Z8MY5FMWDHu6Z8MY5FOgfenTp0wHsKdA+9OnTpgPZ59e9A893yFJTFgpSniLPq8KcwwFQ4st7NaWClGuFPyafQC4UtTlxpQHUxYK24dWR/JtSlsYDGQbTFgARABxzFkL+YFBp7eYDS0jUdvhOU6iowjn49nyHmKb2cWt5vDhRmojVgMU40xdnk0ACwU4Bw/ejxY5cA6ex3Zx5t6NcP3lPoWpS1KBYMYZaDNwte3Dkyzw7AXDx6Dw1UyBz8csj29vZUBY/b+r45g/huKYozYa8BCwiyGewPTn1Z47DIXr2cXDOQBnHmcrh7KDxB3ZxbkGO4b/irBbNgrUBoNaIAcezYajcA4iyAZdhfjxEcgI7TII7uI37jGYnTyKsRIjj7pz9lQyfCB5WzMnPul9T8uJPS5jua8w4gOSLaQYDlpCC/HUZrYJOoeVC2rNJELwumqi4pAmIqcoKyiJIi++JJZE4fMi7KFX7131xuz4RimA93docgmOYYX4MjOEtKUh4diuEYsRVGHYnhmIUiWsNEFZCiFBWChRVRVlLPF35JSTFIqWOkTTl6XNF3T522yz3HQLW5DjkDNa+ZwEOgVD0eINoFrcGbU6s+pwDAYtnlmLY6Y3pMtbW2F3ABi09sk5aVGeEJGQbEDHJRnGuUznnB3VVH3uEjtdqFvh9FevDSlo7i/VTC+nrT66RlVJRYlQ4SSD0VqESz4TjUPG15RaMm08ySR47S1wXpdCUHbxh4XL9p20+bbcbp/TTN9TQP5A3F9AC36piHciIBUP4gsjTvvWuNrJnZxb8qtqfkepn67dNm9kQpbgyGOHmjWnY5h0HFQ5U6Bgzsl64nSNjZVFoiYA/PtsdFG/jxNWxQqAorFQACcQiTOcEAZnhPtitp+mmb6gKfyByL61D+iYh3IUAbfMLNvr7tpH93vqp1r6l302Xer/QQsaJ3cGOoHbl6+VZmJ0xQmS3ELcWMRU7cMkIeRvkgYRBFhxt4L1p/wDHwiZkHYOvibYtyVUARDzcgIhbgPZp9HmFgxYAtkAGbBbIsh9TI/kBQbW44tTa623VgWv3HAmVZbQBkb8NtWyOYgjThIMBlOltRkOsMWWQyEsdxjTs5cb7xKFoljfd+66IMguHFyLowi/R1qaheFIUhhHPr8SxPEq9JONUpCh6HUJKKGlRaXlpVNFU1JSU0qZUFE+acEybl+YfO3Y1at1tvDdbG710Syn0nxJuUd49MtXlypTGPG4yRJJzZh9NVWY4mRFUdF3bhKPybUTRZpPLxE7TnzTw49B++LNv2AdsPGHbN12g2ozzELfvRv5vd9Vr7M7I8GQwABbmLNfoch7sW5Q9lnurcS6bTBDbkKjdVmU6ODmCBpmI3VcMAMJUMJBzJGY7KrV/p8Gru38gW3mlgp/KtmbbH9Y7PgOPZyrurnOqGfO/r1b66Zr6H9UmkyWk6dKTUPorme0pZhQolkYihdjSrBTqHwjSJIKhdAU1tbcy5XIiT0woywfaTHRsWXD5lNNvwt+gzUbs5aCls07N/Q9wYxsgBgaZq0IAGR831b8eQD9k9BcZ7TXNoe4LbrcVTbtqCwVgMxB0JB5njnTEoBCooxDCTJ0y4zwplL3DLX1BQA+jnHMfCg0PdHEw9TO761QbyU3H+5g1jatUCfeqeLIvl9GCJpuj84jEUBDmFNl4B9GUVuTcUE1VHiolFSQqJioingJHipd2/wDxzpsq+avhgHo2wFfaNPUxblTv4LQQpbDNOFhGmPNC+MUHry0v2Dda2wuG21rEVOBXBxjCRDyMhy1I31QNgBBQMGiQCRoQRmM9fhVVP9NkmPb/AAtbrZu1UP1M67i2P1OoX+rHsT9NlmPw+DX62gv+1nXRtb/S7ZsGKcLhtartyuDIBig8PVC172Dv2MUtgL+2nq4wHKvAa2p9Xvbtq8LFjl93kKlWSP3sd7ty0z04c9ImudNJU3ognzp2ldNiKpFR1pnXIuRjrZqRUykg8hRtLlykLqrDxBHXEZQQYbOJrZlNSSiuRKPUMgw6TFEky5YeuPJP3vRDTsGwFlpmrLTIstBjzRAO1QQZqFQHICHAQoIWeyAWt1HgHC/oD1zT2U2KYtSo8hx5uPxfQONuXLrUEKATJAAJgCSBmYGQnWBkN1ViYIGesE5bsp13ZcxnUHn8DfbmC36jQbj+2H1W+rT/AC8ONfr4cE/gb7cw2/Uacv6IfVbxp/Xw+9R5WnDpcPNxStv3tRuwF+HvHDaWCocc0x6Nf53THQO8OGP1XZv4PY/uNv8AyanFcBHXY5ies2ggHKeOv7ag9D4N/uYc/oNBpy/RD6ra/R4fhwrXPiP+tA+Df7mGgCOjUev6ofVb6vD8OADmtuuR+jOFTAdm2Rtb6NPod48PZSyCFwZpQM4t9EQy7pi+b4tSz6rs38Hsf3G3/k1Aa7l131z6zadX5mew86/Gnp5VNIkk4k4BwSTyhYiUcC28e+RKFHLsuXdeUfMtvnnk3LtljtvXjbxqgtNvGmhaa2o6Smn1r83bO8z3rE14G3SesHVfBmprUVFTyFYihOApzwdDAQ/CMzZlKSTE0PxMkaeppJUZo0WkYrcG044mtkSTBRw5Mljik5OMNOby4hgADlwGgXZ9Sl+OAC9cWAZBngGQ4Vp6NwowA1r77XovWTdNtluNaa0xZWVVYyylTkwI0J3cDuqEOANK4gwggkjIMvDOZ0z/ABqufp+e8kt/hdjXD/8AXs974z+od6cKDcdj9P03kf8A1uxrgz/8ez36W/mHf7t+6lqC4082gcKAOPNvZ3xCtQx4bDLFgsHPu9Hm76faHMQp0O0/w25/cbHL7nL3cM5xJvtL/Lf7vPn5jPRmmaasYTykBKSb0w5QRNIKN5hwUkRPE8mIzFUeRXLVXUXQPDUJr7a3CkGqzSkmNADsw0oQqgmu01+MTnA0ZDegMANKAHLAdM/ivrt33sAxiwcOXq/ufT7etGgxSg9n6h9X9z77cq8tusEgKCSxAALHIkgLJgEASRMCBnAiBGOpyGpyGvdR2RCggHHkN/Rz+JC1OfGuRAQ2UGQGnm9BqGKdnm7rj2ZCt67KzQaALIAIer+99QKDjkF+FqHZEBAQAMhWgZr2a4dhbPLnmwJ858ufLzlCoYzegKeBjfepO8RZPwD+AYjpUeSVfJja6rhMQYua+UmgMsQ8ENfIzSHU46Z+ONRIBvtA3/gAWWQEeP8ATXIWeKD8Jw1/T7XJMzWR5FRnpKg+G4QnSqy6jBPlLFcRFoF0UlTKBDcxjiI5g9cWixuFYoKv0tLVzR10ZhtfcNuQeI6gy4sudkBABBkA44AB+jT+d9/vH6J2a0HsgGK2ABDFP537rDfpgdnQlCCww7R9Y3GXw4SNRCwZygyNeFw5zkTKYOECQQfEVCpv9dI+oTWtu+FqR+mWX34S5omptSziYvDHzqgmDfKIcPm1R8sHvluYERQnDrPxRgy5H4s2rsm3/b7JUu/aZb7PFcvNSnwk2XcAQLL9O3SOno+nwJB8MwcRPHdTUm2Th0nDCKRRCxs2y41Ju3LJky4IsPX4OmGHQPW2wdsssgABaApgQZDrag0oFho7Ebd4XtW1lBmmACnd3B/Sw+sa+A0q+z4rpurevWnZVRujNsAqpJX7aNmCTvA0qQ5ChSqsASRixTJjgw1yjvqtcGsb4SzW26G041H/AEzkn+gftlaBw+4bdNaPdSW++mDqGgKEtYm7okrITTuqOorGPZqwjPOXMaRDDb0jBq+owo7Iw4gTvjFWPAuRoUh5BNtlocUAKElMycfCULl3p0tNsAWCwVC2OFv3MLU40DiFeS06Be+O4PyKBw+vkNC2GDA/WdoYAglWNnC0EHC0WgcJiDBBjOQc6FxEdGgJGoDbxlHW1BncRIpQAA7IgAVAeXC1P53b+502UApWrIWEBuHGrOaMYpS/DmGwDPDshWlgp3D+QFqV5eOyshUQqzYQpjkAep0+vjt0efPtqkcx5j5+w1Rr3cWpzWvuwoz1xQsp7ojeAT6ITt1TxnMmHYqgeR82EZFdohdVW08m2XfmZTrblYKqrh66USKkQNMlHxR87bdC9YbYeDKGO/f1d1AR3C+8zAKgP8q2ZocsUkcAcOFNrKTIXZGmQEBtyx9DpsCAiyyNOAhjkIZ8wM9a/nDiTZrtpQqbUyqCYBtWiRiMkAkGc9JnvrQ3FYybYJMD7TCYAGgPAe3lVIbewa8tbe8d0bxVpdhjct7xqV6tEcYwHE7qLV2SM2ojTirqD15ysPijaWnydTTLx4eYdC4dPWDTDLltoG22GwqztcG0xo6qgabtPSEupagiraLI+VCQso6sSMJyqkqqdAUPlFBMUk84WdGyCgQNuXpQ6TNOnRkqZdPXD907esNss7xoI8MgAjjIUz5ts8a9KbLQagNLVAcBUK0z5o0xxGm2tqw1u4917pus6oklVSApYjJQBmWO7xqGaVChMIBJyJMkhRv7B4jvQGBoFA+jyDh2Q/pQdb1Drs4GRsPZtYQsHGlf5306caiOwyA+bUMCIejioBSv4u1RHI7KyAD2fND0RD0eQgAfzvbfXQ+cjuPnsrOtE6o0ZWiHTLqKQEFJUVtdW5ETeR0VFSCJlTVldWU5fr5NNS0tNJFXxxQUlA6/clCRIo5emTRp67cOHbx68ZYGJ/4ORKCbEj917LqAJ1SumJKCPSMzpwKB2CZowTEsv4uKEFKMjBpMOm4bixJS1guUUCzTJgiZfEmHJtw0D0u28diDQzsAzUQoyFxClqWtb9bsFvb9issjbzQ4hjjYf6UFuYhTPHhzsgN1LpJDIjJGWjm2SczP5vtz31YMQhSMiQSeyY99LQQD0RDIY6MjQfxeeVxxw4tpi2Ozw5UH8hr8/ELbPoA3FkOA+jTNMh5IOQUr2eNBHZoAF7cKBbjbPmcuI7agjLu7PzRlmdBPtnfWbCRGUnSTrmCaAZxRkcCGP3o48lnnQR41Hhs5kMebyGggOWgZC/4rpaodwjxAC4eaFxAbgHEGQv8Aix7+NeFOCgGBBkOeLUZEAC3kw4XG4Zzw2qWniCNDnwHPt9nOs/MEfqjISczvnWq0sRSGni/+E5wBPxzJma72RRLSEcho3Ol1LqL3kpikRtQPGhNiHzMxmERqD3C20aNlSrKU9V2T7RgyXcg58q+dstWWgZvSg0qNriFKMj+RivdfnxUGcebzrYMWGg/is1G1gx7dnAyNhpfzRrSta0Af53ypWlRzewhtlbti3jgkl7jXDIAgsFECOEa1oSXKGIwIqiDkQNe/OCBkDkTVLlXmbq90B78neJ6pIZ3aWtTVVLOdcLQjAEJLsnJNTONQ0d8hDknFcyupUZEJcxPD68QLmoVUEV+wmP3nklAHrpt8y8KvnId4/p8Wry38gV3moUpT+NZM2lApgBkaNOAVAdrKoBjzeACNqYEKV/FfaHdYdkEAGgdn6r8Bz5MfaIAPUQvtiuz3FLBNoZVZ2eDbtmC7FmzIJiSdTWruhALWwxVQslmEgYRuIG74a51UY1jb2vWXqg0o6itOSTuNd5TCSnO+TUwZWkIoUZPTTVCKAbjWGz6GXVzicWkqUMHi5B4cZMPSzky4evmGBYdvWGmga2l23EUtJiyh3UGkWXU2YAjWV8woaRZpuojgSYkKrsFRkgPVGekz1dPdrUMRKmpq2lPDySfIKhNg8ScNGU46UOue2WNOW25cQZuFuI0ta4BSv4oM8xpcBuIhsMhjzRwzw6AF/wAVcetR43DayWWFzpXutcYWzbAKKoClkP5oG9d/joKxa4pTAtsIMQY9ZjJiPzp3GarDfCZZOz0mhAOhFekjp3nFqPfyq1OPY8jCDZPSzjCZaq6h5KRU460yskoSh2IHiUnq7ZB4lOjyoUAi8MvwdCD5rtOhwz9NmmP/ANbVa2/9zMuf/A6bWrgCwWwFMf8A5MK99O7qtMWHHL7fMz48b7VawxuPcS6UNzDiGBGHUXCILAnSpW6Aio1sNhmDiZftGTOEiqqH6bNMf/rarW5/uZl3/wCB16fbzHbuPd9bwWYM/Z+O5VKO5z1Q6G0JZhRfWFSdEzZQrcAwV5SHnTkynw0fVX8oYMJmFBYMP2mEooYWGWmnjt+25cPm2WmBnMpiw45fb5mfHjfYpiw45fb5mfHjfay2roYE3ywBkjorQkcJCyJ5Z1DXEIIFsAka43MaZwTB7+PZCUxYcchzb1Pfxvz8TBZybLvyhl0D0uZcvS5h01UGXrl8wLt67a7LICDLbDTTLVBAaCNBAbj70xYccvt8zPjxvsUxYccvt8zPjxvtvWVVC9PGnrej7hmMpyS502aUU3eJ6DZpTNUZow0XgOMXUIT8l8eOpaGgMFFlLNlVo8oK7qHkZKSj7lFg+L0OJWoZILZdfgU2sH0B12f+nm6jhdAVZ3G29TFcEWS4FWpFxYwhfHxbZdCx85BgxpwCaD2v8NhI/Fxcf4JFhlyItbWJaYsOOX2+Znx432KYsOOX2+Znx4325lsNbGG1edEH2UKo4XkpIxRyJMbq2N1WMvbVmylgWUmBEkAxPEgCqh0/dOG9C38kdScgTVHpZS93doNlPMZNmgtpkaRc4jSfcyVEsSU0IynJhIkwhqCSpP4ZVFRKItrEHQejQu1EZ5ZeqsfHkwkhhbscuXbh06cOXYMOnLph06YZrRh27ZZYYZZqyI9llkAC4iNAuI1v6UxYfDuz5l/r487lOg+Hd6n3vzvpbtC2WYszu8Y3eJOEQoAUKqqJMAAamSao7lwogKqzhVZgTqZJJJMCSSdMoFFMWHHLuv6OOeePO5TFhxy7r+jjnnjzuU6D4d3qe/je9ymLDjkObep7+N+etUopiw45d1/Rxzzx53rS/B4ZDzxkpFW9AMTlkzNaUheYGr47E0Bv5my7i+AnMbQ20pR88ZiCEXsVIyWxEiG0wdJtsqyMJ0g0wbLNAYEH7rt2WqdB8O71ffx53KdB8O71ffx53za2Ge28kG3jgDQ41wmezXtqweFdIBD4ZPDCZFFMWHHLuv6OOeePO5TFhxy7r+jjnnjzuUxYccu6/o455487lMWHHLuv6OOeePO+lUgcB5/YPCoqt85otm7r+0EzD0zyPOwWnTDiuLpZriabmAsKaDDDslCEaJUQqoG1JIQYjPunzZEk9YJsOkp+y+MtMMPHjl2009CLffqaV9QsW6Kd2DKeWMn5jznjKS8+5EFZiEZMwHGMy2YeT4MlMehpciZQYhdAOnU6FHCq4ByyvKpMgTDy5YH7Th8/ZdDadpiw45d1/Rxzzx53KYsOOXdf0cc88ed8LlhLnSSSDcRUJG5UYsIGkyTnWiXCmGIIViwHNgFPdAGVFMWHHLuv6OOeePO6UxYffi/o48frutMWHHLuv6OOeePO5TFhxy7r+jjnnjzvvWWEc/MfIV/PcQYcnrpO3iW9Hj2aW4NmvvKYIntq1m8vypX4702RgtQnCyAVndN9ddxVL1eiLS1PBIXUiYyRFqEa+VYceJBI+QREo2BxaKvibRPpr9GBj/CZQ8/5lzOP/wBG9jxz43iaYsOOXdf0cc88edymLDjl3X9HHPPHnfiGyMshbxAJYwbNloxEsc2QscydTXSb4MFrckBQSLt1QcIAnCrBd3DPfrlR2/RgDb/CZY8/5lzu/wD0b2Pqv42pd3LOCKJ46R5ZRpFejlf0Emygr0HJGluIUhRQDEtoXglaNw1DLhOQ1KWkpXiOgKaKnFFNBTC0CJCcSSzJZwnibKMOjL3uSmLDjl3X9HHPPHncpiw45d1/Rxzzx532tWWtsSbuMERh6K0mcjOURSY4TGfKs7ri4oUJhMgz0lx+0Q5I79cuZpADFh5/ZfFw8feUxYc+7pjxzjmtMWHHLuv6OOeePO5TFhxy7r+jjnnjzvvXOF4zu3fq/M+FJTFhz7umPHOOdZ6Tshp5JnwnjVXP1SkxNhPkTEWkiHIbh+dR6XcXlJSrsROJf6bST9AR5jmEZiDlRadHENbKPUoksPzzsyjqjhtwD1PNsOrMVMWHHLuv6OOeePO6AGLDz+z1cdL+/O5bFzo5JHR3FuCN5UER2GasjFA8LPSWzbMmIxFDI7x7eRopiw593THjnHNKdB+9OnXrkPatMWHn349XHj7ymLDzwPT1bh4h+fSs4PIdvd8xVYrcfSCntKbeL78WN5qSVm1LSC5taozMQSqi+YEuIxgyF5mIDU9NT6uyuS+X4jRk5KjNIaSYgQVNlShw2pExT1tIOg+EspEnj+zoAYt09lundz4WxVaYsPPHd6tw8feAGLDz+y+Lh4+/O1bFpAgJIBcycvtuznwLRV7r9I5cgCQogZ/ZULv7M+dJTFv71qUt3fVbFag85NL++E0376/WBvBdGeiOC9QsAznl5CsroXUI7nhJeDEZQRGpfyCYX1dwiKk5YNjQgoJkVSqMIzh0sJZNyYLtGTjlyYLPiBt5b5piw593THjnHMpiw593THjnHOLtoXQoLOhRw6shUEMAy/nKwiGO7hU27jWyxCqwdShDBiCCVP5pU6gb9DzqtT+jH+EvW/kQmm/p+qelB0p/RMd31dNk/Rj/AAl238iE039P1T0n82/0zGcY921lemLDn3dMeOccymLDn3dMeOcc6dA38J2jxtf5mp6Zf7BY8Lv+d5e/ia5K0VR1q0mPIVCirWzI+E9PM/DS7EpZcljBcWocboSWhElR44hpRcxDDsWxwlmTCwlsOz5ly5X3rwq8e+QfFizxgWA6x7PQPq6er3/fD6dB+9OnXrkPaUxYfvTpx93t3UFQBiJIAGIxiMbzAAk6mABO6siZJIAWTMCYHISSYHMk86ZTFg8A6er32t7k7OLB4Bi3q/VYevL0AMW6ey3Tu58LYqUxb+9alLd31WxW0nifP7B4VFedMWDw7vU/vXvmlZHcxyDnpK3eh77yYEzZLTZl1AU2NRSktysjaO5cxhCMIzLRXk75+KztXgCJIhRSCNGSW2lLKQpsKEOnFEo0nqqcdB98WPFnj2zjTp9Xd/c+rpsUxb6u6nDu+rpTNkxPZckzZZmUag4kKQeAEzlV1cqtxYnpAoJ4YXDfCK8+z0+9vU+3r12o7bro5vid1tAk8ZYQ3uipgTzTZqzsV5puokUZuwvALac7MI6VDzhNdJrlMiv426eOEd2fA49NFHgCaEu0UDyXlG7xgM4sHgGbYtnup3cimLB9WbV4Z7qcPZW7bNx7bi49t7QcKyYTk4UNIdWH5o3akmrW7mBXUorq+GQxYfZJIgqynfxqtp+ml76j/OHYw/3TMPf8Q9j9NL31H+cOxh/umYe/4h7WSuz0D6unq9/3wdnFg+rp6vfy9zo7v8Lv/wAix/mu3ycp6S3/AAe3/Lvf52sahFSWFuFIYWYgRHkNrytDyKprcOvH3xl4gK59NKmlNFeGQdO/jDaUdevyLT7ybsHrTgXgMM9rs7ZD2eg/X09Xv++X9nFg8Axb1fqsPXkUxYPDu9T+9e+adIfQdgnw1zA4+ysa86YsN+/Fr49/vKYsN+/FunXr3c39np97ep9vXrsdnFvvbPmfb167WxDzHLnz9h4UplOg/enTr9YbFOg/enTr9YbP7PT729T7evXZOziw/emfM94De+ayGB3+0cufPxBpTeVhz49A67HKw58egddndnFh8Bzb1fquHXmnZxYfr6er38/fMjiPP7R40gcPPkDwpOVhz49A67HKw58egddl7PQfr6er3/fKUxYb9+LXx7/epA4efIFHKw58egddjlYc+PQOuxQbWG/fi18e/u5lOg/enTr9YbKiOZ8x8vaeNJsbLToP3p06/WGxtBPnvHMcfOhjDpE7uG4r2cPfyFfX2NjY24K9qkp0Cw/mDFvvTPDZtAsFLBQMYw1+TWmK4vwDOzqfYP10zan2+3ZKdL1Dh0D1cd1A6hjafPf5njSvOleAUoGApkQx5vQOeMjjYBmghalx/N6tadRt0DZ1MW6fYN/M9l+vXZAAas1DvGmBt6gfmC2Q2uDlIOg0PYOB4jXieOql7IBSwVC+A4AFw8zpwpfkI0BtLMh2QrYMBmoCNfM5de8ByD6dLedwtwx5v5q9RxsAGLYEPsD1ceF64HFAYnuI7Qct/CpIgDn26QIH4fhXnQMUDA9a17IAIeZThalAxcK2bSlLBkPqBmtfxdKhgQz05enZsHm8A4YuGPNC9uo0vyq3sha1vOD2DT1a0G3QR4bajTURp+Gp0zy/aYrzBnFWQwHD1mbj5geHmhW1AyDaUp5tQvwzTs0+hw4Bbhfl6dnHm8Q4YCjOKsWCocOIBfGzOzYB7N6BwrcRC/o5xzHFh2tSmUxULh2Qx+9H+l0r9duNLIAYoFQqI45dmlfMqHh/reAP7NRDzaBXl+SDPqgNMcQALVDiCAyNWbfR5dQrlnHdYOuNlAOwUnZC1vyQGw82ebvl3d3JtLs+aOfyeAdkLj5P7329OzcKshYQ5cAZqPoYsIWoGLBwZ2QtVkMCOOLXZD8jpwoGLhwVJHCd3tA+J91eYAPmjS4AIjUKZ7NMu+YbIIDy4BW3Aez6o8K8xzfm/shUA7IYAAoAeqI/QDqAUpW1B5JSohbIj9HlS3oBe/SvPa2LkMp18f2eGdRB4UwGREfRyIZDl2fV6Dz6jzWgjwyNrVqAAzf0O6nTgN9nMgI9kaXC4hSnLmx/e68EpSlgsHIOPZt+t3x9tuVsWfZH2RlqNOUgR2kcDUET55g/CmUC1huNcDgKX9Hupx6bJQaYyNfZYQ+jnAc6Uvs6lKdAAMYEaU/nd+HTmGdkALhbDPLiFLeh0Da4I92uug+Y76qFOWm72Yf8k0AHIPVDjns+qNONKDWwZzslMeb6IVxS/mj/AEv7Q9vJQD0QAOHaGofvaX7FqXyFO/glMUAAqPLhYbeZmtsgPTkE59vy/Hx3VfSkpYLZHkHDsj+RmvIQHu4IABULBwv/ALGoh5gUv7wEeCgHHs4oGBC4dmw1Y4d1O/ZOyNGfNuN8Zp2Rr6FK1xivIKWmlIAceyFc9QDzePYAQva4V+wEAKUGgVtw59nkwA3HNgpfFPNdS7IdngGQ4+bQadi1OFB6UtZACohYLBQLdWfUsNrUG9LAGWVR45Ze4z3fMZ0gM8RZDngPVGv62A16W48vNSgjQeyHcIY9Hm6z/doNrLkQCgUCnCwh5t7sUtwABCtPBaAzTzQrStKfvajZi3PAVoFuSkDhpp7PblzpoMgFKgH+xAfyb2YAR61p3hwKjajFAAeQ29G/oWGla8r3sGyAzWgiF8jUA9WuXdh5BUOnGjgYC3mhwELBX6PqBfPIR6fRVBUEz7D3Z+AjyZQBat5oZDg1b0b+hnNfby2AoNKsUx9EfV9QPzAFBvYKKDGPNZ4DgPVr9AL2Hl7LdlOxjzQ54D1f3LNe4ePDzVRhjSJy3fq9+720nY40DmGPVvQHfTh160Vm9AFnHEQ/e82AvX7BvaoIACFA7NQ5UEaV7N/1sL5qFuOBwvZCwgAZAcAFPRpT8X44peo281TCNCOGfKFGvHhz5SCAzQQDs1AelaejydgF8D4iIUsoM0GnZCgjXHHzeAMBSv3EBCyUqAeaFQHl3XCruv1Bet7WUAsFgqFOH70ci7zxGwUGtwpZUYeXDd+r38d3GeYDPDshTOLAHm+oABfh3iI8lALB5uLBUOjOB7Ae2wfVYpXsj2QrXlTlW4u6h1sHs4ABcPNzTAXrYa+hy6h9VlMPdlvy/R9+h4ExnvAZ9UL04fvafRDIff8AJUGfREQCvdXl6oXrccc8WAAKAFsDyx6OPMAAzT7eigzkBZ5CAU59mv0A4Z4ZoIU2UCxHaMzrnhjLcZnunWkAMVALD+cL+jy4gHC/MFAOgWGvDPm+p0zfuDgtKcKVABDPAGfVDFRpUdgOFAEahy4+bX6Ifm9obKYcxqdMj/ajTvM9lABQLshVkQHxpUB8zp0zw4KLIUEAC4CFLDUK9n1O/lxvsAGKhalPaFMUZ6cADrsoAA0tkKj3h2ceZnnT24tEHjvHLeJ38j41Q5ERwB9nzrzABtbnw509UOd6U61vsUqAWra3iHq8q1sFPZZaWxegDju40tw4cvYtAtbiHgNKUoz7/YG01IJyzGo7dV+Q8DSAABfshUOyIWHpX6GL8efSzwZpSoBZoQ8QCw/iwtUc2zkabNBnFq1qA+yghSjHQMbOAONLj2RGwXAKV+j1xb84VPbrG/moy87+dSADujTOI/R3+J7+dAMiNAFngICFAELCzSv4undXZwAAiHmgN8050DIOhHh1txDggAFvNAKDQLUyAepxERDh38lBnAAyFqDcOXZzV2AUqPIOg8QqTIk8tMhuJ/Okxlw+IiNOccTGh+MeZpQZEQDzeA8LDQWQCn4oMBkahxvsoMh+SNxCth49kA/nYdeXtsAgM3CrIZGluAgA0H8UNvH2Us4GQCggzXHDl2ahTyQBboIcajnanZ7+zmd/nKBWgGcebypYQsAsgP8AOxty5Bwxs4GcB2R+kGL080beYI5zQR602RlkPyeYXDjYb1dY5CNOldngGKs5EOF/OAAv+KHHMa5HAbR585nz4CIH7O0fIUgBijFBGg44D2QAPQDxtkLDxUADAs2twv5ogAfR5dB4Y2UApTzaYpa3miHHyQdM041Eb7AhQadmlhra/Ab1YDuDze7ns8+75+cqAAefPfzpoBwFkOIYsPojf8UAAHD6PePAFm4UCwjyHiAUqHkwGvKrI1HiHABmogIMhkRxzAKfzrvuDXO+y9mvZozgWeAhxZsNHYdaVAONKjsoRI7ctc93nnnTQYAOzYPojgKfRrTzKBxwIdeigzSnmhSgVsFbCz6gDivDupkHAyNvNG18DWoCz6gjzDI+ygVcAVp5vMMDjzR/ICgV6crDYdlUKdm4Zdwn3z8NzQZC1gD2AFreqH5uPsKYsHgGLep7u/l6Az0HPIcUZxbHdX82yUxb6u6lPq+rZVcJ5+HZ8z4GvPs9PvbPmf3c9djs9Pvb1Pt69dvSnT6u7+59XTZKYt9XG1KW5d3C2KKjCeHkx8/MGmUxbpj7fM+sevXYpi3THdnzPrHrfZ4M4sHgGbYtnup3ckpiwfV0rw7+XuUjz4H3Gm0xYccvt8zPjxvsUxYccvt8zPjxvs7s9A+rp6vf98JTFg+rFvV+q3uVFJTFhxy+3zM+PG+xTFhxy+3zM+PG+y9nFg8Axb1fqsPXknZ6fe2fM/u567KUUxYccvt8zPjxvsUxYccvt8zPjxvsdnp97ep9vXrsUxbpj7fM+sevXZSimLDjl9vmZ8eN9imLDjl9vmZ8eN9imLdMd2fM+set9imLDjl9vmZ8eN9lKKYsOOX2+Znx432SmLD4d2fMv9fHndaYsOOX2+Znx432KYsOOX2+Znx432UpKdB8O71Pvfncp0Hw7vU9/G97rTFhxy+3zM+PG+xTFhxy+3zM+PG+ylJTFhxyHNvU9/G/Mp0Hw7vV9/HndaYsOOX2+Znx432KYsOOX2+Znx432UpKdB8O71ffx53KYsOOXdf0cc88ed1piw45fb5mfHjfYpiw45fb5mfHjfZSkpiw45d1/Rxzzx53KYsOOXdf0cc88edymLD4d2fMv9fHncp0Hw7vU+9+d1KKYsOOXdf0cc88edymLDjl3X9HHPPHncp0Hw7vU9/G97lMWHHIc29T38b81KKYsOOXdf0cc88edymLDjl3X9HHPPHncp0Hw7vV9/Hncp0Hw7vV9/HndSimLDjl3X9HHPPHncpiw45d1/Rxzzx53KYsOOXdf0cc88edymLDjl3X9HHPPHndUQOA8/sHhRTFhxy7r+jjnnjzuUxYccu6/o455487lMWHHLuv6OOeePO5TFhxy7r+jjnnjzupA88o+Q8xRTFhxy7r+jjnnjzuUxYccu6/o455487lMWHHLuv6OOeePO5TFhxy7r+jjnnjzuqMI5+Y+QpADFh5/Z6uOl/eUxYeffj1cePvWmLDjl3X9HHPPHncpiw45d1/Rxzzx53VGAft7vx8fBKYsPPA9PVuHiH5ymLDzx3ercPH3rTFhxy7r+jjnnjzuUxYccu6/o455487qjB2D9g+RP7TSAGLDz+y+Lh4+8piw593THjnHNaYsOOXdf0cc88edymLDjl3X9HHPPHndUYO3du/V49p8KSmLDn3dMeOccymLDn3dMeOcc1piw45d1/Rxzzx53QAxYef2erjpf3qjCdwO73D4nzBopiw593THjnHNKdB+9OnXrkPatMWHn349XHj7ymLDzwPT1bh4h+dUYT57vmKSnQfvTp165D2gBi3T2W6d3PhbFVpiw88d3q3Dx94AYsPP7L4uHj71RSUxb+9bFu76rYqlOn1d39z6umzqYsP3p0uHjnHMpiw593THjnHNSDw8+SKbTp9XdTh3fVsgM4sHgGbYtnup3cn0xYc+7pjxzjmUxYc+7pjxzjmpTKYsH1Zt0z4cPYnZ6B9XT1e/wC+H0xYfvTp1tnIe0p0H706deuQ9qlM7OLB9XT1e/l7k7OLB4Bi3q/VYevL0pi3T2W6cfbwtioAYt09lundz4WxWZPE+f2DwpXn2cWD70z5nuEL3zROz0+9vU+3r129KdPq7qcO76tinT6u6nDu+raQxG/2nlz5e00rz7OLfe2fM+3r12Oz0+9vU+3r12eDOLB4Bm2LZ7qd3I7OLB/dti2e6nC3JiPmeXPl7TxpXnTFh8O71P7975qbP7PQPq6er3/fBtOLSd3zU7yeB9lK+nToP3p06/WGxToP3p06/WGz+z0+9vU+3r12SmLD4d3qf373zXkr2YPmOXzFed7CAdA53ELUoP3zTIHZxYOPDqHTNKf3c7PBmwWHADcBzb1PqpTu4pTA0H6PMbiIep9v1UuqI8+fOvA0ynQPC1QpX6P9/wAKIAYsAUEMU5B6oca8u8K0B/Z6ZrwzUQD8n2Dfv66K1MrOoGHZEzKXtK0IQLH+oFJQGz8soJmUomUiDIqXS5oo09RFdVKqyA0nNHU748wnGX60mkmVT4iwoHyZBswaciYBOZgEwMyd8AbyY07KsBJGmozOhJjL5981uNTUk1ETFBZWVAikJCSQNKasqqZtwQTExNIOWzZ9QUTxtpyVJESRV09MmzZl67cFi7p4+ftsu2GmwosjvcnAb819rgfRTNF9usyscPNFbM22FGMjMhysbMyhBn55ukt15WGgbfRc28i529dJ7Ko9lmZbi5h22/abLNSSKu6x3s+8mPE3m9X1ow3JiQDR8sZUdIOjNwbIpcTkXD4HjxKjCLDgskgB608eC6eRAoTrdFnbos8IglHmvLlZvmd3XoxY0gvdCDuQcGutLj+HvkB7LZ25Oee+F6wbCLWolaMNRS3MVlXYdRCxMZ4sNxoESO3S78tgpsMmQ5XF2/hKg2lRhcU3ILO40BUElE/SJOI5dURWpKqM8y3DcMpgxrpA0yMndXYKOrpEQpCWvw+qJq4hLaeSV0VbRzpVTSVhKUSzo2nqaYpEmn5NQTzxR85NEzpV89LGi712/cvW3TbLW30OziwWoH1h+5+6l8XpVtRd11vdN2scMsbrHWbCk99PTs8ZMpOkfWaXNGycLEHrxl45SISiwk2wT8m6adM+XGGlqSZQx8ZfmDZJRP8AaNvbEemtXn9EUi5Zr2qSDoHl/P8AV4edKEzYHlyov1mDoTXzJh+8YQkhWMKi8Ki0npwkXCibLLKknvFRk58mnzZACxh5vbuuZVrbIwAJmGQ5jJXBgjgCAQJkCsyoABDAgnsIBiCRGXbmNONQkTJ1afCLEWYsfI8td1Lp7jCXSVGsVpsv4tUdR0qEpQiiCSK6dKwtEZ5LOai004mnFtCcp6mZIG04gZJvzTwu/JFXrttw70xMXeD/AAjOU0vo6mnMDdNabofgOWsHRNH8bLo6j5ZKgIkIwaiHYkiRWFMRdRaisKAJyMmnDokElPPKRzyIlyJI0aeunDc1G8o1TRXoj0PagNU8EQzD0XxVJ+GkBbSIaiptRdw+qvVWOIWhgw4UniQYIqLDDBNcMmHTRY07aAy5ci8B467btrjefOoKYGqXcJzWn8zAL8xMfUloBiw/+D6WyQvRK9ZX5zy3NQyKLDKU6dqq+olyz2JxBkB+NGWSzl6YeiDDttpijAguo2naMa22uR+SwwJiD0ZJzGkz2VYGQCUSJw75nKd/A8vZXvpC1xzC187nuYWrqMoXQJaxvFsodVLhlIgE2tspaM8gF3MGFUk+lH1Q2bV3R14yguVBt+BsGi55poSwugYYANN/Bmo4jWYm6xgeJ5gRfFMdRIYnBOQsYiGMYgV4nXH5YpEbhyULvlZbNHj71wVcgDou5bMNO3DsAYdAwyFNvybryUsQyX+DyQ7BsXpSgixQZ0varoxWUtWTjSUpp7yPVucsZJpJQTTzpg4SOEkJaSihpyYYdvQfuG223bkW/Iu4ZdwpvBda8idHMrZISf3Vs3dS8oDs54u+O6lIUmebh2GExmK4tIu4lF5DTiS8YMvhgd28evj7LMWOmj4OGmf4XC0As1W7hubK1wsS2ymYVmJdjaJJVFMb84gbzVgAQ8AQLmWgyzyEkbqsc79SfE3tM26z1OTtkPHKtLSakGPJKBC8aoTsg8VEUIk1CymhRbAoypEjxIflGHVtWSn4vSrwQLHXouxYedhtiMrSdoa3uOqDTFp+1Hfp7U2oHCekn5ezW+Z36E+CIm+a3z8hhMiQED5w/heh/wCW/kr5Q+J/KnyGkfHvIgZBOKeU8gxJvvaoRkRrI0dT90PKGrvTvIeYkevpXuzR2Y0woOdm4TfQXNOXk1G3K3Cb6KEZcdPVVJhgSpRl4JZtkVMmeFh4Ws3CrK/TjvC5MS4gWUcsvhHejmFZdy0hRCgeB4aLQvp+Pl0CFYYTSyQhpDk8rv1BUNuiCcULlmDCieOHXzLryhkw+etNvGrXpO0SRde30QWLV4W4uB2JkdNazwwN+4bspX7OUDPKVOhC6ZNnme/XWu9P0qTe42EfhAc2eONGcEDSlMfx9eVOtsbdSaOtB2v6QM7EyY2ofeyR9q8lqSQIgTDcmIg05w1LRNUFZWJslkldeRQlTRis06eID/tG3RL5HeuzjbQMtvXAsMt7RQfg83of/XLOj/l/iN0245frePq26R0ihrElXqHl7HuqPf26S9RUiUFqKvn1JwgV0/QWbjEFOCIkRoZB1EqU+IqCYCBGChD8UPPi5p0Bx0iNkHotuTTx22tm2HQ9FtA6wzbacSjMZsPrRlRnIwmQNDMUIJB6ykx+iOX3eR8eVWRRFhhgW2+ywwwyItNtUZZZZZAGmhaaFkABkAARaERAAAKiIcKycy9/RPees8Y9kdujtCkTa2ykpj5hNmFPVbWDEKyhFTKPwLNE4XPAymJphOOP3Rt2hLUSxlDZ2KATlA7C8MLKA4crxmQbfCamiMtN0brAn3J+NklcLqUpWoIhGPIEXyCyQZNzYjmHpHvFeH4jRH5om0bRz0ZmfJHSBsXqepkG/JvXBsoIu/mbh6QUHyA3VmkQhC6aXLqE05ZpU+Y1VGXTsDq/FU3nDqMGjii/duGBMPEpCOoULkBbBppwjICaVFt4Llp63s7u95bKXDbHRm67qAzEFsKquIFRiIJZipyAislACliAc8IBmJyJJj3b61Tu6t9Gm6rZ5L+i3VPp6jbRbrfhgmoqLuUkcNHDMPzDTkcs/PqJuAllUSUVT+UC6MVexIwjHk4wQV4WZaiOEIoixLLqb5M6p3wqioo+6810KqQeOJSmn6do+NEFJNMvyJ8iZcEGG3JomcKtOjBZ+6aZBp2+cvXbxhoAaYEBCu0M/wAJbIENOMdbtLePwsw9QJkSI1RoMArS+lAy5Or8CnixyZbuHVdt25F8fTixaBY1TXBFtptw9T40iQm/cGHSgLDMxW+VFlvdV68GmaCyOmuYTTLTI1ZEGk1kWRAQZoICFwGtwoNaUHaod8G1WnbE1pDDwAWR7ZZSQCAGBUqSogwIE6oHVYCATprEEDXgZGvZnWA7iJWVl3dKaLFhbUlBZVj8ARW9OqiqdMqKidfDNOO2PKmjpxt8ZMPewwDPbevm2+ywyzWgAAS3UoIBS4AFbcfN9Xupwrz4RBbgwP5EHoh/1PIr/wCFaPePZG1M3pzDhtL6DOPNzfHcNvN+vOLbdmzn8hYkj95tduaLrz+YqH+236ze81G/vCoG3oUZk5TM7tScGmuUp5PMxo1OJvUSlrSk4Xipp1CnzEZhMEaVUy23D5NfFotFa8uyjMvGDyX5JpQadtgSjO/Ab8KZrX9GNuywoH/UtHHClh/Uq5rTPtwFJD9fcq965MCMZemd3jqZ0+yHggpDaqTmYRnLAzuLlk/Enyo5eoipCwtSujp0BUUt4ZKqZc6opjp2+KkXhcq+afmnrHBLrRT8IuV26r2+GkbD7t4Nfi0L6TZSqDtwFGA7Lh+bk4hHHrNWasi/NC0A17Issj2Q5rstcaE246D8lcVLei5rN1RprlmZOWtWXQZ2v7ZZOu/qn9lfFCRvwpgLhrG3Zl8fxKxzkaf6VWwhQPS5XrQNvr7inXhrd1XTr3jUj9aUcS8jqJdHcwpeSvTFCW8GpcLQ/wDOT52z6hCPDqccJoSApLSMpH5ZJb9DfraUmnXZJ0D16nEX5oyWd/bL7u3fmPme2e35RMu/EQEXZLRbKQw5ZG1QYaafp9ACjNAZLshawBTbjr4LLC8RvIl3rE1Yui5qYsSxvqghiGIjmN8mlkh1HsSQYoTfiRdi92kkGm0tLbiNQmW8XW05OH4sRZUnRZ008Luy4sZJ0i7TsyxtSBjdxC/eV1cLaJEBbj6NBzAGfYKsYKMeoSAuarBEkchrmOOXaKtwgHZAB7IV4WvTzc0YAbcqcA9mgp66ptNul8lDanqNnnKuR5CLzSiShc7NGNUGCysQnEh0TfqhVIfrxkk7PGE9wdJvTTku2225dmHLTbLLLYCG/QCogNAoFKANMebX6HS1wxQLBXbQc9tLGm3VAShtM1FyKlXO9PhA0oHYXJTQglBjMrD51Xcky6obSHC4QOOiD8+4IlHRp8XZdtv3ZVww2IssMgHpNjwnBhxbsU4dc5jPSdN9YiJzmN8RPtqsJvsN6tKhQjzdxNaNd4Agu0MnqgKv9Qv6HjUW8S0xuWoLMuxehNliAYnJljsG/FHa/wBtxFLD9HEv8qALrsNmQGwFDm9H3cMXxCgwnC+uTS1EMTROsJcPQ5D6POqBFBWXF5aOlk1HR0pPKq7wwdUlJQMlyREmXdNvjJl86cOmGnjbIDV7+EK6W9CelybO60QpaacZDSiJTB1HLKjNYnBMuoUhYjFksITiWTBNcT41ZS0so5UEHyUVG3TBRV8oVfOXysDt22y7OAxaGhzdcbuCEIhQYshbQ1pbh+J4XWUuIocX0aSsCEFdDXkQ6WUkhYSz5ZDdGCSkmKBZwdImy7x2/LGnLp86aYeMMixwWTtJ2jahNklTZxAm5ABtyMA3SNZGZrVsGBPtfnRkJ1Ez7Y1PZNQs7+yZMxoH3gu4sQYLj6NoQQ421THEuM0WGIqXkBJi5NCdmk0kCdE6clHSRNeIgTVFMoBRVcmy4FlE848mDo4YYeWlwqFKs1xkB9Tj2LCFBoHQLW2qNfCNojh6D9fW4ii2LVxGhWFYW1ORBEcTxNEamRQ4eh2H0Sc+kVTWl1dWlJ8UTUhGSE0qZUFRUUDBYknkS782afuS7p42zYzhbXNpCmiQjtiRWp7TjPeKoBl3FEzFeDJQzwllMeJi0LQq5KsqC4eRYNiNaVCKI5UT6SlGFgwUdkCx9XTCj1+wYPlHTetpwNp2wMwBx2YBOf7wkwNTmd2+qsOoh5N/jb6jC1177I3JnUgOhjQxpkjDXDrJJF3ZqNYShkwaSoDlaWbKkFBtmKVsgmqRpRUSBJRTXy+7BuHYXhd2qkWFyNCqywYQXWrdPG/RmzB+pKBdJW9T0YxFoZmLN02QTJPzKcrL+JJRxmuqB4qlF0c4oPnBgmmFWlQ2mpbMUQ9F8bJBJXViRGKnEJFWPlZ/qr4LHLr5zabdT+t+OmSi5PTVdqijwzGEYNORFQNocPO0uIHxXtvGG2iYqUxI2j5bUHJV55I6y8RWjTT96mlwLdX/AAkrT3Dc8N1LPCKDqSTMxjp/UYKnLAaq9dAyaSTCbFiLDMZu3Rlh35cCyjLyJIodPSfaAqZPOEowYdi8IlnxbIPtL2Dta3Yya6tjCvRm0snCxjGXZROINAYwBFWIUMLZWcwC0mcRjMDSAd0HjM1PSAUELBjgH72ojR2F80uFeQXAKr/wUGKYnizSRqqOxVEa9Exsnq5XCBQ1ECworJkqRdyzl49dky79Rfmnrgq7evnzxgu7bYcsNvXrbLHabba2nN3cM5l7UPoJ0fzoi038pRfMDT1K1ajFTaAf4Zxg7hVMT4tUxAQaF2KhEZJTOeSFtsXflgdi8bFjygwKfBIAro91Z2rTWGu5C1PwYS49Xpi16WCwhq74tp2JhOF7W0MByK2iJHfVQOrc5FffHhl5zqcjeQKa2i6b3ygga84T3cJx1HMLA3qQjODIFjpDLl3rKi6eQQ9Q5hxDCkNgZip406EuceKwHS7ab2ShZ8L1vyVf/wDCRMugf4bw042GwBpp0k2p2b/y7A+zh1GkoHwgXSvPvWLu7luTOm6Xh2Z0zjM3JYRGWhUgrw6iGX6MgnFJtXOgoRWrICQwyTdGXTxt29UXb56Agy4dPXgAxtGJBEFT0haDIQhlY+CQ6V4tVodhdAQVSKVKbOhhlRiZSSEomnnogUANafFI0B5ZMl3qiaAwon34PzTfljpt4DT95ltJbpiCtwKEUq6nbSrElsQA2Y4QVABJIkyJNSg6u4mYM4J3ROMTnnoY768gmTMv/rvDTkHH+Zp0k1yFKVnZ31xinG30t1brf1WRxvh5m6PIx3jqTvCdOUHacViOocmhCUuZQQRB8VxW+LykUWjSexLt3ED52/g45Fa/CZtyxHCkVMHCRkwaKFTDLBQn9oEicVv8KBaShpn+O3oQ5hkP0N3s6127K0DmpzIWpqDihv4O3Ivd7Q1EiTF6HGOqKWs1NLKhEEGojmGFOIyCKYQZUyXg2MYiS4yi2H4ZhkwnFl8qSJmVIovnnRlwjfF28kDG5aIa6oFxCer6RYMuhRumm2FJIlmgAATAmrGIOQ0O+1kcs+rBnkDv0JirAgBYKgAdkachCvZv6HG/L6tuJN41qtWtDuiqe+qqHIQSo9WpPIcOLBGEVpSNpCWtNLUcwtCb5waUiJYyaKMuS8QPjbt45LvhafF3btpjsNtU7cAKj6IAAgAhamOzjzMh0AMeEOXwgH9h91sjSlYIgPx/DNLbpwAeIht6N5mWzecGGW07KcsiEJGsjIic5rECWQbiyg6zBYSMtBGtcVSg3l+/TnzK6AJ0Sn3PcpYqlpM+FUaNoFiX9GRJ1D+W4YiEm6PpCn8jxLHKOvpgHCj529+JLCUnqBftCwZKOHoNMB+qAd8BvEYS15aUdFOtLd9S203HtUCqeBCWkmfsNzSUnMNpxVYaOLJRzAClEyMw+YUUkSAElhTTjDQPWjLtw8csstNSfboUP5F3oGoGdK0nOGRCD0z1eHeFuYU2h/3nP+OEdy6NLjD8aDjj8fjSlqBx6bcTdMlmzdG0XWLts4ZW6LCRca2GGVpSBmfzpGWetTClmUosAPBl56qyNWI1HDPPnW3vhSEfR5LXdpIURy7jWLoBiEdTcrU5pdguJFmFlkSBmFJmPDJEVNDNp50SZhtw4bflfL+QetuXLTx20LtgWZ95PvnxqUsrTJl69MGTEuYJfmDD9tt6/fv3kNJbb18+evKtvXrx40028eNtNNtttC20000IiNdv4WKH8i6QhpYdVEpRAeA1hCaPqhy26U3duozfARbFkuYc1k6FJL6e9K6bKR4ffTsQJ2S8ihadMokJEn0Itm0FInLFaiSKrbp27MKhsxDTLhMcg9E22ngAvHd1uhdtuhg5x2rAGFWZVJL5sQCEGerEDXPI0CzbXQQTOYB0Q6HM56xXLe/X1DawoH1mbrfTJpb1PxfpjJ6uI/iSWEZxTDEPoUVOyxpdmDJyD0OJjkPLLJRpabhd1FyobcpRddQgUWXrwq9Ui3bdmXG3g3Uu9w/64BmyGf6DOCLYt/L045HbXW9s03S41+zo0dz1kDvN9IunWP8ASKpRTE0Lr0QRzLuNTYRgoxHAESwuuppT53MpINQ8pQQ7MtlFcgpEzzx+6YfFm3Dt66eaK/B5vQ/+uV9H+f8AqM028aBX9aC9BvyDbFz+Xvs6XriMyG2be0YFChEDCBtFsfaHA5wZiJuBCqAUBA62JMRJnLPAZygd47K67DdS73G3+GAZshgR/UZwTatL/wAvTIW622k90LabtTGmqA4yhnU9rUiXW7FUQRcwuQ7HMTyqSZUGYPh5hGTiDUJlUdIi+My6i4bUSxtXaU3h0m+8oeaKCVFguw+agICXm9Ct/hljR+Fv+ozTb0t+tdeNMDyGkou7ymHHEmUqYCFrT3smmDWXFMXRDCwyzPQ/EUmJfmYUJuSygTVkNhLhw8nitGl1RNpj0s227MmGWyvxdyDPbo1a01sOMNu+hz61zaMajL9H6zczJGXVMEjSJqGBIzZSMjASDqCM8A07dDxqZUGR8216s16V7NR/W6X7g40xVlQALVZCt+FwGrI/0vNM5ty4IADy+rgHZuHmcAzjjUeXD2vvX/I7dwyXJT0n4jzMWIRU4pLwUkk5YQZ87lk/Figkqaujor0TR9DQ0VtZcIp8snKERrSMkvT7Dsk2oOn79ww31MyopZiFUCSSYAHM1zQWIAzJgRvmBr3nU99dumTJUiWMHTr5wTJE3L00bOGnjouVKlXDryr8yYfvWXbpw4cOmG3r968bdu3TtltttsGWRFmpJuad7jGWrPewa7JJx9PxWjSTEXK0z4g0YQosv0llAYhOCJpKLRYjCj0ukETxs+qyyOE4mJkTxg29cIKErtMPGwJPHzf15jTb3se/GSTMl5FSIivdt6Ao2dtJkzp+TwLnCs75tQIcduQUESD4SdsIqgCJEBVoyROpcMCZhxfKg+TlubjhGOqUNneptTfwfSTahpy05Q9oWi89pg1W6MXDxRkBqBYfPgWIvXH6n8410tOZXQ09yfV/nREr04tOIgJJ5j5mHVNRJJEOnoQOqUHnuN3vXXS5YVujtEsZlOnmAUQEiQFxEMwwlwoXQmtVRVBVyAziBGeDMGTE5kwIByEzwqxUAANKs8wxcfRGw+T5fnqIcEEAqFQtnHMAphhkPqC/EaWq4Qpv1NTuhx4SlXvl9Dk3pZLKQ/cIznVbIWGycZyMmEAvHxUovv3To+Xh9MOnnbgqaPEYQi1dVBMqLIvZfQaHkkd3ZmgaLUyYMEwbHqIUVySNG0MQ/FqSTX0k2grxZLiNKJLBBysoag5dKCMrOyhx0yopR506PJxsHxM45dGHLx0x0W71u6ThJDKOsrKVdZjJlMETGRzBjI1mUYETEGYYEFT2ET4a8qyAw/Lky784cfOCpQq5bMmjRl67cFyxZwwL1+/MP3rLLty5cumWnj168bBh2wy0220yyyIhWDfb5nXxronXMKWe5r0gS6mnJ6VsQGoRinVzqRUVxLlKpLZVht+9fQ6no8SQI2yUMuGCz9CIllmLIuPpiukREswZD6QbZ7U+GsyX0azY0gaqpWy2MmCMxJk6b54wFAZ0oYfEjZWMowlnEsPww/LHXAuTBN+6W1Ei05NuHzl+VbAH7h67eu2G2IO/gtU4ZTLe7nJ6e0U8mo8+ZDzRmo4nhLs+wylRyQORVHKosw5FSsgG2HKs0mmEMwnweyqvS4OnCvCCkgv3jo2ktuGc7zMb1qyHNpXV2LLGJihWEUtIXIlmIBMQBGdXAUI1wqGIKgA/ZEiZIETwAOW8zWGLW+E3lO74mRASTvftGMs0HTvH0QJcJONVulA7EKzBkJqqsANujMUIaxFEcGDYkGXZswpoZp5A8Sm0lNV1eC0SL2k90mH7QCQqJa8lpa6iHiaqirRAmrJCqnv3RtPUktSKuThBQImnLDbkyTOFHzkwWMOm2nT5y8ZeO222WgEYC/hK87JHy+3Wk6pXzKUkU3MOeJmBoaktAbRosMUrsXokxYOih9EiOnBRRZTYMTkgyqrCq5cslAFopD5h8L+IShU1JTu1ZfTElXu+9F0uJtFDyfMeCtNMm4ei5IVGu0pw+qJ0DorhuGVJr8az8oQy4BygH2WHz12wZTXzDt+8dMsNjS2zreeybhuBUS4GaMSlmgoxUKDMAgmDEzIIIqwBRXACksykCYYAA4gCTxgwYnhUJvwUuc8354aNtRsSTkmxMqby6m6o1BISl6Z0axJGywnowSslufYSyJyJVRZMJqaBw4aOMphMywRdGjRl47d9t68eNyjbz3eqyY3ZkDwS8iaFYonJPacakZQJFafIBH+KyYS0WMJxF4YOnWSCo8h+HXSmrpKSB9wjLy0qq6kWTIbhxcNMKDJCHD4H407eaHtTbbp15F03q1UmnbnttPfIu2pRSuFh15RpntPPJsiDHbao03QWhvWmRSmRWNWPwpnUnEkwyrhZhrQJpkhlLk8mnnrZlyixWuw/LZ2wqOiDboSQvXSjOObKs5ft0fkVIUI44Bo2ScGSWFq667LYCt17hCBm62GSSWgnMhVaAcpgGQSK0ZV6a5I6qDEVGUxhAWRoCSJPCYzr9r3fw6+NMB+D5hbyndUR9p/0ux2qpqWxN2AVs/EqtLhtZeuWE1qOYeOuTjgDzYeW7cOrx2XcTGmHZgUZJVVAm0kGrPUv48g2akDQdMyXcRJsXwFMCGEOM4MilGfCYSoihiJE0sroaynvhdstNlFFONlzTnyjDDxlh4DL127eA2wGudT0ioS1N6dp1afo5TC6rDE3paxbAygWfsMiLh8uI5kslqpR407ESqohK4kVtHPu+y/TlVPJni7bD8s7bYqO7iPfo6HNL275g/TprW1CqUsJmyemHMKGYTQlaVs7o9MmpYKagTjCHjbtZl3LeNEwoTT1yJoohYmiqimVWUsvDjDgEwsiiivTGovGxcCXbuJLille5gUqylQykjCsENKyJBEaVTCLilkSGUgFVxNIOhzkyCuecHIxNdna5pjTDRfhKm61l4jx3GiTAMTafFw/EkDpsULhGEIhPOWdUzTo4twyVOukVVNOmk1OadmD5Ey+YaIExZbASrgWLQ/Z6D9fT1e/75pJxvrl0s69/hI268mhpNmgE14FhOUUUwDEC58yZiQL8Qi0ohamohMJIpkyYPg1YNeTR4hRznx8knGU1r458XYOtGi5py4uJz/IxqpyHnWnS1bMupjKEpJkEYAekxaYOO41NwasuIVeFWmPJtsGWF14QacNsvHbTL0GRZeMiHaCdnuAnaGBDA3iQVOIGEt5KZ0MnSc92tRcWOiBEHoxkREddteGg8BUFM9N+DNGZeoiO9H+6Z0iK+t+cUsTptImdNdciBxBmnmXiwSOmEo0XMxC/NJBeICZZXKHE1tUUYxgJJVjaccdQeoRY5Y+NMfh+N/Ckm2Ain5I3V7pr4o2dCW/lJuC2D2nlQSAPfKbx38arQsw9+fokaiDTxTpV+GFfBR1CTIbuJehmDWUYnOxAnpMAdQ6U0wwXjNyvmzLh3AhuIChl0wqMJDUDFExMRHjxkUtlUS4oLFRZVS687Ys6dnFun2Z8z6x69dloNeRbr37gLgMFtMqIgMdXQliJhixOYbIVL4UYoEXq5EsJJ0z1gAwIgAgRnNVwpL78WbUodQUBaS97npCUdEkz5nnCqTLScsNRA6jPTxHasaPF0p06ZXHB1dLw4nPFQ2nknisnxpHZFBfKye1G76ESLQqTVjmnT6u7+59XTas98KxOyTDdnMIkevEN7OBVnRLl9p4TXwuXkVv4nJqzDqPDSCVYYFSbSnMtzsRE1166ZBNZOKEPuDjXygZR2Hk9OlQlMVP0vabU+b7T15NkjISTxOaLx+w9YftzFKy8hxzGzb5h+8Mv2HrUSu1Np4y+MGHrLYtA8fvWwabbvZdhcuWXfpAqo6uQAwD4hgfDC4hEiACRrpVHRCquFwyWBAJg4cOazJjOCJIBmOW96Yt9XG1KW5d3C2KAM4sHgGbYtnup3cvTs4sPgOber9Vw680piw+A9PV77X9/VI4jz+0eNZYPMnl+Pj4Vxtau9P1gzD1rrG7N3TspoHjmfsvUpyt6gp8zedmXsqZOFHpBLUnicXclXzko8MpzCyip6yuqjKyARAojByFByyuODRtO1dNwz8Jd0cwSp6gFKaekLXPCEFln8XzHkbCcsH0LxmXhZMdlDK+Ql9834KlysROJBMBWOl2mFlRitpsk6aToXioy/dIDzneSM2IM3Ou/B19OdZz47LqR28RVmJtyO1IRASVjkAu1U9Gq/GJiDVaI3ZU47QiScpx1EUMrjZp+5Kwo9hiEzaqWT4UX0hZdTV6mN9vuzNOknosmcGruQc5ldJRFAxDUsZHTWgebUeRrEAE3jaRDRREgVZXniKCue8iRfLkTCjw8kMPWzauplC7h41twKwuC613aHtOruMIuBBbVScHUMBwygNLBg05V0FMBRUtI6lVMshZnJjFn+bBkQIwxnqTXQW7u11yx3jWliBtTsr049DpRfMqkORlA6uaLHliAI/ht65cRHCageKOnZdQduQMEVhFVHbgm2rw0sIqq/T0swdfJhOGaV84ZuHfhR+oyTJyaUxjcn0nSShryVKkzG8TP5bJi49lrIc28WU+BXqk1C5JVeGVNSMtqBZKdHGzCgefNPheG37bzbfwZ3SnN/TXoBiCJ5zws/l6v6mJ2xNPuHJbvkwyhvYRgNZheD4ZhgTCCabbMIjyIHMNGF1NTX4MmS8KnIZZNssmgeuXXL8pg/w2zqcCn9BpD9v/AKlunqlPzbSXuPa2N3BV2vWsQ0mQ+o3YhBjnFQttVfaAuai3cCk5gZpEHPSSJ5GrXvZ6fe2fM/u567V/t6pvCNRWk7eDbpvT3KSK4cQ5ZasZ3o0DztS1eE0NeUVWHFKcMnYKYdJauolHx+HHhhKjCICgHk9t02w9bYNeUYeE2XjM/hw2UTihpQUDJYiQIln5w6eOPnRUoTKFXTT8yaNGX7TDkuWLuWGnz9++bYdOnTDTx40ywyIh/P53g6jqN3y2snUdrE0EtHIikzunIAgh7JSI0lGUFpmdU0YNmKXjyJDEsS5Ur21tdNli0TxYjF08Fp8uQ1LmXpFylFjsykp8502u4yW1CYukZ1KhD1iqHHc7sAIO7MDfWdi3LkuAECmS2gLdVe/Ew8Dwr+gX2cW6fZnzPrHr12rDb4ecM3IC3uO5IgWBppTGguCZizmdp8wYPhSN4mhyFo7IBNuVJECMZQ+kKRJJicmBI8dKfFlsmfc/FThov2PJGHzDcuG7Y3jkit5Np4hSb8rogQykdl0ZNcTjlCCoXfRbKmOBdeQVEpUTG22VF7Dh0+XNGYOihoswQiNFFw/dtuVJyppqfXv+EXoM3on3mG5phuQEbo8tJ2rkbr6VKqYS+kkl1EgqOz005Tl4cihURFJFiJOVyaKpNuD79NPISqUPMOPixgk+dPGmdo2i4G2cXLZLAvZIwHMjpUMDMZnSCRnkYqbKFb2FxBw3AQ2gIQ578hkZE8quM0xYccvt8zPjxvsUxYccvt8zPjxvtGfu8pL7zeUpmbTe8S1gy01Vll5xA7MpHUvpWwdLduBn6Y8iwY5eKzUKSvl2KwzEjs/CTJIDzasBAUI2JZkiJ1+0akypiweAdPV77W93SjFlDFWQmeq8YhBIzwlhnEiCciN+Vc7DCSAwbTNZgyJykA5aGQM6bTFhxy+3zM+PG+1SL4UXrhimCIDkPo+0tzPmmh6pFOPzc+41TZARPGCNHUNSZgOWMxnJ1xFz+X54kuOERdBZNRu2mG/LE3KFLdQixXdkU5NTz7/rfVNMf4QvPWb0ypD6T9PennSTJlJipdhpH1cR1MdEj9diiFAUGXKHF0IJBosaU4eMKSA8aOKSaYkfEZtIVG3hFMiksZT3Cge0k8k7pb+DpycP679WBmdmuzVRqQmgkygmnP8AeEkBcjVhTjOD4yjM4lwwQmDFpQEGBTJWXRkhECooROtxbEx94iODbZaHnJKH0Dkv3GuI6KHtW/8AbL9xSgVQROBTDsxOUwqgZycq6LSBGViVd8sFpWBJYiRiOaqBM6kkipqN27rMlZrt0gSdnvLGI3Ky+Owkhw7MZEfGRfRDA00UFIIko1hKJy74BOuVAmrsPjaeeNMMu4iQDqTEyc8MJawSMvu66YsOOX2+Znx432q8TX3Kmo7T7Nte1j7knUiQ0sxHNIkQiWPtK0wyjBuQ8YNnX7pabII7hpGitBRSYOjqiwjw0twepOIYPKR5zBUbQGjGGCxCS3dnzq3pkzmZmQpvKdKEspCK0vy8OuYOmLLmNUpVSpunFU4uuj7SdCaLFsySqY5Qk1KTzawrP4tTGTJxdIOU2GSzDR9wka2rrgrbu22DxAuIC1l4H2gw+xiAnC4EaScqo6LBe26ldShIW4snQqftQTErM8BXxN6dvWUDd4EJUS5gKUUS6ltW+odYbRZGae4RbUC51bclzpRPUYmiBQS0NfPFEsudOuE5FSE1KOLcWLIviSewRS02IohQeONMW+11BJOrCWejveiaKj2iSOp/sFy0gY/KxGYiCAI1ihQUS6akQUdfvXSknuVJUPHk9DdKSTFqq+T4oUkRFiGH0NlfJHXWs5Dp7rUL8KJ1jRlGbospFNFukiBIDlGVNu2TL9EU40h+WR86rknjx2LBQXbU0ZulWmXbAPRZigGwfMfj3bzZPwoyXZdV3bBKeKW8fpExNMeoCT8y4BitPaBwroJ5biFiADTJQ0DsW3bl6bidGV2nbIgy0pw+jmmhaaJsMjg73iL19bhCWXYLawrhdLRi5iJBaWIbCQREDIzWirbBt2mSTcVSXkgq1wAoFGQgSJmZJPZW4fhGWoCdemfdtrc0ZAzNjCUcwyk5ZVIpeL4IVn6KtuklYNrDlUTvjjhkGmih527dsmHLXaYbF27ap2mGBDjXfrTTmbDMutzUqw1MON4aUY51PSiKRodh2KVtCMRaTVUOBjKkSiN4lHCbS0SPv3796bJqLRks/bevGnrpoWxEeQt/BvWtDusrdYpctZPah4LjqeK5G8jYwXJdIxCJy6smPiBU0di128eqMOp6XRDOm2yxgHR9oBaZoX8qzQR6B3+H8qvcgf2U0kuH+hyAegfaPfzzvXA52ko+JRb2aMLSATdOLQkAkQD7atbTD0OJYYvdmRBI6MRqMxw3cKtx06D4d3qfe/O8c29f1oRnu+tC03NVsAQhDMdRVLpSlqST4YjF6quIfUHcbzMhGBjrR16imCKiy2TJREYOlfIGGWWjRd0y+Bty08Zakapiw45fb5mfHjfaux8KPmIhQZulJjQsqHHJZUm3NmSsDQ0UeNuwfn1NHjUpM867cO2uy8bAuhS9VTL1t2DYO2XbIN9kHgCPbtDFLF11OFltsVOWRgxrlM6c65rShrltSJBdQRxEifZNTR6SpyqWo3Svpq1BrKIRhtXnnIOUM31WHkwwYOJqEpTJl/D0YnkdPNmnTJoyRTTSw9JlH5lkH71w5YbffjGm68x739RUUfdfa6lVJPHUtTT9NsxzZBRTjL8ifIm3CO224MlDhZp0YLGHLbINunzl6w8dtgDTDYNBUdF7vnU8XhncjaUdQEu5cR5qDNSs0jSxhZiVcnEl7FMxYyiaUSSlykiiFYVRE0ueMKEQEF6F1Z28IMOHj9n5PMMvWHbTLYsxRbxjfDzinPoU1WSoWt0TvL5OJMfyTjWF1Cac0JCxRD8vICKqiY24exNGS2bh8sWS0BMZHyx86/funblyAtNNgFds7l5BY6zHE9jECAxnEmRkAgSeJHGtEtsbuQ6q3YMkCIbMQxBMDtqX/cQKyqu7pLRWrrakorKqfgCKnx5UVThlRUDr78KcdseWNHTbb8yYedhhlntvnrbfZZBmtAANpcaYsPh3er45487w/wC4LD+RBaILf5XcVcP66sfeoP2j7MbTA0xYccvt8zPjxvtrY/ebP/JW/wDEFZ3P3y5+u3+MaaIgyAtNUZZBkWmmhoAAAAAi0IizQGQC4iNqVvzppSz3xagvfCKYtl0c1GxWZ0HxisKmnSWac+ijsyMGdcNSrg1INKhB6Yeu0YyytzcT1OH0g+lPjxc6pxvDSwFE5bZUmZJ947pE3xut2csRyBldqVkbpn3esRE0J1EEYwamxWT1BxPD6ijOHUYwgvF3D9YMLz9ytsKLh2WQ4qlHC0QQsoFCa80pvHKinnNrxJuOt3SnbvkhoGXYfGHJfJiq9jslOU8sIaXOBmdT1McpihOUxFhxPdJhuKD6e6cox9IfpjcKDCTglCThFLIqalOSWF037jAW1NtbLB8VwhRdZdEABJwEEyxymIBitU6JAS7BjcUrCiejBg4iSPtDQATvzzqbCmLDjl3X9HHPPHner9u6JizBX/hB+9ugVdjqMlqCIVgJEfQvBytE62pQrDb5+rSn8s+QYeOHX6QjvX3xgx5V4nkyzbzy7/ttNeVeA1uDQCj6qtGE7USRuone26RNTmkl2kP4YlQlR9FsMJWrA9HR8+jw5LmXzkVNbOGDqUZZPvm3TRiPZhL5xXTUmGEJGTyKuLwpzdu0g/wxxvjbf5X0P8P+2sofVH83t2O5dtmJVkPTwysVJH5JzqpIInQznEwKKgVbwkMOjBDAH+yJ+kAQeI3Gpp94NvIJU7uSFZcxbNOUmoibROZkQLUOpCdp5gOG48WEkyhppVTNHYiKRHG8DuiCY/dGnTgoZKmVB49Ndt08cuWey8bioUfhSujJHIG1RW0f7yhLTE8u9Nn1FR0/ypJECRVwz23xo2cM6gnRcsXcsMi29fPnjDt2yAtNtgFR2sxUxYfDu9T38b84H/hIGpRG09bqueKG9PF3EX6hzEPSDgpPbMMuzJ9qK1J0rRw/YLgyL96VIy5QIs8s+ZZAu6OmU1wYfMNHXDt/e+bqLcureVERS2E2wxyGmIsPtHIZZTvqloIzKjWyxZgJDkanhB01151tidOvp1P/AHME99f2l5qZUo3ivpynbHMqDsbpkLJUxoVWJfqkWQoUWzqagL8dww4evliFTCukMOl1Xdv0g2nvFByVOPjaaWih1baj58R38FmhjUVEs2I3fzyiuF5KKy/NNLXDUNRifUDmqOHUQ2ZZV4aFIfExNI7IJZh2R+LOnxEXhZ47Fy8eMN5VFmozQ5KH4PPEek1C1p6P4nnAj7vxWhM3L6DdSMm4hilWmrEsCvluKYaQIcSYwMrayrNxotK5IsSJkHigeMM1ZKsvnoug5q1Df4z/AJbf940i/b+q3h/p+cfZty3LjMH68n+l7MwU5C5IkwDAOZ5gZVsiKuCFj+ulAJEHBlAk5kZdlWm9ASmprehHRQtLSgfV1hX0k6cFRWVlQ2YUFNUUz8nYLNn1FQPm2nxo6eOmnr0ycNmXr0wZMPXj588bePGmmutqYsOOXdf0cc88ed+O93eH8j/0MWH+Y60y8P6ysEX9Ebc88ed+xKYsOOXdf0cc88ed/Qt/vafqL7hXIw6x7T7wfh5yopiw45d1/Rxzzx53KYsOOXdf0cc88edymLDjl3X9HHPPHncpiw45d1/Rxzzx53vVcI5+Y+Q9tIAYsPP7PVx0v7wAxYef2erjpf3rTFhxy7r+jjnnjzuUxYccu6/o455487qjAPJPL8fHwSmLDzwPT1bh4h+cpiw88d3q3Dx960xYccu6/o455487lMWHHLuv6OOeePO6owdnnD8j486QAxYef2XxcPH3lMWH706XDxzjmtMWHHLuv6OOeePO5TFhxy7r+jjnnjzuqMHbu3dnzPhSUxYc+7pjxzjmUxYc+7pjxzjmtMWHHLuv6OOeePO6UxYffi/o48fruqMJ3A+Y+JPkGimLDn3dMeOcc0piw/enTrbOQ9qgGLDz+z1cdL+8piw88D09W4eIfnVAUnzxj5ikp0H706deuQ9pstMWHngenq3DxD85spHw4nWOA5+cp+r2cWD+7bFs91OFuSdnoH1dPV7/AL4fTFh+9OnW2ch7SmLDkOfS9gHn9Ye3nkcR5/aPGvegcB5/YPCvPsgHAM8g4AHJjv8AsAeAMAB80KBlkBsHIB/IDj1xfb07Nw838rhgPNpTzPCzVqZtVKUoNMU4UsAM+oNAv9lg4qQPPd8hXnSwW4BwuNwEbiz+b28No6Ne+7cgLeBPpVvo11E6uZCNSndxs7TWNLU3EaVrEVBHDcJtG2o5BWgSMxXG0QYRLBDguGk75MZVV7yjJv4+7EvIx2Rta1QDFhsAh9HmNsjjPFnZGw0HDNLesHq4v0Du2hlVgVYSDEjsII9oFIgyMjy7vkPhVUjTFug93prNhBfj3TBvaN6bN+EIWid9BkQLsO6rEoqUTIocJiYsvUZ+yu6dkkw0adpiwnHGhcuHrkHRt0HlfKA2wz0t/A4EiLfyQ/e25AB/VbQfxAB4yLDj9XPaAn4PXp83o03dMM7l3Q3r+gfSVLpO1FK6VFkDRNp5lrOI1EEcMy+gA4YistEEbQdECinlXqGbREdlJLGC5Nl4kvDrJVl+cftvJ9/0Evwh3/Pp5SZH+gdkFwAM/wAbDkIZzxDbgtBHtox2VySJlCuE7ssV4NGQ1EyKuwIMBgBlrM/m8BwHuNc2altz9u99HkNwtF+pfezb0+UsNRrFJeCIWVl/VWlG3C1FZoicUy6IVYQ9Oys/ZNvk9OPGXYv3Tly0wWeB5Xt0ZalEkBu5Is3eMoNUCjo+n3P7UfPiZ0EI7cuErXpNt3NKXKNHMAlYufQoTL/M2F5ZLEPosSnosfFoyMF1V8YNuE1CfF3hX5MeMHKuG/p0+70KUUlNMi3rn1+QTq1l2paooXSoRgqGNPMtZPm4cjNqEoqOMRQ/XIKhCHVBTLsIZdXSfko0ZfkxeqTs4LgXxVy8Yv8Al6YuIBXvEQrXzeIZ+wdtbKoblwC0bWAIFn7YxqQSYd10Aj21BmB1pz38BhPAGcp4VUu1dSM+Ep60tPkz9M81Zf7uBGlzNpJTUWJnkBxDMJJiIuUTIgSIlLCjqi7FMTFyr5pQRSbL1s0nnmWizT52Dth42y+Y+tp701fCapMyJlRp3lxMDdwyqgaT0Cw/LuElCIxjaJokbQoaIOk1PMrB8tL6PCB1ReOHTDZl+XRyrh49AWmCbgBBjbJ/hEEx5iQHqe3LKbA8expBifGGrhZSItIQpFK5DpKKUoJhaZy4JkRFUg6TcLacDhQPuQJKTs0WByeNu/Jdgy+ZbtIZpa1gr4D+Tmvt41Hja3aV7t0dJfDWwiF+lglWCtEgCAJ0nM8oFIgDJYMmInMRx7Pw4QQwLp+3qUs5P6xI219a6ZaakYLWdIM9EWHZTS4klCkv0uEI0ews0fKRUVjBFhKC1dXKlEQgvojSYsJZpsy0sFz/AMZcPCPk3+rvgtID+lKQDQBGs552B3/xUOah6I8Oo/vdp+JlQOnTOlzH0tlY0eIJMwoKiqB1Q8mi4BRJJ0XIZ1AOmyDRouYLAdLFlB6+LCYLv3AP2HYvi71jtMNcqbvfQjLbdzab0bTLKiK45jWDkWK4risuuzCfoJiJXx2Lj7tRPln72G0GHktooWfM9goDCa7eg7EAfPXrQA3t0LZK3rbgsUW3cUl3LtiZkIEsxJHVJ1IHAVXUHQSykZRAG4gb6je3oW7i3S8PEJp69NUmhKdWpqYUTxHBZaNyWn+Np8K8zIpUDrlCgRIPpMu4fnzLWEHJFGSU9M+WHiYCUw5TyL9ReFjZxp+0/gY+J/B6P84k3tfD/InP3mH+nj8OtNrUm+I1rTU3fOg2ZmqGTMPy/iaP4MiSWqOlpEz0qIlmDjBWM49QYWVGz6fCsUwUtPTBdPUzD4g2WiEq7dHGXLww7NOGGy7yOaV+oj4S9N6Wku5sQhIPdRNQnNCBoRmHC7Sken+SUWoejWH06JUQVAmE7X4FDwpqkVE2VB89EuY8o68q8BjtDheS30xVUTFhDsBsiXScTHrFiQZJBmd+dXWYEnTL7RH6Pw8J5CYcxJ/B6eG4l3tef+pKfmKBX+jj5/aFw23bpAkj8HK1j6pUDSBDO6y1lyam9EUKRHGZMvqFjKd8vEtyhw2kmFgw/Nuk/WfFETu/lAsUfukl46hl8UNmGGmHhtw7Zbesyr/hF+E/2H8AW6VCwiH8N9QHGn9egaj0vx531FpM0K71OKt73BG8a11wfpXhEgiSRieUSknad4sit8nsOGoZXE+GjTqHYyUooVnpp+eWnrCqaCJRLsuwctuU9yyw9FvMWutbAsKwNxA+LYraAIT1jiziB+3KpnXPcfzjrA/H2jdUguujd9wKxue9RWhPStL58gQshSSiUxJ2WxVdiaKTb2JIUi1mdaPDhFcjJWiKJFNQiKNkpouRFXWjTTJtTcFWDJUk6csltffB7tUkEald15p1SEFXT30bafITJSDmVDDs6VfKsNqEAtPUqETZ4owPxlyQiuBiyEvJZp65duDDx8pJ7h8YMJB4Xc3Q91KjyyAUr9Hnen9rYdq9upX4P5LuN9QEU6pNFOq2fG7tnPMQ2fUJkG5FGjz6CYrPqz96aWlN3C6PFMAKqMdXTZkydVyRKLG4XMH22lAtDBM+9OGTfW9t0uJdtIrAW+ha2CE6gYMpQmFGAyMJgEHIiBWUSCDOZDAxvIUGe2eeYnPOePvhEkQI+r/Unu3N1RLxsvFsyZiaiUabc1kRKNlTJmAYAIpB2HnSnERd15R8SB5AS3NCNzLh87YNFoZhMVP4qYLqqc09mb3yzIBurdedGQD9TbMLhyTWfVCmOnIOmvt3FubdOe7wiOLJvEYomBqE1PzEKGSUcajJzKDCvGRkiffljSomQwTqZZh0ksmyhY0smzakvxSrvHLoupxIbTnJYi42Fvlw/kVmvK2NNsxBEeH/AEtZp9ELhxwOPbUI4t7TduAK91D1AcWBEtkIpOQJklmIyk5TFRkSij805zkSSVns5CJEGc61buDA/kQeiKoZl7FQBXkM1Y9qAeYPIeNbbS9vmXounrLkWXb3yTbLl40HaZYeix+LaaAXYgIMtiAiyLI1AKCA1ptENuDAAd0HogqFf43sViNuH4Vo949kfbemKiFNpfqWAOz6Q2typYPN6hSnsDbq2YzYsj/2VrKYywJmNNwJ7981R/tN+s3vqtZ+g3+Et2D9N404cw/Uvyg9g/zM/hTw2P0G/wAJaz+m8ab7AAfzL8oMV6aZ/t9u2mPhIQD+ii3IA0p+rMUAD2TC0zVDHcIhQeGdrXHZ9G1xxb97jzaX6XG1ADO2CWka5ft9JtQ6EoJ+tXTixoHmJEROHUzrloLyYUgIS05YBkAY1qtS90Z/CWHzp45b3vOnQGHztt00LrTJKVy9Bl4yLLQsP3Omp2+cvKDVl66eMPXbVG2G2W2QaDlTSFuV99voNgCIpX6Ud5PpulVA8WxiamBEKP8AgRQY5fKUWnUVEh4wqPFqZMk4wXnLDaRDqQVYTCym4SXDRZ6ackXRw8fMGrgABUQtThjjbFgxwp9fBADiIB9tMU+iA2+rj0t9UtkqxubSWUGG+sXJXHAIUlpEx1oOcCdIq0nQKsGJGEZgRnHGSciDGcbp/EnuzrlPIulB8wZUHZMq7PGXTAMO35xhw7ZNP3bDDp0yww+fg8eMsg6dgyyIADtgABgEUFBPRk48rq54klpSWSMqKmpqJlwST05PIuGzJ08eOGRdFyZImWdPTBo0Yeu3Bdy7ePXzxhhhpsP20rSoB9WLWuyGOAWH80P+9g3fGpreHJUnZRyv1eq2nbTkcWFohqtgNGRWHyvM+DDLCccRhQlZPKlVI4cKviKihqEHxEuOYFUnC6SiJSTlI3CrtGW+q4zIhKIbrAABQQCSSBmSchnJOcAE51mqgnMwOPhu7D4+2vZqGkdFHwkDVFrTmxJw+ccaZ9F0h1eRmkGKGzD1NQpu6mAUHMatqTp4/L+QYh6LhcKCatnHgPn6ZBKhKdbMp5RRU2y5affco7yOHteGl9ChGOVNtD1eaeUkhLTUlLSJHbxIjVyvwr2YbdzDeoSg7cKQJkXPSAPFsRKuhh2NQXYZPuCzZQi8PSPaYNMEldHckoJ0+yBg4pBct4FIfFU8i6EDKmrqRgWXyvE8TqzbpgyuxTEBwXh9bWTf40yZeA6csFiTgoULRgaqdyNKudGsqWOu2QE4phaPp/ocdIK7ONek/wBgsWnNDRU4TGIyxssyYJF4ejOI0gs2kLERNllyHYlKP37MZQXEJt+9P7ci2b1lheQC7duE/WVxBVcMwKm2xyBsglVnJkkZGK0yYQeqojATmRpIMa4u+D3VGL8JNgiFpk65txrLmOUUtEUEx/qMi2Cowh440/dk12Fopm/pKQogRjbZV4WNMFlNIPmyL9ss/cv2XT9sXL509BlsJ9pFbrfQbpeWY1ifTppzg6UMWTAlxEcp4liaGTkUGVI7A0Um0hQWEMWV1cVijJcypICKoNNOy7D7y6YWAHoO/KO3kGXwhWv6Y5uBa/ttTv8Aw66P/VZ6cNrZwcKs/VXl6gdfrxalrSI21bWzIrMr2cLFQSs2EmCRInlUHELdsAxOKYJEywieyaqpfBj5gjJOFtYm7Hm4dLIWoPTBqSjeJHMLKTDSWfiKBFgrD8Jqa3DJE8Ds2sIydFUJP1p8plWHhf5Fj6DzrDx6TVSRh5058JS1NQ7J/dxRtIdNPO1Gderlfg6UEsIDTGGlSKlxPZjGHYgjhUIQ6TYbVDpB0gpLUKsGizhtliJ4uhoiwy+NHXJZ7vLeF7k6QmuiaEP6k4TmTM/Sdq4hYsSJpmoaRqi8TF1ULphN6nJbcVpRY2imlJVSEt+8S0yJEGI4VihhKAuiqC0pIiemphLWWjncLyrkXqDS9X2qnUVOPX3qlht6WNwhMSeL0w4hqD1Qm0YfEFxCg9SiGOFN4rIpk6cfwuwuRosocJv3jhQh1DTlsiRWC+fR7StltkVFKQba7RjWFstl1k+30ioSoAGEmGxcUoWDkmcjhgyWEaHSCc+ztyky0CyLWNM+ifSnIWI2XIRTKqQ0s4Ri5lw0y2XYjFPhZMGL3ZZ4ywIvCzuJXiq7LPBHtPC7DttrzmmuzX6+CQhTR/qyGmNYa8A934MJccmRxkAqGOIVELXzIcKW4VDGLXZCw+zGOO1UH4JD/MfaswoH82Gvez+NhLioY6fVwsO2jqF2nYlGi2toUdgW0B7KqslLh44fHF4+eytq7yrSTBWnRWjXVrqT3328t0mykm5OUyjw3CMsJjzoV5ewZEkYE4kitFl/B0GyuJRQqIkPkESGVz5NbaRiiMUcJjBZ4YLGDRIs+iOCd27ToH+Ghd7PwsBrW7alP61wYELfvQxws4b53XWkbvHSTD8+VrT/AAdqQLHp1QfLx1AMbq5VESST+IYXjlWYiZwdOQhGTsD6e7hx8nunTKQw28cKpmhxyyy07f8ADKVPneqrSYnLKZ8HV09mU1XIE1JPMfoytH7j4wSPF3Rso/8AImE50YdeVcPXbwHT506fOwb7Dx2w2AshhfRBeZUgkBXZRZ2y8wxE5k2roUAwSBA0jdlZScIJ5gda2oyjcVJ7fxqHUJ3btOv+Oht7OFs/GtbvS38q7hfwDnbpbSjK3S7remp+BPS/8JC3tEzpnBDSvF/zZCN9UkF0h1BfJ7hVUflmYUKwnD/+BHqmRY+KAq/Hn/lgaLFXzLp607kDCc+9jsP8DnaeqMj+3N0c8af9hceeOHAdtO6BdIO8EUd87F+vrUXoPhrRnKWKNOSrLV1DMIzvkLM1ESolIpsCI6awXKSzicFt49iJlAPKZgwEHlyRN92nRo+0225eP8lQ47a9GWDXFV/yG3WsKHVsdy6VEdXUbxwqSciZggSOtbaTllAWTv8ADnVkuQcr1WSsmZayoW5lR5ORWgCFU2GVCak0VcxEEw47MJ7sHbcSRktnHpkypryhUGzx0wYevH70O2I8GdLbwDSUOunR7OzSh8/glaM4kRARvn981fnv83PkWM4Zi74yMLfOKERV/jXzfFO8j840sHPxv435V78X+LP+xgZtZnIAN88MeaFfZTAbL2a/RCggA+wOz6nXhyCu3qlQUNsgYCuAiTOAgLE4pmCRMzMGZOeEkEEaggjuNVqpZ7lzebycl9BsqpY792ZcHy9l7DyXCUGQsmaNIRbT4fh1GKuiSWlE2jc+zRpouTKu3bl2L8w/eiywAvHrTQiI/flhuO9UDjWxpm1oan96NE+q2IdMyqdMwxDMT6X0iCDB1GPklZ0aQCsTI87VdykuXp5XaUWjb6Glp4LxyLkHLLL0G3eoJbxPEr34VhP6E3sQrryFnGjdFUXENNq59tAcqDUuZJiJ5yji+FOdnBF8+qaYKg/HyrwRb/GN1tLgADegUqyOMha/oZ6fZenFatWLgJwXALV4oFN++6zaZMLYWuRHBYMZDnViXWM1OJQSQqgwwEiQAdJzyzNVlPhYoCG65QLCAfoppTBi1QhCaPHss9eO1gmXUPpEVyAgSGF8mJ9CiST8LoK0R8uaK/HUlYgognqRT40SeFjhf4wTMPnIGCpguZc9vyhd86essNhqjWrofkDvAJPFJFakURfXpek40RY9dEIbiZShNQ+cMPkFhOTHzaolA7NiWdl19R8oUBsHb5406beV8kAbdRQ+hEIaQkOHEph4wmQ+kJyGnMPngvnzBBKJuCBNl89adg09eMly7sG3rVBbbBpobjbZEIv3bhPVuW7SDPOULYiZyjrZGSdZFBmqjKQST34R7/ZVR/XVoB3DegmMoHgqM903rOnqcjqGTsUFFfTFEWpGZyAhFSSo8SRTYnPq2rGDnqWsGHrpsyVKOiht29JUfCYZaq7Dhb4n8Hq/zibe1YD/ACJz8zav9HF3+4OE629c3k+ubS7rM0Z6PdFcvtM8ZxbquQYgbJvdQiPMQyWKRQmroECDguswTMqCC6UkvCLt88NNHUpXMCZB2Lt+6d1d7fOCY3wn61JA7pUch/03n/fAjX+PR0D7124Xt2ukuKltCEYKcGxW7gBwq0YiRORnTeRpWgLQCSc8xNwiRPDzx3GoPAJ/B6LV3Eu9rH/905+XsGP1cfOvjjlJDuvNC24E3hKPFM79NGgmc0sz8gJrIkPmXU6puTzRF8lHSOWTIuTTxFGh7VRMhJNlE58JZkwXXXhVoTpd6UMpT8t2mm+owmL8KAt/GB3StwDKvP7AUv8Ay6K8Artne4d0A6oNBUsNTyRqpIy8IRpO6fz+bSa4ltEr+JUJ2TU4eJllF0D00TLmiIuVZgywVKP3hx6BPyLTw2+eeUaCLdodMgNhChDFi2yJbwkAFYOeZM+GtGY4TDGcoi4T25eeG41PEAVoFOI8KcGR/Iz4j3cIbtee8unfpNnWmSogPdYav9ZkOMQjDMeFpsSPgKLYpgdOXjygtFGoeA8jSvi0iWihAZSnJ0yDtUdnSxdYIvRcOAfMNPJkgZGoWtRmnKtWa1qx96WxsoM483hewherI1/W859gdLd7qzLCObZn7QVWy4QwIzrngAzhxD9HQajSIjIcc6rWBv4tXgY3Cm81t/WsmbmoDX+Ubm312pbbVMC/CXJkzOjCPpeS03PWt2YcfynUhSJpQNAxFdiyMJaq4nTyX8lx9DKBKVQW4NUflJIVCAkYiJJpr48mqBTyQPyZh26tWMs4sGR4cKM0+gHIcCFaBnaqLuOA/kwG/wBgpjUWFQEOU7J98OyOBx5vS2duW506XLKDaGIusyk9HaywoWkdXiIq6hMLE2xKYSIZs5KjWZ47oE67xt07v1dV6mTMJ6luBt5Wop5xy0WOET0pJjmyZsu9Z7D1waKv5FPHD9y+Zqy8dPXbTDbIiy0y0FtpktCmqOYOrySBia0ytKk59HkQFo2XoScylnuhLUPxw/S0YghGisWsJy9CkJHWUNYfKpoknvWUt4XePUk55M29aZeOi/Z4M0ABBnhw72ceYFB7hyAd2wLNrM8+F60YpWrAeyoey22yJcR5e8bgIPVKW1zyjNQDlnAGs9s59U4YQLmCDiPBdxJGfLM6ZRkzs4sGRrj1ceZ40EOvSCvXjuTNAk5IzjfWksxvNvRTM2GkaIZhzZn5pumG4lgJ9DQEg2sxdFsbkj0PxAjFn7lJKHFiIYkh4lDy4qvSgqC+oK7xh8D6dYAqIVDlwoNRBn1R6Davs4QC7/jXhB8kNKEZ6NJePGZh6vtbsMmtP8rpMww8LqUVsQ5NkRgaJ4sXExy0JlKSz6GqK8OQm0YdOn0QxYoFHCe7epyXEKgkTtHRdExuhWVRIDfpfmhYzxE5DDmZitFxSAhIJgZbhImd0AazlWO7vnc1bs49EMHa64VnHNPeLxEYV36lK+eGoaZ5ebaAkK0GREfSW1GHSRKHofS1lXheK0xVAofix3EbaDERNtSQ2UxVJuDjqaScOqLT1p8iWVMGzrm5BUtYonlEryD5QoUVKYJ6jMGKHKjDqU2hw05Eu2J9RZUIrhwmJcBZa8ssEmWRDynmQO/BxJuvpVSZm1urZ3uCcCar9DU1piE1iAjR528exVLiOYrNRqSjuEH7xyXCIUJiJIkWGHp1MZMOXcPK0Dr7146KRanMBFhv1dQkydZWt6FFDQ/Czud8L7leHH2oyekWQ2cZOw2RmGdmjLZRiaEyp4m6eE1o/A5CWyQZWyhAw+PlWYfmuWdFhOQMqlnvJ0qWtmV7aKGcjEgDE9ICougwcRKBXMtJAXPKoKM90qzGAMmOmGOqRuhiRpkZMVPTuIN2bPbde6dZxShn7Fso4xiSYM8zszERQk8sRcsIRdAMQNBkMOyqk3GEAwCbJK3x+Hjr5okQTjqe6JvSou1Bt6L1wX4DLxCS0LfCiI/WpoHxhmVu8l01w6hS4idZYdkIVamWkJ0t0YkhvIhMu3JP5cMRPJVYQSyS7MiZYOzQg5wbLVW0Yy8sO6ONYUjddEhoL1ByCi1NiWFIpTyrSsluzZZ5EUBRT8TLP1qBY1THdX6LFMPmH3xY6UMMO3RxwJZXSnx5FUU4+Z1XvC925po3l8nSspNRCEqsPodUDS5LuY0HnCqRMGW8QHCjJI2oQ4qG09RImE9ULsOHK9Da0nKSAtMFCBg0RBTSUZSTJNodFaFkg9Gy3LcnJonIsP0lYiYIEzFUDnG/SSMYKvlmNM45EA+6tq61dUEB6NNLM7NSEw1kgjo8soDX1lKcHDZQoYiSMWk984guDkUDjbl2bX4tid4mISQSBqr44dYab7Dh2+eOoLPg3278lZDm7DgGPZ8yBllF8ZT9mFG86Ug5M6W0IxZEBKAldygQdA7BM3EiIonSaAuoUEF40RCjh+yTfk4qBXdMA2pvWh94F+DXw/EkawId1v6/9U+uSUMpTzkzLCRExVVdQoMSyZXyjRZKiY6ox/HigrkWWzZxy/GFGIANmEr4igtmmUQi0QMWYUlJS0FLTENETSCOioxAmlJCSllHBBNSktOLuSaenJxEq5dFiREkUcuixQoXdOnBYu6YcuWGHbtllmVV7lwXLiBAisqISGMsVLOSMh9kBRJOpMHKhKqhVGLFiCxgqAFnCBOZOZJOmgE61UZ1dStllKn4TnupkaV0uYElsjqOn+IVNQSoBhCH4OTT6kJTVaVFROEYdTU0qaPCVLlywm37lsx5Bw5c+VB26YZYt7UxYM8u6/o55448rVQ9fH+Ohd0zb+hyiH/zNWfqh9ntDhMfvEN6HKDds/gf/CtJbU3N78M4zA+Qf0OUuYXj/wCbv4OvmR8qDGPzkj+BPkkVf59J3ze+JfKnx/5MXPjHxH4k4+N1tMqfWCSFUXznoBKWgPaalwWFoCSSkDiYZvOtVrd9bppM6L957oFmbu7pgxXpBn1vEZuRZL+a8UQUrGm5fnYtVpiSRhcnF6tLht22hqxRWVJpqMQx5C5xwchiJlVPKLTKGTiF6pKilLR+h2+EkB/Ez+mB6EBRBZ8n+E4ZBqATICgg7+MBBYSw/B4L8XYiYadi/wDIAYDyIM+Qq0Ffrelb1mXGt3V3uup/Sp0ta3Ieg7RLPZuZ81UyYUkUFJiWIEBqZ0ho0AnL4nDcw4sSlVY+S5XRA4EvEizChL5QOI7oD/xYwdNJ84f8FD6QrfqLt5tn9rpLDpf+X/m3T7KYo1npL35VkUupUI7oplFxEBYEl5k6yK0K3MFvqBmAM4lViOt1QSeRGXCKjQ3OmmFQ1jb17XhE28dmNFOsWd27vmajwbK6JIyWDruXLiLUCZcz4VfxUly1ZdOkNJTCChL5PiGEIQIuCMLIKscNKZlFUlh2SUiV4emLBnkGLep7uN+X8+fdrb1uW+jjXVvQNTkztLWt1dgLWtOQ7MOVaRAkkUFTi+H0UzNGbMbOyswCEQTEhdGSlQEqPEgu24hxfiooCgWUnTJ1os5KmzdsvQXva5GbwMJzPJfyY1RyZJyNh5AiiKz+oqWMNwQWVkpf+cbTLUJMwpH8fGlkylOoXOvlgu8LEW3Ds2mgVE48MtO3GmyPbCBQ35RmuEyTjaHbCSTmeoFIncKpeVycWHqhVAiIGSyABp1jpzqU2nQPDu9T735WKdA8O71PvflaNfdu70/TdvRYWmxFWnhKmUhl5OxmRhGJk6ZsNpSAoHHC4WPHoYiZGFDX4mIGEdfKJaiLosbPEV5NMETDlVRybp4QMHZKaYsGeXdf0c88ceVutXDKGUhlOhBMGIHHl5gRiQVJBBBGoOvGuSdchWXn6F6aq1M3Sya1mw3C6G7Xh06pEuE6akTzCOODxQs4IQlBqijrDKhERVk08PkXhQkJ0syVfPyz5y278qxWQk/P7SxISNSkx5TfBcNecJx2mnBUUaKQ0axEuLEPHxYF2B2GDMSQ0sDC5th2027dmYfBNfO3b167dtssPXjLVkHeWT+mDpX0HaoNQ8qm0Z1MSUksFKL4SeRAmAsIrKsTPJzl18pJflSnx0q07MPWXjkDLhoe0AsvGWmQEIQ9LExfhJmrrTzKbUrLadG67RIFnHCZSMoYSY4hedSbFhBMOPzBd24XiKDLCJUcqfBsq8F46T15ULgw0yLJpoassc14/lUAxFgoYYbSXCAGAxAuQR2DLflodbY6hJw4S2Ey7LJyMQMiO3v0rfv6etPb/OPd7b/ubIw/4sbcraAdRGmnU/v0ZnzdUtMuvPTFrXibTSdcRhLvUgMAwjLtEgSHkGVSAnvnMtH8Aps2U5fXUZNhpWTVBUit+jG3RlRPOSYlDRB046q/Bv8ACg/6vm6R/wDAmoHp/WU+9R5WxXQjux95PA29QjHeQa65m6QYwU41kSpSnVU3TuqTTcnPj7gnAaPDJlxDkZSmhRJcEHKPCDTKqa+czw22ceOnjgi8Yevfi9cV5msz0jAXFZg9pFCgD7UhpkEx2E86t1Ar5qCUIGF2JJ6uRBEQfOhrs7eq7u/UjvESMqZVS81oRRpp04GHkQp+pyXsLw86OKs2YeNtJrxIKJysQaR1J8y24drKKrw5Eq6agUy5UE9bOQ0snEZpOU+xdNunTTNu69N0KSXlg7h6VUn5flW3h2IYwXEpLMLy+dYYeLcZx3FSkCWTVIpiF8X+Mqai/wDixdh05cJ6YUTkVOT04n1iZePHBYw/dF2zT1y5evXZZ2LLLww27di2w4dtNsgwy29aAHbItCDINNVaGgDSlTum9N0td+7FOpTWRvO4pjGdUfy2nwoS9gLSGbmBFMFy3kbB5dBQIhSzbMEwqqQ6vuiBtRVD8HFHJh4mFFo7AcRm4xdRUtKKg8JbMy27oKoHvXQQC7EAKgXFmcWEZgwq9Y5mM4ooLIQzRbQgkAAksxyyyk5ZFj1QMuFdyxbpV3KkR685faytOm8pkZping6mAwszZgDTprIkvDSHP1t4puVSIYWXYbRI8LLMPmI1VyBVmPisLvnaXFjhlUeqsMvYnUn0TOth7z3SLqG1N7y7c86j5DS8bmZJDT/NJzFM3ZiIEUQWyiwlD7U0JbLgKnk1GIyKkvFxSkJWN/xMkFp52CTbvyYvm3Lt73Kb3Ie6cOpbaQ+0IyIYKPC7JZp8UQ1MgqA7ZBlkGmFsiqFlp0YoAdo26UGDbQi002+FoWh2gjmxLNK3JG9k3ecpd37HseDJDXRMF3Ak99FaxHi5MSGoQRlCOIFgwvM1GJxIaWoiRfKEIxV4jQV9XOGFd2ZldE5Q9Fb2E1BWTiOTgohD27aI922zmy5xBsa4TgZcMYoDQQcyYmYssMRhYllRgodRhw4SCJDSIExIiQATFXKeziw/X0rw9/D26b1CQ7OaLJITRhrTxHqPKyeK5BiymysmNEKKQiJEguMjJYXaNESmhKiJEacrE00yLL96QOoSqWMgyDt6TesjTbc1MW6Y7s+Z9Y9b7FMW6Y+3zPrHr1278QIIJIkRkYOcCQQZGuoMiDvFc8CQeHIRkQdIz0GvZVaT9Bp8Jht/JetN3T9S/KDpj9TLzp96bcs6utzBvyNd8s0mTuqzeYabpqS4Q40S5hpcO/gRh+B/isYIyNEEPJqx8ry3khB66/8AiyPFS6T+TzCo+S33x8DD8k9NFST4vL9q/wBzRKrWTPJfnxFGr/eAyeWYiSYcSDED6fdQEOy+loSYhpHKopc6mw0oysig0WUFFwVdmVcy8WH7Jw808fsO3DAg6Z5h/gcORP8Anh+9t/3W0H/8hf8Ac24XtFsSlLzocuttjQwy1UkjfoZ0O8VurKIOJFYRmLCSDloQO3TnyrXSfom+ErJZAimEN7rpucEU4oWIEnH6GOUj3yJUo5dlyzryj7TQ8fPPJuXbtjtvXjbxvsg02200ItDuWQulT4QLCs6pVxJPvefyCmfJNDjyGlOasu0LTzK+HVmNYDJqpZ9E8NpS6lae0FRSVBWSmTBQqeJLaSZLvnjDbpRKNAD9jVkxvg8sl4Ql7HcWJu8K3sb9RheDIoiIg5PasoVeknx5ERDykUdHHZeSRZ+8KvH5Zhgw7cGXD1tyLbLt+6bFl4H2vguEfR3MndlqESTFjWLo+iH9ErNYh8vRpEazFK18RKw9LtoqSFUXDage+KFmnz5pwW8v5FyL16LthkXjXasixdS2/ToWVnU/W3deoVyImM8QyORFGAKMw6MgEA/kUB62+Y1yPeew1p6WR1nS78KU1EI0cHSyRDevnSNCa5KZ+fZAm6Vovg1ClomvEgqffNAWNnHj6SE12mCTtl0ZfPjaQVYZafi5+P7F+FGTMcFN39B+mOHC7UQze1dahpUS3lzBCc/JAurYw5EBaMTp8qTMvy7x8SdREmQbC7x+6qy5WIxQnb8Xbgw8eupE95nuqpKby2DYJZiuJork5POTym8X5G6hpdj2I0lysvDRBQadvSrJpMaXkBtTS0xW+TnKuhLCerJpRSh2JEI78ZfG+NNGm4hGU2pGFdX+uLWPN/eFagJXCXYkmqTScrqXCMshT3LDlKWnCJEMdzGU1yJEl+JhWRX7xbTEFIXTbUR/N4/FxJPihya3di9YRQUvOzC7iUBEuEG4CubSCWwwCCGBMRnUYJt3Cxx21AKQeuVEKQ2gERinPLIGaj++EH6C9JWmHdGI6vK7TFpyl9NWF47kBBqnNSX0kpawfH6wLokaTIifnY0h+FkyJTgRGaJNG1hoyotNKr5sXx8HzwRpke/wCkqtyB11TST/AN7kAdA/P37dU/CpgpunYjt/l8yYpbh8fW8W/P8A3eWN/iH8arcfWG+qWSXt/icgDFvf3c876qp2oKAALey5AAf7a3CKtakiySTOO6c53ouQncCTVt589cl3L0wYeOnDhw7ePn7982w6cuXLtntvHr562yyw7du2GWm3jxsWWWGAaaaaAAEQqKxNGSbv3t8HLmA4KTQjbdwbstVU4xmFFb1l6+gadk9Xr/4ukESrTLbonEaCdiZBT01AcvnJ9LW4AhKYq0wZeoceJjg3P5vJNEyvvANL8Rab0efMw9PIRSvQ6/XYtgB8ZesRFBzk8yWjKA4vQHCmisxTC0UQ0bUS7xFMqhMk2tOUU0pAoJJZQR1LZOjHRdITQVIeF9PWniFPm9BqB2z6qqn3jo9FkdRWccFnSxG0bLTBcsKzEy0JUuBh+w4KkE8kXIoqInpaEmpqaU67qXLrohAFlSHcyCbhUytvDuUEAsT9oQBvrBItqWgm4ZVRoEBAGKd5Mwo3GSYiq4G7en6T3L+tOdG6N1Yrb+D9PczJkKE2tBM7IsMNOYOMQ/H5tly5gJciQ+2JZLZUnpUolPThx4UTUuaiPGDg898jGiIffzeb5EKbq/Xtb+hmmYH/APJHnqh4iP59s53g27f0z7ymTrEpdQ0OHPjSI/Nqcu5lwq8JJsxZZrxx06cmlGFlg2RPlmyKm7LlnK/DqqSPoC64LE2zpD5QTklQTuVNe8hIf0u7i/U3p8haJIzjFBlHowjWDCEVzCiE9FEYxB8mw+9+Mqy2rqD1635Y6beP3xZLIgVQ4fINlYfhxNS4fTExNKUwPatXreRsi3cNpp6yggnoyN4X81p+zAOekyrvbfMOXTGMsJzXrgzkTIkRrJr7u4LD+RA6ILf5XcVcP66sfeqP5+OMbTACyAhQWagICAgIVAQGwgICwIDUO/jzvEDuCgrugdEFg/ldxVy/qqx707+P9yYHs4sH1dPV7+Xu2sfvFn/krf8AiLWVz98ufrt/jGqts4/g2u5Pk2gKkzZ2zFmBJCBHiw6LmYqmJqRgqWkBpiktmnnycjOVuLIbSkUk2ZfC0VSU5o/5Z6y7BwXZetMbRNpe5R0WuN9jLvR0jQLMyYWjKONMribbmMzEdRGe+ORMYhSLIiTm0aaEGuUREMpKswQRzLksyBsTRF46ekTLDBoHzycT4UyFN0tG1v8ALskr/vhN+qHh9vDXUhpd/CVX8jZMP4CnpurCcDPpUS6ewWUiNHns3EJWE3kIIzcOFl5olJs0TaWXCOJN0qNFTRguJ1kwLgw+ddl41w3LVnpuiXZxFvo7pNu2GLAlpRgSAFaNc+yupLlzo8Zu/axoA7FQpASGBAMkToY11mZ7wkluEN1BICK4cj2X+lBMeRzCa4iRPDsVRfMib8cH0aIIbUHKshLCaQimOlRBIKCapuHB0uZJI5d4Jhw4betPPIOAd8/6HtKgy031e8q1FNajtKkejOKDUYj+AiWs3hinUfKxlyelw/ZPTjlgMNkfmQnGWUkGCxoFtTB88VEdkGGQPALv4v4NvhQP9X3dKf8AgWf/AE/rJ/b167cC7kohqFTN+bvRyGq1ZlpEWoUtJ+G3c0FqTrlbcSzUFwV+VbRV9CTqI0hEW3ZBlGaTHT4FBIIvfj7s2LLsXQu3jehNsXNnVdna0DdkEottZFt8+qTiMTkdxJnKqQ5S6zXg8IAQGLHN1/SAIE8Oyra015ry2kZLqLZtzfjNAl5LaBEcyvRbGMTnXaejIqYW7INPX75thp4/MGHzboonkCjoyoKig/LJyaVNHzRcu9qAyth5f+ElbwsrP2ZMCxEl7qDRiYXYZlrCESPFJEGecwT/AMVMGWj4JzwoaA/EjZdBiKOihI827haCEOEoIMPGViKlVSfzfbyfdGw9vNJoyAU5t6i5xwnp8lWCsZmFpxg1QYJQnNRZZPFDkNrXx3tO2IcWnDl4rIq8vmUyI1VuHXxdPg99Bqk8Ulw3J7KSUUs5Dy4hCUUnIIQJdS1gRHcIUJwdDJFggkI6cXq12HbsGW3xo4aftvTqkqHnxpTVlIwbU1Q4cUDZky92e3cvXMLgLYRg0TJvMIZcQ0W2raqZLFdIg1mjraXEpJusCJiBbByMcWO45QM+2vZvNNzRuxZL7vnWNNiV+kCXcHTEl7p8mTFkGRSnKccPT8PxEjw8bNpioUdnopNE2zBQwww9dsmSz9yLTIdt22Fh4G1Df4z+ltb/ACDSLv8A/JboHT847WMd8GH8i1182H+Zam5w/wBCx3Pmfn53vtXO1Df4z+ltb/INIu//AMlugdPzjtzbQiI98IioDsNwkKoUE4xmYArW2zMtrExb+uk1JO4catG7u8P5H/oYsP8AMdaZeH9ZWCPUH8/G979iU6D4d3qfe/O/He7vD+R/6GLf0HWmXh/WVgj1B/P38+xaYsOOX2+Znx43277f73b/AFF/xRXK2p7T76SmLDjkObep7+N+ZTFh8O71PfxvzWmLDjl9vmZ8eN9imLDjl9vmZ8eN9r1FJToPh3er7+PO5TFh8O71fHPHndaYsOOX2+Znx432KYsOOX2+Znx432UpKYsOOXdf0cc88edymLDjl3X9HHPPHndaYsOOX2+Znx432SnQfDu9T7353Uopiw45d1/Rxzzx53KYsOOXdf0cc88edynQfDu9T7353KYsOOQ5t6nv435qUUxYccu6/o455487lMWHHLuv6OOeePO5TFh8O71PfxvzKdB8O71ffx53Uopiw45d1/Rxzzx53KYsOOXdf0cc88edymLD4d3q+OePO5TFhxy7r+jjnnjzuqIHAef2Dwopiw45d1/Rxzzx53NimLDjl3X9HHPPHnc2Ugfs7R8hX16YsOfd0x45xzSmLDkPtZ9UbeOeGRUAxYef2erjpf3lMW69+L+iOOXPjz4JI3nxPndXs0ymKBnpzFnPmDw4XEK3Aci3s480a1a4fvfUxypztStBeDPo2HDNLDWwsj+RWnfboGR8+yI080aDQcWyzcPMv7K+3A3ViT8+4cd55e+lJTFGb1rjiAM58wa5wIj+9HIs7N2bDWrPCvBn1MDWwBaohQb3f2ceaNL8KjSrIVHzKizWubdK5ZT1RpwtxAGQr6Hhkbh6XHQGaVUt0/8Awb/WdpUhtcgzTZvtJsSVhGJIjfRatw7AemY4jpylERhPT0t4rnXTvVEPxk+0lpaaSbMtj22i5Jwy0AdkBHfX6TBvV7D/AAQvqSqN/wCZ8UbAPZAB/mocDUOgd4htZZYC4W4hw4dln1Qt0+zZ3Z9Hzbebw6s+oNeYAFR6jx5xs1lcgrgCIi7dAzO6H4++rYjxB7hy5ch4VU5nT8HM1m6lyUGompLfWzWnlCkDxknR0hQxH2mc2rJpKIU1y+JsKRNl/qeeslTzxNOnk8DTLt807LnHweSeA32Rtg0ERCw0qyHs80fyMVHpwCgcX0C1Ga54c+wFR8wRp0HmFuItoNqM4GvtAGQ/IvWtgD2Dz0S0lvEUBBaJJZmJw5DNmY5A7qgkmJ3aZAa1F3vJ901p73o7iSbqfEez1gJ7IVUjNZgk9I+KYIhU++PxyzCDCk/WDUYy1mC08bT2oMSXyM8SASHxR89OPH704LZYCsc/8C76QuGs7ebZH+iLljwp/pfOvfcPN52WgZx5uRAP/NGo+Ze/MB5CGRFlMD2RoIVx+ULP7nj6hrgOI2LLtiZFLEjE2YJAgCTO4DhpxmksBqQP2H5ePOq0/wDAvGkK36s7ebXpX9UVLHj2RqH6nzFB8ae2Ufd8btuVO7khiY8LSrm1qKm0UmcvIkQLCjqHj2HI8V0gwgJ5pOKE4bNw7AcDu09OMOj75+cLmSyg8emgdvXT9yyDTt5IhS4eaIADXLHZBkB/nY1zagCP52AzZkaDXshwHmH7mOQ4edYaCA8dbdmyhDoiqwkAyZzEGc4zmO8Uk8fOXyFR/bzjQuG8b0ex/pPGZwydajlcgJZZj/5kjML5JagmMkWLvi/zVCLIH+PiqMpQpvlRiQp8S+NAb8ibFyBd7B8gfB5d4XCqEiwvC3wg7WZDcMw2kJyDDsOoEPTvR0JAQkcm4T0hFRUhO1tFk9KSUsg4LEU5OIly5MiTcOCxZw6cOnbDNsCg2Hs1ABERty7NA/W8XpQbdObQZAKWGoAADbiPZ9QKgPAMfYMvs9m62N1JbCFlblxZUEkDqMoOZO7fQEjIdugqqv8ApAe8o4/CKNcPAP8AoCffGg0/m4OFcdOu269N25T18yUn5KGbkf79LV7PSCpczAhuL4pk3F5KdDELTNQ0NScHVCC4gbWtXsXpLKUvF3TZE4KlCy+TBy9a8ulHGKuWrH1B5ceXKnDs4oP2WHZGWRpgccu4K+j4U9lONRstgEEK8ggj8teOY5G5FMR5eA+XIeFFA5cBGt+NPVxbu67NoHLgAeIhjzcX7q8dnCHMOQd2B/JzXrXv4oAVEKgN2vqsAYZG9wuF+g8eioptA5cg7/Rt6A9eNL525l1l6dB1caVp9aZvngMvvw3y3iGXYRt83vnX82Pl4syX+Vwhv5ahr5aApdv4h8vpIP8A0QOOB87bpoAEezbI1H+19XN+o4vzbQfNqyI8Rtz7PqDQfeF8bQQGBU5hgVIzEg5EZZ1EDI6RpHd8gOyuPtAulD9A7pBkjpT+fv4UPwNw8qw/8/fmt8yvnIKpFa9E3xoIW+cMWikCX+XRJeQ+caoL34qBnyrsH3xd119SggIs4+v0bWZ6hWvSo7LQfNoyNxqNuHm0+jYL9QuGdmgAW80fOGuM4G3m5vkL+rzlAEUKuSqFURqAMgASZ0GpndOtVIJMnOTJOu9eXbuiJyA0jE3ke6g0+b0IrJUrPaPJ6QE8kSrxgtwUfkhFEEwsoPlCNXcKO1B8rGoxlvMAXjZBqEEt8jvEllIflH7w28fPDQtlwLR0B8F/0iW/Vm7zS48NRUsr4/0v9h55ptZSpxEBzQPqCno54iHW47JT0QoPvxSnm5v9YUDaj7PYuMXe0rM2Eu0tMAKNx4ZaaDlUoWAyMARA3cSe/Uc8iKrXfwL/AKRbfqzd5ncf2xUsumP1P+b+3bvHQFug5H7u6ZEZzOlhPfVpNlYjeCWoDPpOoSaEIx3DiYmtLyPELSihEIellBJokttGkYsWaOPlA24Ei+MufiflG2H7qWAOdBuNOoha3o1C/QaV6bIAWC1xHlzpXAe0a9MbLezWEZXW0oZSCDnMnDnEnQE7t4q2I6EkyN/KPbv460UrQKWx33CweaPDr7LV2KBYAD6u4OAcLeAYpXZQClLX+0RpyDxGnK2yAHEQqIjm1Rxb0QuA9/DbqHbMeO458N+XCKgd/fqMhl8+dAM4GgV50DpYKMhin2ewBkApYLdAzbFvsp3cjNgDnz6YsNfz+Ox2RGlQr30Hlb0e/wAetpoRPnmD8KiY3he64/R5ajtAWoAJ5BKr9A1Np9NL5pfgy+fP4URfR3J+NfkL5eCYEHfMrs/go+TPlP5Fi3tfL3xz5OZ+S/iqjLN2ceaHILB0qAeb9/Ch2egeAdPV7/HqFFuFOWM93Jn+9nFgoLaqzuohrhUuZJxFVCrkTAhRGQE6mTrMSANy6ctPlTaUoFA93o1pRjv5ez6IAYGgAN72rS3qfVb3PCg0t97WC335VDZAClLdAp7KgFGeIjfxpyt5Ps15xpVYkyY+I0y7JB8eZptMDQAH+96vPuHI2uARQbo/dgfpWUn5sSo/Df8Ah1/CjOI/Nn5eCWgyw+QgPQvDcNfN/wCSxj2Yfyn5L5AE4Cr8op3bA38X+TWPIC/fSw0AKDS3H6qAFuHfavTYp0yI0t3cg58x5bUZELpcIGK3iCGTAV8AfIGDMDUGIy3yAyIxQDEjLURHGCfbI1qMPez7uD9NF0wo2m/8Mf4DPkqbUKTSCMgl3+Ezy/zZh+MEL5C+bvz3l95L4987PjXymK88+LfEPI/J5j415UtHAQ3LW9ITCJNNT/hA+oooQTipciSKuNPp9hwVKFXTtwWLuWQ1P0ZdOXLth27ZCwMsMhwtZbAMWwNrcbCNLB9X1DhQC4UDNAsA8aWDza1CwfmHbF9ns3HxuGxEKpZbt1MQWMMi3cUGJJBjfPGksBAyAzAIE6CdQe88cu2tcG5m3qdQp8IQ1HhUM/oflAOFrfon62+ru23jpq3Wm8Rk1PaWM0Zrb6ueuoWXcFRI6WYsktEUmT0Oocw0x2VMuRh9TW2tQMUMJ5V4YfODTb5qH1VloSrLpoo0y8FpieAAGgUDA/8As29Gl/b3BstMgAXzga8K8OFqY6VDaRsthSCBckEEfl750I1BuwQMpBBERIIyqmNjvH8lflQAY83Fr8BGmKsjag/3tnAyPm+b0Dv831MX41xbZOyHILhW3CnZsFGO7FMYts4AxQOFQsAUx6lshWnK+A22lvu7tTyG+ef7ZFUzO72eeVQLawNxFCOqzWNGmtVB1k6ntNs0o3hiFYQODIlYTYSfEkWGIXQ4YEkXiIkyViJ4UV3SETOqRN6f+KPTDLsPItMuHQs6iD4PfHw9n+TFbz8K1D+Xet2py/hvjwwFh4WSAAaBQAoAgOA40p9DGNlBkahbDV7BxpT6H9z69uQ7PZZmYpmzFiQziWJknJtSc6vifIcIAyByygZjs8edVtg+D3R9b+TFbz8BEA/y71q2Lf8ATjhUKY4eybTSFp4UNKmnmX8hlOcc0dQB6Bm4rafzanOuPolmTFfzojWIowdBEK0YeGHxwEFyvu4bSAafNfFkJHTCrPZYcssM9LsgNrYFoB6DYfyMY6Z288YC9AELcQp6nXkPcG1ks20JKAgkR9pjIJBiCSNQDxypLNrugjIDOQOHA8+O+oMt6nub413jM8NPU/Jb60Iq0fx3p6hhfQ4ZX4IlosRRFgKKytOVVzECDGCDOWU6vCJ5PdsPibAp4GjD5h+22B5yFXLfFIbgPeT2p8Io1w8B/wCgJ9hQRp/p4Pr6BtalAAqFuI46gABTzR45oPfsoAIAFgCjPDhQQx5oW507PWu1G2ay7M7K2JjLEXLqgkACYVwNABkN1XUtAEjKNwOXVO8E6E95qqz+kB7ye3+GKNcIVrb4hPvpWoBrg5X9gc7SWbtfdxaptEMbTLijUBvNZ/a8keOYWRkGHoUnGWmK5TYBUU1WeKBuIUYY2n7OMq0eVCrxlNMARTUd+Dh0x5U6Yd0Lsy+gAVCoBm9uYMgAU7IW5V7OOOxT0bcAt3dkMdnHKvS3DYuzWUYMocFTIm7dYTpozkHvBqrEwQTw/NUA6HIgTlv8y0AqAW+iPClaCzQfQyHQb8acHAzUQqGB5cKM5DsBTjQB7PToAyNqMjSrQYqNABkQD0B49+MAGygzi2OwNKYr2ceb3XAeVeW29Z0Ms+j5tPQ4UH6N/QrX3cLgEUehzdgDoy1ga+9VwzuCZH6OSYgx+EBfg0+Z4Sv/AIt48jD5J+dPz8ikI1p8+fk74983IQ/6V/G/iX+DfipOV0GLBRngPDqzT6PdS3KnPZ4M3DzeeA6Mjbzb3AOPW3CrIrMjMJZCShkiCQVOhzkEiDI361MkAjcde4z76UGbha1eXRgf6WA9wUvTAXooAIgFuXCmezX+dhSwd2M8EABoFg4cKBUQZAfoAFqAIWZvSw2o5kAtVkLAHDkLID9C+OAjig04QTlG8Rz3rumTPvHZVY8+eymAGA7Ih7BrYQC/4vwCgh1DjEhpI3MelLSfqZm3rBA/MeeuoaZcXxPECFMSfETvZgLEqUOITL9l3DcDKCs4fKz4+SQ3ziGHkcxQqL8ZmkAm7SyyunEDquUUpcgZwHZDA5pkRZG/mBTiIW9gBQQRpm4UDPToz6lchWw99K0CpVLjIWUMUkrO5urmBJz4bxHKrAkSAddedQ67x/cyyM3gUXQlOxHmFMDS3qogkg+QkXUZJV8KdFirCxlNOpD+Go0JFTiGYiEm6SVRSTU9RKLiGvk004YRHiuaht++RG+oNAW7t05bueQTiQUiYfMG05UMvFiYsbRayQU4zmnEpok6ImlqMTrggUJvC7smz8nI8PEihRDREztlihNowaUjp7ulkK9mwVsI2oFwZzViw1CwCAcKAOWXMh6IgAYZ4fva/QC+ePAMYChtWw5uBVFwjrEf2oJ1hZykxJESZAqDJULJwggxPAjLjAzgTAJyHCHvT5uUdK+k/Wme1haaYnnFJNMiBKWmIv0zwHHiihaeYniFSLnSyYrqMIJoEzBlCh0FpeUUSXqseV4IRFwymKUMo0OuEZynv5iKYsGPd0z4YxyaAWDzQwHAeAsherAUEKWxjhSoOpiwY93TPhjHKqoqAhFCgnEQMhJiYAyHYI7AZqrAtEmSAACdYEeO/XjrwSmLB96dLD4YxyADFg5/ZfFh8PctMWDHu6Z8MY5FMWDHu6Z8MY5WqmA+R2fM+HhFDPzdg/hx3oekzeSfhvCF/wBC7LhQl/8AgY/Bp8tfPn4+zNkPlf8ACJ8/kj5si6/CjX4h8xIgF58hf9Gu/lOqdK7TFg54Dp6th8B/MtMWDHu6Z8MY5FMWDHu6Z8MY5VVVXEVEYmxNmTLEATmcsgBAgZaUIYhQZOEQBAEDI+8nWdOGiAGLBz+z1c9Le4AMWDn9nq56W9y0xYMe7pnwxjkUxYMe7pnwxjlaq4Tw85fMUlMWDPLuv6OeeOPKyCyAhQWQEBsICFQEBoA1AWaDULCA9eVnUxYMe7pnwxjkUxYMe7pnwxjkqI8+341q6VkkJLyNTVpGkpKCV8nkeJV41FMRpUrYAhSXyavxOeduHJ2I1ojCaOkFVVeOOS7h0aVz7p+oGHbl0w9MtsumAY2hTFgzy7r+jnnjjysAGLBz+y+LD4e4piwc8d3q2Hw9wADICBwFK5W1vaZv0ZOk2e2l356hLj8NkCHoJ+fPzb+d/wA2fjpkkY+VPmz8uQt8si7+K9gSXzgSe35QWvjbHY7I10oH+Dja85ZQmgwDLff96uZfQLCxF2lwxBcEQfOWE4ThxMdNNNuk5BhxB1rJ6OkEXbbxttgmnkyxdhpttpl2AtNDtbWpiwc8B09Ww+A/mKYsHPux6ufD3ZvZt3CGYGQIBDuuUzHVZZz41dbjqMKkATMFVOeWeYPAVVT/AEgHeVW/wxbrjz/8YT8ti/8ANxZ8MdBp0JpR3MevDT7qJlPOaZm/B1b6joDl7E7K7E0j46JzkdwjMdOAgcKCgLrcQato6RmSbT805OCKhCK648qUd1Ji32XrqxQAYsHP7PVz0t7imLBnl3X9HPPHHlao2e0CCA8ggj8rdOYzGRcg9hyqTdcgglYIj7CafyeQ8KKYsGeXdf0c88ceVoQ9TO4l01zknks6o5Bza1B6FNRsTm3qjGEw9KkdjA6bG6maNuFA6qxZCnxNou+UFBQLOVBWbh1ThksvqXxhUiQqsqZl8cGbymLBnl3X9HPPHHlYpiwZ5d1/Rzzxx5W0dFcAOoYAyJ1BG8EZg8wRlI0NUDFZgxOR5jgRoar3Bue94IbNtEFffw6y30FM+UaKpiNAKHD0aO3pl2/cG2jMwi0wTBk27Fw9dgScihuGU0y6E4Wa8v5ESvTeh/cvaVNFczj+oZ6vTc1M6o1Uq9KGdRWpmNGpix+lODRJlNNu4U7SeQT0Jsymh8mNrD9wqxYylPDSOzEoJBs0ReS7UxYM8u6/o55448rFMWDPLuv6OeeOPK1RZtghsJJBkFmZ4PEY2aDzEGrG45ETAORgKsjgSoBPfSUxYPDu9Xxxx5WKdA8O71fdx5WWmLBnl3X9HPPHHlYpiwZ5d1/Rzzxx5W0k8fPkCqUlMWDw7vU93G/IpiwZ5Bi3qe7jfktMWDPLuv6OeeOPKxTFgzy7r+jnnjjytMnifP7B4UrFY4hn55wVF8H/ABwE351wvEENfKPxb458Q+XUk2l/HfinlCvxr4r8b8v8W+NFvL9gXXxhz2vKMR67p3d0fpX2lgxpo/DCE8fLzQi6ZHz1/B7+DTs/OpOhpP8AkX5uDGswO18Q+b/lvlH5eZ+NfHBd/ES3xcW30mlMWDPLuv6OeeOPKxTFgzy7r+jnnjjytUgFlcjrKCAZOQbDI1jPCOzdFTiMFZyJBIy1GnPfSUxYPDuz5lvq48rJTFumO7PmfWPW+zqYsGeXdf0c88ceVimLBnl3X9HPPHHlawYj9p5c+XnKIrl/V1o6kDrnk8YkPqUhE/GssjcRIcUmEJOieJYQMPFqHGzDxIM/LMKKKOsMOy7w09aaLsHWXD+oA/YeMs9nbjveJbrVO13JmjNERpxtSWSNH05YXmollHkvXsyW4yToULohQjCTZl/HkFvkBpsqiunTUQPhiN52novHiW+bYaF7LHToHh3er7uPKxToHh3er7uPK1WVHDBlBxBQxggkIQygkEEwQSM954mJDMIgnKY3gTkYByz30nZ6fe2fM/uZ67JTFh8Bzb1Pf383UxYM8gxb1PdxvyKdA8O71Pdxva2of4fDie3hnnvNRTaYsP15t6v1X9/NGsnTqOrbStPvTN87xl/+HCWUTS6+e3zeGK/mx84yQk/lj5t/LUN/LXxPtC8+Tvl9J+MU7Hx5x6Y9M06B4d3qfe/KxTFg8O7PmW+rjysLBgVYAhhBExIIAI1kZE9ncaDIgiJBBGQ1ER7h4CuO9Amk/wDQOaQJH6Ufn6M0PwNQ6qoHz9+awwT85PlOK16J/jfzW+cMXfI/kPl0SPkPnGqeU+K/GfLO/LgXddgdnFh/uWxbHdXhbm+mLdMd2fM+set9imLdMfb5n1j167SpVVVRkFAUCdAAANSTpxJORnOhzJJ1Jk6ZmQfh5yqOPem7v/8ATLtJS1pb/Cz+BX5ZjaCox+fXzDGY/wAWCD1F6f8Ak75sfPKA/LAo+V8l8cCIXXxTsg38VM1BgIrEHcj7z6GENGhqHvhAeoZIQIeSk5DQ0kjp4POSSWkJJNwQTE4m5DVDR0VJEi5csXdhZh06dshYA2s39np97ep9vXrsdnp97Z8z+5nrtk9qzcfGwbEQASLjpIGYBCOoyxHdOtWV2QYQREzBVGzgD85ScwB5iq0v6THvVv8ArhTUh/ufD/Sn9FD3fVt0JuzNzpMfQbqjn3qvm5raXdX0x9QEAkoMipTieTbcvV5tQIrsPKrmIlGInk3pjNrT5kjDxVIZJNJqeLDnyT7460DnyDydWmLD4Dm3qe/v5lMWH6829X6r+8uz2VZXAYsplS126wBIiYZyNDGm+jXLjAqSuEiD1UBIlTqFBGh0Osd3n2cWD+7bFs91OFuSdnoH1dPV7/vj07I8h8B6er3/AHydnoP19K/R6j989Ejj58kVjg5geR+P4Z1qydUm4A1CSlmJI+aiQ/XpbzVhJZgiN0UqpqSIYVIbXyjRFVIuVdGMEVVOeGCz147ZNp5wqcci123D522DLTMe2q3dTSxnlu0T+7MkxGJnTzK9w4gMhBsRnERXnCahRKgqaCLM1oi+Tl6N4YWIgaVDiYaTgMqEYuX5Fk+BqpxgoySeyt9nFh/uWxbHdXhbmUxb6uFsW+yvC2K0e2j4sSg4kKE6Eo2q4hBAOuR1z1ouNSIYiGDDIwGGGGg5SJ3jQQa0zp3lL+APT/IuRfy8EWfgWk7LKU3zp+SvkL5y/g5gpDg/5fFE+PrPyN8s/I3yj8lCrqop3xkSnyke8iJp5uHs9Pvb1Pt69dvSnT6u6nDu+rYp0+rupw7vq2sAAABkAAAOQyFVKsd2vxj5+/hXn2cW6fZnzPrHr12KYt0x9vmfWPXrs+mLfVxti32U4WxQ7OLB/dti2e6nC3KaiDw85fMUymLfV3Z8z6+++xTFhxy+3zM+PG+zuz0D6ulfo9B++DshyDwDp6vf98Kim0xYccvt8zPjxvsUxYccvt8zPjxvstMWD6sW9X6re47OLB4Bi3q+4QvfNFKSmLDjl9vmZ8eN9imLDjl9vmZ8eN9js9Pvb1Pt69djs9Pvb1Pt69dlKKYsOOX2+Znx432KYsOOX2+Znx432KYt0x9vmfWPXrsUxbpjuz5n1j1vspRTFhxy+3zM+PG+xTFhxy+3zM+PG+xTFhxy+3zM+PG+xTFhxy+3zM+PG+ylJToPh3ep9787my0xYccvt8zPjxvsbKV9emLDjl3X9HHPPHndKYsI2rjuv6A/nEb5rdadB8O71ffx53SmLVsPDPo+oNuea3zx8+vawndn3dnz9lNBnA9niHDoz+5jYPZxuFbtp6PmjUQZAbZ9Ea/rdOVa1HNhrVp1K0Ds2oNbcgZCofixxelK158BbQAp5o0sOOTLNR/W8XvXN8VqNhM7zEc9COY8+IjCeB8x88+HjDAZx5o1FkOGfOZuH4vHdnmFaClAt5o4vaw1Fn1B61uNeOaivZr2fNtbAZsyP9L4D3jxqNfOaAej5vAOF8s+pjnbwrUdhn8fO6kbz5GUb53jh26wrIDy58M4AKeZcOHHvvd3Zx5o1qHAb2Zv+tjzoIed7a3411za55HbvKR/6IPUGzGP4PfnjD8DtNQND5eJFtlbiZwpv0xppNMKKSz8SFlINMv37Jltt0206/FNstttMdUwlEidGsKwxGKOwZBHiyHkeJktk45ZcGwTV1NJqhEDbljyzDkwBU26B+6ZfPWWHvbYB42AdtqgYF2QNmIYjWAYjfIkg7uypgxJ049wjvjQGOWtfeBmzNr0AcDzZH8jFL0xyEBoApTHm1rQbhYaiz6g+37B48YbwTWnB2710qTC1XR5BkSx9C0uz8DkVCF4RMpZNePtxvGsPQOSeEn6y2WTmWSR6IC5wyD9+yLRRw/Zci29adsN7p05TnR9SGn6RuoSH0ZSh5BnlKSXM3EVAWXhV8roqVMWE0eL09KVHpHypN6oJ5NXdFTrwo9eFWzLp604bbdCy01OJcRSRiChiN+EmAfEVEEx5EQI8Ac63JS4ebxERtWzIMhbzMZxYBtx2bSwB2RrRkAt1Aa+hyxke+4i6nqjcBHH5Qs0+hmoU48aCIDeMvdd7ziXG9KlDMOcMtZaxtLNIl1NAzK1QSY5OoR9RUFMnC8NxO2pE3iA/NlWCDRWIyxZlh89ZMC/LvxadsuxdtNiyhlUmGYMVGeYWMXLKRrUwSMhwy04Zxzzz365VJfQBoPZoA1HGa9kMdjjevCmQ5p2a0sFhCtg5M+pfZ1MBTFLU5Cz6l6e3lUBzFzow3nELax9WuuLSeiSlX4HV9EkdmYGXoyU4oTllOj0w6jWMYNZUUhJKI5I0iOW3sGvz7Tg6cPNsOzzouDx406bet2NwAqpMFywXXcA0A7oCnXdxNI3AdpPPDlI3zOW4c6lAoNA829A4B9IWQH6HG1ArXGeIDNwqA0Fr7AZARsxj39+z+ziw0Hshxx5o28zFbcuFAtWLKYG8/hWAd6hI3dcmZSRAoxZO+VqvNFPm24idNcQ8gk0qDJwRi2knIXeJDxTOmHzmUJ4iwZcKjp0y8Wir7yYsFHzt9q1xUjE0BnCA6y7kYQInWY0gbyN8AZ6TGccst2/LxqUgAoAWvTNK57IfkY7g/uuABoFAsNAx3D+R3cRr12TsjxZHIUt0ZH8gb16+OBjPldvOJcTR3l8+92WmS1jZMmPp/liVmguzHPnUJ5BK6mm0uT6qwmpJIuZbXnR9l1OFIdNtnCjpx5RJURBoWXhYXh3VMIJALsEWZzYgkDLjFSATlyEewT4ZnxqTGg2Gg0GtbcQpb0P7nfs3siFLYZpjA1AA/nY8acw6c3dnkzgADHMQrfs8vr4cdk7I8GctMgFgDHZqNOxiw+IWDG16gg5Zc9OIHxy7e2m9kfyRsAANuI9n9zG1+odObOz6uKBjiPZr/O85tcQoNGefoLNR9ELtWGgUoHZAb9jF7bcOalN4bpl0nTy01ad5zL8Ro8zNWUXpkEyaIJEIqq8lqq+rRfC8Dk3CyrkHDZVALNL8Xorl4aUBduXZd8+NC15Ms+7MMyoJYhRIEkwJJgDtJIA4mog8DXbvZHgFcUt+9r9C43G2Qp/smgAW80bBUK4v2fUGrI1AKXDqPH0Bn0bBmo2rYezT+d4vx8NmdmzNAoIjWlP3o3/ABeaiGb916zSm9n0Q7I91P3tBDzOo0oPHHNADjQbj1wPZzRm318KjiruzkRZ4gAVvarIfkVoNxp35vXGIxjWC5dQ6fi6YMXQvAsJo7tl6rRRGS+lQxDqYw22w7dvFFaW35FMJO2m2mWGWzJp0y020DID2hABkGDJ0yJJ3AEEknTtJqI/Zu3e6MqyUAwFB4fV2fV699woGwAVELWAaYxjHm9eAjwttyJLzeBaEZtxU4gaV2s3SxMONDplkmnQpBk/ZVxJEaqYbbcu2GEZHSYmNH1oGnj106B4llzjsXrx268p5RtllrrulgClK/3KjZm9eXhTjdGVowsGgR1TOsTOe73RGlTpx7+wUUqNaVAP7mLZvTPLjhLjYA7+61qdkQ48744DtHeT3kUpzm8dVN2e7gaYjE3kmVLqbj+OW3ENBLd4gvUVNWgT3RhlfGJxVwcqTlx5NuHGCXlWHggd7IMi3IUZMOSRUwcMCLDgo4fGX7YMi0LLlw7F69aBllkRaEGGWhBlkBFqgAACNAGVdXnAwIVijHgykSJ4iY7d/FEa7/w05GK9wZxb6u7kHcNacrYqtg9nC/S3oiGa2H7AqPIWjDXRpq3gUsogm/pajZQjyAoXjtRlstKylCEWQY/LRelQ/DMTnU5lMjFERFIw5dosXIRlk8XLPSLx4beF3ZhowXMu3XXgM4t9XdfHdjwxsVg4DqwKH7JUgg5jOQSCJEeIpSgLPX2+z1R8B69dgAAeFcc+nq24+HS6AyFrceXdfHdz4WxVAZEMB9QdOl6/n6hS3YTu3zw58PZPHNR2aYDPSnK2B+491FoA0qH3sNAqH3ta2yhewhfpxx6vLv4jmobaWlBqKkNP9qMmZHzfl3NgZdxA1CkeswBFaPE4wfEzAv2W0CIwSTBoUlXdiVMg2nnfImWBcvO27DsjSMQkKSA24TmYAJgTJjjup+32j2Hf+NbnC9hCo+NcYsF+6vDYpUAqF658MCLOfZm1ttazcnJKeQUDKcz52zFg2VEu0UwmlFiN4+iBNheGE0ysnyyUkuDy0rPixEq9UVI2VIEmHz9gTBsw4LuwaePWGR/FF03oZQpGxPPyG35KO4NR5TrU30E2gKhZtOjOGU+DzEZpRhEWnTs4UbJRClOnD1NVHbBks0XOOTbDD50IMtCRmMQkQxG8LvMa7iQY5DOo038s+OW/jn7RW2KXAQAbjS2RrSgUoI1x9VQtsAHClq8PZalLX41HIY24D3aevKH95FpbRNT0My5WJXJC3GEYQk5hJdXiUSKLl7CCi7Tn514pJ6cmFRYOvGxeOnLJYWnTAADbxpoaBu6ZmrnTjJucMopAzNmohwjOKfBhopKOBFAmuPlWOTDB52mtukl8RSDic6adnnjtw8E+eJA77bLxsQdD29sRctsq3AwwNhwmSoM4AIxEGWnIGD36I3Z8wdconkR+lE10cAXCgDVoOAZGw/k158s8dnMh6Nrj5tgryoAeZnFaAOb02aABagYHhytirIhUaiA5yFQDjzpp91bactVDyY7nT9NNDma9lHFrcDzHYRSa4VGFItdtG2HiEo/LKSmg8Oumk82DYFBNOmBdD2ngdt2DWnSKMIJhm0EgFioBaASCYnPKI5Vnhz5ZacyBO/LPL2510cyHo+aIhXs4yFqBjqFKiPCgBS7gAPNtzZH6qBdnupjhSu0ZetDeby50ValtEmmaMJbRvGMRa4Jmp0soKiSGjqEXRYMU1GPpdQAwpRO4VTBc+ZIuz0xk4+0wkuzBgSiedYB35Zpwy8k0AMWrevfjFGO6tOYV659IGZlVpKEBhnIJAZZ3SQQcqQRGWscjqu8Dj4Z78y5kA83zeFLByp6vIOnCw02AAKBQMAHAeHZD8kPrpgKV2gWmT8JJ3WUppix9KyM5jTRJxhLSNopgCLChOTcYnyhWJINXDsOLxYoeLFWi5wu4VE026cm3AtODLpll86EWG2RHCw+FE7o238c+bNq/5SEccg/7EGl61zWm2B2nZ99+1Ombru3a7qsFbLqtu4/c5eYI3ZWHwALWCgCA8eNK/RC1OfZ9tbNFkAEPNzUMZwNPRCt6UrT27V4w+FFbo61ZnzaxQaSQjfpSn+A+We4fbYHQlklEqGiRGli9bTF9KTFpPbfOhcvmiCqUcHijT10IC06eNF37sXjsbsNC0wNRAdtEu27k9HcV4icDAxOkweWXZUhSInh7gvHgR7q+oADmlbAPhStR7I3vxr7NnAFaWDiFg6AIgFGbhXOfZw0RqH1N6f8ASbLszNfUhNiDpQQAVNuk0F+MFL4oyoKhhlt64R0JLLuTKxEa0/cuX5hyjICcpKjwsXMmWCbTgs/eMQ1qvwkzQoom22ZHSf1x6q0dw+euTUUae9MaoroJVpy0wDXxhuY8SS1VXYti0yDLApTTxgRZB87ciIVh71q2Ye4qt+iT1u3CJMc4q2GdJ4ZZDdr4AdhqwayFOzYMM4vSghUA80McaCHCtb0dQLUAKhUBtzoP5GO8GaU5bQCQt8JE3eTSoRR55w3qv0hG1I0yTTWtTOnKJocLnWnguxdvnZiXJ+ZzDgoPbZF4ZOCXdFnVTBtosWZafBNxKebcsJ6y/hqasmo7hWZsuIuJ/H4bjODFgkvICsWZetF37JY+RbeumDRIy6fE1Ei+F0dTT7h+RPly5wu/cOyXbVyQlxGIEkBgWA4ldQO0VRgRmZht/bh36ZgfOtiAAj2ahTHAONOHk+7NePXZQZEQ9HgFLcQFkLfiwsAWr48aAANAoyFaWtgQFkAyxy6BwoHLR85tTumrTh82g1D6hZGSG+ePyx80PwzzZgGVwxV83vkkV8Yb+e66hiufIYraL8sCl/GwTPldLA6Bf5QKeVuSAJJAA1JMDxNUAM8dMoJO7dlOvYc+2t5AyICFhpUa2rSzIh/O+fsrz2UAwNBGoBw50Af537eOOHHhwN53u1rV3hehrID/ADWUg6X7Pap/F4HABr6Pu+/Cu8S3fkcRLDsFQVro0cRhGMXLaVDMKQlC2puScQxNE8SLh8ulokPw8gpMaG1VaXFlSNFk9KSU0oZPqJ4w4KEy71++dsDn0qR9tDpEMDOkxnnqY7KjCeB3bj+H4V2MACFPNpitAEaUp6gZC+eedlpThwEMVHIDfzftAcbRu7zXeaye3WsoIEnLOeA5kR9D8fTILyxTEyWJWFjKyTWDMMRFFTB4+7iuIoXJMpgEoZOF22i5x+aA0/LMgVadC9euZJADFQDiOA6eqH5h7+FBcUuVGbKFxjPIHMa6zhO88886EZA7jp3RPt7+NIABW4YEe7AeqAfZ7dmiHo1C9L0DFQABwzwHvp02cAUGwWDs/XYaeaHtoIdeWyCzUAsHDpgQ5sDilrBbkG1lMETpz57+XGpYQAdx7BqBuGm/2U0GQtYPo8LUtjzafWGOPFzIUAKhyHF/NEKfRry4jYAwG3w4mWWIZhuIIjbLNG3cPoasttlGHgOWzLKUQfn2i7L0XLYOmnwOBdg9FhsGBa7QsNAAhtHpur947DO9E03r2ouFJWrkpExDmxE0qWoZiGI0+KD5k1DUNwVEb1ZBQTUpKLui5piMnRR2UEs8eOmiD182/aB+yw6guodUxZuJAzzw4cRnMCJEkyc4z1qIME7hE9+lSUAziwWAe4Bqz6vClhoGAsOQdTFgx0zbp06d3L4sRrpGFofXomUmX4psOoyquqDJV2y9MiRSCL5QNAXdNtOmHj8XBZ4Dp209dstvOyy08ZARaZ5O0Ka7ZGbxGSJjUBp6CMvmAXjZegFpqOofcQytNrsOEkY+pNMJrhUV2fiIOV0kw4MNmWG3r1l+HkWWGGG3lcShgpIxEEgTmQIkgcpFRBiYMcd3jXZdOgfenTp0wHsKdA+9OnTpgPZxNqA1+yF01ajtMGlqZARsM0dXKyqIUpAh+HS6pDonkc+kJ54YmV3qsSeIrl2+WiTbDx2SPC8deVaYYFt2DtrVmpzeRQ3pp1v6M9E6nKxcitc1jPV50iR6RiUgmJUEfIJoS5gVVEMJRs4rg/ZAHjkCh4nRrzG+yAeU2qXQTLDJlQ74ZowgxxxDxqQpOg3E8MhrrwqSymLBj3dM+GMcimLBj3dM+GMcl2KBy2vUUlMWDHu6Z8MY5FMWDHu6Z8MY5LQOQff+8HhslOgfenTp04W5KiBwHn9g8KKYsGPd0z4YxyKYsGPd0z4YxyKYsGOmbdOnTu5FOgfenTp0wHsUgcB5/YPCimLBj3dM+GMcimLBj3dM+GMcoVYp+ERbnWConiODYm1fgmRJCS8rwzEKb+h/1RnPk9cQVB+lKxL44nyRNEDfxQ+UMOPjJE0ZJv8AyYPSz985bYeD8H+CSNy1+3ND/c7arun9Yrp0wHsy6ez/AGa1/dE+dSLbfotu3Hly5CpyKYsGPd0z4YxyKYsGPd0z4Yxyx+E4oQo4haGY1hc8CpDMXw+jRRDqn8VOEvlFCX04qrJB/wCJqJYooFPjaebLmAKnipU447YOjJdy/YbdsRwbuneZwxvDIs1bwrDsp12Wb3SbN8JQrBxaidPiJ3GSgClGCa2sproikJjSUTZahB49YLGmzT5tk87ZFpgXDQvLl1BVSRLzhHGBJg6ZDOq9GCCRJiJk7pA/Dv7Ik/piwY93TPhjHIpiwY93TPhjHIpiwY93TPhjHIpiwY93TPhjHK1Vwdnt5fj4+BTFgx7umfDGOSAGLBz+y+LD4e7mPV9q7krobkXEWovUCqrSJLCFVOG0hZUofh8/E6m4OxWtkofRgdI6Yw2dfsPVM8WcvW3TAg4dti+eADthtpnkzX7vW5Q6CNNshNT0Qy9jqaED6hozgeEYNT4UeoyMtFHcfwGtzBQlpXcxCYLOnBVlIQ23Bso7beHHBs05YB02yw9FirOiziYDCAxG8KSQDAzgkETGtBbYxGcmBA35T4T7uNSn0xYOeO71bD4e4piwc8B09Ww+A/mWmLBj3dM+GMcsfieK4WghCPxRGkSQ/CEMpLgTCrEUULCdD6EmFwFkBfqCurPyieScgNAF4ZMOmAGlR5WquE8/Ds+Z8PD79MWDn3Y9XPh7gAxYOf2ernpb3R0nN7xuuiKsCK/1+6TWzgttO/LE52wMopPaYaZZERX09WMoQMVEBZeCog7bZAW2GhYZFpntiW01pWzkhkpGsoZkwBNWDTwMiSi2W8Yw7HMMnAaYYeMiVXoYUFRKMdp20y2z5E212mBZaDzRAQqGViQrKSNQCCR2waFGGqkduXDj2jyDWfUxYM8u6/o55448rFMWDPLuv6OeeOPKy0xYMe7pnwxjkUxYMe7pnwxjlaqwR57D8RSUxYM8u6/o55448rFMWDPLuv6OeeOPKwAYsHP7L4sPh7imLBzx3erYfD3KUUxYM8u6/o55448rFMWDPLuv6OeeOPKxTFg54Dp6th8B/MUxYOfdj1c+HuUopiwZ5d1/Rzzxx5WKYsGeXdf0c88ceVgAxYOf2ernpb3FMWDPLuv6OeeOPKylFMWDPLuv6OeeOPKxTFgzy7r+jnnjjysUxYM8u6/o55448rFMWDPLuv6OeeOPKylFMWDPLuv6OeeOPKxTFgzy7r+jnnjjysUxYM8u6/o55448rFMWDPLuv6OeeOPKylFMWDPLuv6OeeOPKyU6B4d3q+7jystMWDPLuv6OeeOPKxTFgzy7r+jnnjjyspSU6B4d3q+7jysUxYM8gxb1PdxvyWmLBnl3X9HPPHHlYpiwZ5d1/Rzzxx5WmTxPn9g8KUlOgeHd6nu43tYp0Dw7vU+9+VlpiwZ5d1/Rzzxx5WKYsGeXdf0c88ceVknyTy58vMCFJTFg8O7PmW+rjyslMW+ruz5n1999nUxYM8u6/o55448rFMWDPLuv6OeeOPKyT5J5c+XnKFNpi3TH2+Z9Y9eux2en3t6n29euy06B4d3q+7jysU6B4d3q+7jytbEeJ3fDnyPt45KTs9Pvb1Pt69dk7OLD96Z8z3gN75q6mLBnkGLep7uN+RToHh3ep7uN7WBz26a93OOOZ+JhTeziw+A5t6v1XDrzTsjyHwHp6vf98vp0Dw7vU+9+VimLB4d2fMt9XHla2Ps3cOXPmfINRA4Dz+weFM7PQfr6er3/AHynZxYf7lsWx3V4W5vpi31d2fM+vvvsUxbpj7fM+sevXYHG/lw5c+fhzBpA88o+Q8xTAZxYfAcWxbHdXu5pTp9XdTh3fVt6dnFun2Z8z6x69djs9Pvb1Pt69dpxDzHLnz9h4VGEee75e+vOnT6u6nDu+rZKYt9XG2LfZThbFPTs4sP3pnzPeA3vmp2cWHwHNvV+q4decyDvHiPO+owDyTy/Hx8PPs4sH922LZ7qcLck7PQPq6V+j0H749Oziw/X09Xv5+87PQfr6er3/fMyOI8/tHjUYOceR+Psrz7Icg8A6er3/fCUxYPqxb1fqt7vSmLD9eLdMePD2gM4sPgOLYtjur3c1RgPkdnzPh4edMWDwDFvU93fyNn06fV3U4d31bGyoAIOYnT3rx7Y8mvqUxYccvt8zPjxvs2lwtwDh1D9zHxrw4Z2fTFg+rFvV+q3uQWcWC4hwDFQ9T7ac6hw8+vepghx7I8eHMWQv+KuPjUK3EB2Z2a5ZGvnUsOABkAD9b/MAZuFbvBmweaGA9tRZyPku6tRrmtbjs0WcAAWyFr3Fn9y7r0teg8NpXXllPZI15VEDz3fIUwQpSgZCtacQBmgD+LEK884uA5FoMjYBZG1Bxx7IUp+Lv8Ae/AXdnFQt5wXDusP4rxERpmtLjtG1vQpgbxKAJBI7W7VlJAs1J4RbHCZBao9jM6nsPJewytEzrLUwUlJiBQh+E1V4jqDgqXOPYoWhSkhg8XUzSDEhNydJurlsKFoJAEwoLE6CAJmTpG466SUAefPAVBZ8KHmpE+oYrpr3Wum1BPzS1EzAixX1HxhAkKNFDiwlwRK+XkePIeSFFy8bYZKnYrZNxREqeUbeFzXxeBirb0WC66mAfmN3Jut6C9cW77kZE6UrFHkz5SQXDElp5wq28LulyG5iQAiEoceqiglumnrwmlR6mpZaNIcf0Eu9JKr5M8owqIyuQI6u3Tm6SUNGK5Huq3VRMoxqQ3hGoAu09m5OBTMGVVMg0gotkzZ+A5enFMqXPPyIvSCYUVoheEUd2dT0RFQYfQIbhlKcpxvlrWJudtUElNS8T7wHcxzfRJFTujl+2qzy00xWJYtJmeJp8ofKyq+IOD5I5DCceiQ60aMqkOxGSIpbtZVD8TwlHEvVjtNHOUC8tw3ypOKFe0CMS2xhwEZ9ZtSyzHWgZikbs8t/gYHI6ZZZHKt6fCZQANzZqdGlP4opA3p/pgpY+qHC2a9OO3e263di3uyt30yAiwLeibS+DLbOWBGSUEsg2FGQGrIjUL1tZoLDtwbvx5TamJz7lWZktmYAUJz6m1pL02P4wg7TpLyNYkdLsapU3JYK8fv5ewKQbjKM3kLpb0msKJZkycVjZFAJNn1Iyyw6ftsSJbt+FokgHd46GYOjqHVyC4ug/SBp2h2L4Wi1IUIciOFYgQZQwgnLqFEiIsFCamhrKKoFTJFWTFMsWOpxwu/KnHDl85eMhqsnanMEA2E144zlwkb6AROXLPhAHwqG0/uJdWSWROKahv9N5iUIJ5QwePG381JnO3BYoUctGDT9621O8AYdOHDDb1400IAyywIjYNoF/g/G7pnLrW04zui+VW8x1b6My8HTxbh5alxp9jOLoch+JHx2BYTUyMdr5GHZiwmXeLiiw8MoImjBI0+bJQ6WcgebduAdOZ498HvXU+Mk5c3Xu7nPDqB1wakgMybXzMtTL9Sh2R8IRYTepcbqSpG6S0wkE4zcoD9QJvnpFXB1LAk8UoyjBQRTCEnJitwbDUlZtfBhp3wPOtNRo71D7vLUNK+VsA6vlKEiLZ9alFPyEE5ynP5mp6aYaclyEPri+qLqpBbhaUShFQIxTEEvzyqRW0uBjanzXFsi8pVWNq1iF5g7kKXAC54p6pAx4TkDmMqCd+enuHxk1YN0aIss93zLuLZAaid5qOpeZYzJUY2ORZqsnogszVhRLiGEYJKJkCNk46mNEa+nQ8Udo7yKUgq9NFC7byLjx0sSZZONGzcNW4dXkKKt7lv3YkhhaSYkh1cno0poq8gqJNYRVhMOTtnc+KKCWqJ7w0RUCJpy0y9Lmyj564fumgbdPGmBAdu8kjQNuJ98NEkXa1EKBoM1ORnMMYWezGi+G59ag4UX0pSTYPRobhpHjmWcLTUhAZcL5aFIdSygIarB0OKBt0QaUn5Y4YfmDxiOX4PHKqA5G7z/fZSZlag/NeW0rJpJMAwJDfyosrfyFCUKzdnOjoCT8sRGfV15TAgmkyxf4+sqigpGvJeWOnDJhtt61t1um2YDALQuPgZXZyR0b5kkDdrDGDvjOkZZ65E9oj5V0PvmNCO5VlYtRxrw18w/N9WmXOdeQkVNhKWEw4jYjWasWw5CCFCyWgS9gUuqoqOy/JQ1DyUCofPqiMgEW/JPlZXLHFQm7Nwqud3DKZYLOI7hf4Olr+UZKGXRdVLxEt64PmzOZ/Djxx8aeHnWnkzBJyKW1sXDLbROGmV9o0dbacOmTbl6YdMDYF39OiLUrPRZ0J6ydKsAF53zJ0AzuamsoSAfnyxI3M2Gn8WSsjYwwhMHGGXCkfIqsp0wgpoJdttVWUNcOtoxNVVU0mkKDnfwhSHSYOYZiHdZb2dLm6w5ZJG5ek9LiWpFncVNugB0iE1l/HiVEJ4m+Mi7duVMIFLnXxd4yZcobwRYcNrlqyb1wXAtkDCUYWlY3sQlnLsrj7UgqACNSTNI0gcN548J4E8so4VyJujdBW421KRwk6h9JUAz/l/qC0nzPhtbiyUE6ZgxQlTKlPH0OqjRxHGL4JfqqwmKaG9WkdTTWDTg6bKPjyQqJKk7TFYkaT3HFcca65dbvb4TJvCp2zOlnPCasPrsi4LlqXhyQEGoUcxoWVVyWGkeIy6ueSIgi6CiLmGyxWETxQ8fdqr0y5UD6SXdkHrs0+flpZ9zZpS1XHtZuuveeapJNGtLj3V18koEt9OysedvovSocIKaWcMRNHaa5Kk20lXZLw0hkywq5JLX1dVUYwWDiEjEDaW8U+ctIIV+FlbyW2NJCLbuhDQ9ioD7Ldw7VKEW9mwqtlm2oQwt4ZADhHNskEFlg4SRrwqBr3HfP6PHnViXRZq7gbXJIOHdQ8vIEmxLeGIkWomRSsJzrhhIg+YJExCqyZQzj9TQkOJIuTypM6/KtG0t47W37Zkg9cGHrss22Lpnq4GceaNaVpQQ/J/c++mf3w2qjIV7NQrxHjWtPVz7RHv2x+L0I7E0JRPDiXEKrCCnEEOrSInRYhMlRW4YPqqa/Ik4iRmTxUySFVRH5h2pJ4HCxgqJss6Aw5fORbYa9USFAY4mAzIAXEeQmBPCcuNVI04yCBpH2RGWkZbtOedYdOOdMpNPcvF+bE75hwnK2XELFRMrkXxosFEVHJg0yIuSrp8aFl4eUzzbHkExIT3ZtVVTbTsmmlDRt66ct0RdWSbrp3308pl7zLRXAkQIUhN30XhJzo9T4lQTLmL57xdLqYJONIrW4CQmmG3SpFDo0XNRYfTGnj/ALJJCgeXDksajM8puiU4ktPg7EJzDjpCm7vN9YmoLeJR0iHG1BMg2NF5cgmSiSZevSz5ooWhJzEMRL7Sc5EoXdtpyHE0IQ0qugfO1eFTRZ98Ud2IINgqD5dwrD0DQDC0PwVBcLJpVEhmE4VRyCBDkPo5F2w5JpiMjJZQsnppEs77LDkqULunTAV7LACI9rke3d2kYbo6G0MwgYNcZo6pZh1VCnPCCSSBJqQIzEE5DXsy368eGgqOPdl703T5vJpRJC9Bq4kQhPyH0Um4nbp5V1F2WjqXUWlWXZNfbIJR9gsqRDAjas7fjD8WkyrRd6TbLEl1yixI5UkMjJ4AXCjOAt5vEeyNvMDp3YBka12hn1v7jHRnrKjlqeaIxG+lrVE7PNLJXUPpxW/mPFagug5By6VotRnBf5EX1HsNtgaiAi7h6ODzDQOH8XiXYduWep93tpa1BaS5PLkt9RmsSYetSKnsZmTsKzImIlPUlXQ4ALJCOnIUMP3agtReuqao7OFlRVW11ci5fNqRlRcu2X7p2Uq/1tm+CEuqrAD9+RgA0RGJD1lY78OJZ3gVTCDp4EHKSN+h1HdXd4M2YAWeuLV82mGM5rjhXhtToi6UL/fjb6LVNIDUrF8ZFNFG7qKkkNBkXCkRHYZcx1MEwcdQ2bXF40nCwZZbXlgvGppQiROaKREShZNheFkU+mMH1RTeXGaBxAR4BYR/JAafi+8eNOAXvV51f6U9cW733jkbb0zd+yef6ppYag4aJIWrrSshnWycdGDZAsksGYrgIk4KnVBVMKRtBS19ONQ+jxTEqPFJ+JihiGVSFokMtJ8bSsi2SrPaW6pvIoJJQA6qslkVypIgyBMGIovaASIHbl4ZTXXWor4O9uup3yoNwBCGnpEkFF5BKMOYJmrKM6tI0WQ4tMEWC6YoLbs6on0+PSTp+5LPVMlFxZUNnGPjT0kqJisaaVmNZ/BztVs7Z7aVpuSI1HRCcjWb+iidy5IJQjg+omFpRiSE09xWHGFZcOOXZ1cUYeUE6JYbcLB1kTyjDyVD5lSbfqbZww/0vMXfZa9J4wk9lbok3QGtKH9QMaphpIT421DwEdgSV0rz51w9LDFJhWVkgjDy6CQ/bLtJ7uMIil8jtHXjt+oPDjgo0iq0h+5q3cq1u4tKZmB5kxMUjnUJOOOVWck/4uIGTSgnPo1XihEmXhtJUzzl0cVk2Gk4m7dv1gy6dPVuJFCI1t05LE1MqUL0t4DtFt9nQqgRheYIbaPOHAuYUM6nMRosg5GpMwcWuRWdefZ2HhUYCDf4WXGdv6CYoNO6A4TpW3LNs88DaPiYQCHF8WhBlllEVWmmmhCgABF8ItCIhYACtRra964q4IQf4bKjMKZ0Sk+eBgOEsebxC2BzYdp9dSet3RzpUOIcKaoNQEtJNn48RlM9D6THq98iv4iRir1hNVDBAPItC+cF3xlgsZbdtstO2nzHo9pgR22dlUbSWIRRtV5QWOET1RmZ37uEGobOMj9kefbHbVXz4LTrB0kae9BM54Pn5qk06SQi5U1eRtEqZC03p3S0lrEajDhuTUh0sqvkEOM4lRlM4iGVNHV05wqlyrwg+PpaiUdv2jBEy7d2V/0znds8N4Roe9urGQvTnHn1V5hz2g1CX/wTb/4/0S/7ZcedP9FIdfz9Hfg/+Ca//H+iX/bLjzp/oqHr7ueFh7tm0loXdhIQRJvsCd+cLE68fnJgkmG8Ozn5kd844bzjdth/88J0Oj36sZCdP9HnT71HbuIBC1Qp4jy9X6hrS/IQ2qrfg/8Agmv/AMf6Jf8AbLjzp/op7/uF7DOnXV9pi1cJsTq+midkAzqS4KOpqbFZ6A1YFcsgn1dwaMphRQesunbLl+dLkjT5y7AWmhduGmmgZDs9rrs3SxKu+zE5YRYuFiYBxSCAcoEROUzpnUgbp7x2fP2iukBZxQPq/e9PD2ByHahTuddX+s7TVGu8VRNL+7fjPXChxNq7ilUiqJ4YnigSmcQKrElaKyhFBNEFiXkZvFd8pk23ig7OODJFguw68i04eNNA2F9ULUri3sxyZv3DjIBkNqP+7F1Hasd2NGmuqHo03Ue8fnKUnfqgieYMKxJLDTXMhpC+QiStEpFw+A4rQk6dKLhUdHXB9OOprZgmYJvGHrD1plthocNslb2yt0jWwOmm4iBysqgAgq46x+7pO/OpXeImY943yONfo31+vjeEz13d03ZaT+3RkwdJ8sFmI5VGlud6/qShaYqXDJpImVC6ojEX8JpcqYXOH2ojVipRBcvna0WZIvlFg42wYduGi7yyDLkK7miBAoNQ3ZEMDbNP0K5AQGvZ+ytLDnNfzex6+dUu8L0PzM0sQFudN6JAMTxyuy5VSUTxfplmIbQSTqC49h6Ljjo04RoTMqDTw4UR3xQsLl00yyYfOmnosuwaaCw1DMPLsJ7oaHoWilEVoaieG928kw/EcOr6acRl5AXkfTEWTlZEW0hSLF1BKVkpRLmCKkmni5c4RNuHxU05dPnTbAZ2SWv32F17w+rIMboEOTPKwFQZZGYJzOZodBIjM6cIXiTnVXPcUb8TRFon0VS70pzoGb4zWfTbjc67YhGASa7DjTmPonKCgM/LD+I01plsfKsgcZaKAyWar5zwAEdund/1HMy5Zb2fdFx9JyVRmd80ITcxSswNKMotOYcMzAXy0bpIk4bcLr8odcJTZ4RbBk48KGWXXZqLtoB27p+C2hXdLQEFK/x5p1jiv+ShzX6I9PEbUrtojfeSs1dld4tu2dW+mvSNNHVakaYiESRRFENQC7MpxQ2pOouTjhCHFCK3KDEjEPmVIs7fP3RkUFXadO3YtiSb7TNccNz6jbJfEP63KYLZxW1DoSYl8ZAzBwiSDluE5Y5j9LU6mIynSd4zzrbIb0rfUVtuHovqPLUzD18f6BK93eHtgv3MG+X0vbvBQ10I+rtAmnCMfTo1LqcfOoVgWFCkbuYaMF30QlYjh9TVXiyhgJxFWjjxNZeuyosHGCzRgAdA0DsJxg3y29SClPg9mpCw/tgD1sCIX0ujn7Bxmvh8HFkDqVkzD2vGJtSmn+YOnpbnbqTKTRhmFI/TTBUy+S10lECgbcpx5+SJMrDhGNqDKa/PMEiQvnjLD5omV8sw6B17l6yLV+65HSZ3dnIVJQDTBZktEfaJ0MazGgIKgDKII3EHLNu3Td2GobdcW9H0vbzTem7kxV00DMRopJ/WJKtNi/8ACBCJeFHnxiNdRWn0yiAlO3CwsAdY8lDCn8bbaFx5Br4uAMvPLD2L9oANvNG4UHuClK1ZHpmuQpTapbv66BvYfg/NA/otoZG96j+iS0t+qFQtyH27TpbwGau8ElRBEAqe740uwFqjjhTis8Rj+G4+mFC8uycMwo7R2zBFcIKMUzAl4WPmX6ww6T3hIsdUH4Onwvmirp2w0+HWyWt3NrNwm4we1Jt2zJm0kRbBY5AiYJ0J0oQCqZAa67sxvgZd1VRd1RvOtGu7r1pb5QnqxmSrS+fTb1hqpiBWEyX8dxuCq6gea+o91EbT5qC4dXmUwSTcWIYO2VL4sJv402JUHwFjHkpzf4Jl3Ov7Y+K8gNBkHPThT+t6PL1ulNuSTc19/moGzJ8/uJdDx48dMvzZ06cm7pzMmzhw09F8YMmjD7UA2+MGH75409fPnrbTx69baePGmmmmhH8/4TN/Tb+QOaFhrb+WvpvvSmf4/wAGKBTH17Y23vWkCJjKgsRi2LaCesxcyQwGpIGQy8QgHWJy/OG4AcDw9nZXYAfCZdzpx1IRXkf8oOemKB/W9Hrz9m048ERlD8x4Jg6YUJmnihCsdwtD0ZQyeelDJF6eh+J0omtIxt6SOuHJwm8Mpp4s+bLG3LoyXaeC5fu3T1htgKvITM39Nv5A3oW4D/LX038KU/y/wpkLW4WttJrodnzvYYqYm471uaApV6doXgKWDStJhJlbNyBItNzCjNMB6BeX7LmEpmTKCGSbaeWLliB0whlibh6YcsOWn4OPibzotXrhbDcDkHQjZr1oAjXEzlliByz7hUYANDyzYH9EbgOHv5VEF8IPgJZg3Xxu7tYWoWTMUz+3cMnCrxDnhB6RDb6NYYg6IzcWqigvxHHEMNg0lvUlfRDsDGXJVfdOEKLfwem4QUTbQqBcmYmqk5vg90nGMHQ8MvNbOmCCoYZKuSCLDcXxghyNfIpVy6dtOiDUHTIcQMfh8qXYbB0wy/SiRJlplt26baFhoNuKDG9R3tJss/KG/g+c1DRU05eFzJYxrHgN+XMl3rAunzh+4eSGadvXT52007eum2WmHjDQsNstMiIDwvHqrNSZqmdWo3+CJyxWlxUfNP1NcYm5IVKXFMw0yANGVBaRtNSepnjQs9lkTRo0+fiwy7Y8p2XbIBl0gt3Lj2mJ6VgzLc2bacQIUDJ1ScMCcJUxqDFW1AndvDLxzy4x8JqXTVRvidzKiyoilGnVqZ07T/gpbTlROVJUwa7SNRjcasMl2nLaG9hOGCEVIosqQvRKlD0UPkiHqvRfmFgqUdvjbrg74L3JmeEvJMavJjxZLiMJMabp7z5JR3pVlLHBZTJLSFCzt1ErC9EBMsqtMm36AroZ+XMMpa20QLO4gfQMfVSz8+QfkzI6flbMSfMlFgnEkqfglsvIGidO7HxCKkCb0gy0Vkuy27boTihrTQ9XyotPHbp435BRd9t47dPHgNNO2Gg7wg3eh71hei+FUGI9w5NaD4eWokREhei1/q9gtVcwujKKmUKKkRPkxxI4q+UnSGRfP1N4QcmS704wWEu6fuW3gPGS3A163cusZthgi29m2gSXABxMySQBosACcR3RUiRAjOJJYbiDkB35zPian+ABsAhxEMZCw282la93cO3I+qjQXpD1ufMQdVUi4WnP+DL5zfMQYlNxEUGHPnoEO/OcCYoKwkC8+V/mpD3xgDfxns/Jbj4v5Htvhe9cBQaDTiA/7IArfsjjI59m0ZG8j3sOlndkwK4VJxrB2J5sxQkvj0q5DQi7bMR1MR+D8wQLGAfCVfJsLQswpFnpZUitbaZLlfJPi6UQXlsSaIe7LrW1tsbuHAILBwCIkag5EyMtcxlVIMiJkH82RvG4aiNc4+FQrf06W929ou11buCWMrpLQBLKBDS+nTF1VQqkKsSGC0QSjVZuQKjEfnL8pxAoHiJExD8JzSKOnhAwQfNlnp56y8Fthw8dWapobv8A3Hm7uhFF1tzB08Syk1DElIzlzGiBNxIJTojl9C0YjGKCzLldTESCzsZq6o8Zi0whPSb1xD6knsNNOzKgwCay/esxq6Q90JM/eXw7rJ1v71WHD0Dzl1zQI6gaQUuWypxhd0uSzTzKGvQNFhBAWHwPYeiMgowxBzKFDSg6IrYQ4kxK1GTfx+aUTpxTz0ba4p0aGYtl/ued8Rp2iObaMeiiGpX6TNQKXLpqcMvZxQsyrkUyXaCtoqkmn/nU4ht6KOUQ19IIqEWwoTZSUSPISTFFEfxMe8tAqu1x7SIl4jomZARbKjCouKIKB8myZc5Eg1fMgDExKwGzMtMFo0mMwNRG+uDPhI29e0Ba+NJskZZ6S59/hXjeENRJCOoiRPwWzpgX5OhRxLSYMPvVT5SmVLiDUg32VdcSynxEioGlJr415dkmJVwYfOb7asll1pJU0Y4D0CasnHEw0LhoHb4Cx8s8KP8AyTYsNssPAdPR8m0LDQMtdkRZEAptTe+FkyFkbKnRJp4W5XSYlRLZZUNU6WlH1aAZdwhB6meTGpSTSNtpxw/DqKmmzJFo2VLGhKP3zbgTBdw+F15Ryw0zcZiM2YIQ4vHijfkjZJFVDZV72HbwHZgqSfPnDzyb1026b7DxhhoWXjDTDQh2WmWmRENtrIcX9oxlS2GxmgKiMLxkWYyN+dUZQVULP50SRvwkzl3ZDtqt6HwUXdU1oLvUl7JwkOYANP4hr54V2gi+ECblbRfu2NKEpZyabmZssxjGmoVFlmsjH0dlopSvm0flvMuKTAFCLmHEdpwofKkKpQsG2jDwGS3xlz5FoXwPHfXG69nF8Ia3pUiYznzK/ecyllqhQXNpZlEdRI90zyBNKxxWRoPgaMnyqWbh3TmoEwTnxOOiJR0w+esmQMkjbTTsHTTlpveesDcob7/XvL6HpV6st5ZptmtAcKRkVmAgIX4FESBfiEXEkNbh0sr/ACpLWSUHLJryaNEiyT+IHVEwmNic+MPCTZssUfuOd1tXbRNnZGBdeo+G2BqM/wB8JG+THHSDWoxAiX0icznpy58vYatgR6H8Z2M/N/ytIjDHH5rGxHhn25oA3xXB+CPhXdhx/YB/VhTUC/8AqYSOxYb+G1kaYxcS0pY7LNiy02Xl1FDlppmtBadQwddtCzVhlrsiLIiFQrTIBjat18Ed/Yw5gf2YU0/+DGR4cAHn9+PW5/rmxyS8fbb+VYAHA/Mp8T8a3PNSU/wkmIBmMlJc/t1MnSzXW4tTEwYgIT0KLpKB1Zo+TIsrJ1xJl+QLrDhCMOWVAw4fPijs8y9bdPHrkGWmuHN31u9N/ZoakQZkdpS1MbqVdlk3HMQxs/MrK9PGPT7uJYgKpJBVdNLSbI0q5YcMukEmy6JNOfKOHjL8Wm2hb7LGY6rYAi/fSb4Wa+72j6ZUdS90I6DpeQPGc14IgFZYRFCd804mcQivki6w+bcm3fxZ09icUUkeOp5/5tpsFLZuHGEqIIwdLRTUO8f3cUHbjqH4D3oG7KiGYEqglFMGX8LT+kKtzAiWKpdTclnFsQsIj0oqG4lMLK4PyitKKUgKScpm1hOJulYpFcLuYbiWGXBlV5mHWa6BdZLTMpudMQwAIFwouEyoIM9YYoMbquJgL1QWghcGU7gTOp7Dz1Nfa1pJuqJI3mHwd9P1nr8o4o1KF5lzs/COuyJcxCXlWeB7NqHH8H/NdzFSJDq8wJaAnsLk1v48jk+1ERdXaK/GCbRc0/6H3qn7PTuPv/pqY/8A6wa25w3600ZqqO8H3Hk4tKUv0mbs2FspGseyTl3Ey2mwyjxusLyhKxZhxFV11VXIdS0hweKHmBfmza+mF3Ih5xx2FBa0DMybW8Rmzvwd0Ie3hmlSX2liKkeKosKS3RJfzIhSYxaLYfMgcfLaoom4VmJMRwmGE5RYKFHBY2aTXr92/beuy79hhp4wdgDcTrmb+zQxVmGS2B1niAxicyCTuk1YD7ByHUbKQNZ0GtXn9jY2NvQrmr+enuHtzBoz3lUkNRk1tSTE1moqgPUiuy+QhgGOi0KpvzfYhGFojADpN/D6u0YPfKK4eqZB+6DyHkXXkqu+21On/Aou6o/pepH/AG4SH/EnaGn4Plvb9Ce73kJqUlnqqmutQDGMa6ml2OodTU2Wsxo2dHIaagyEkBk88PwZDC4QKPBVEZQcfEzRhybBlyy+Fz5F66bbn8/gmrc4/tkor/2gp7f8nu3m7ONk6G30nQ4462Irimd8ns7p51u/SBzhxxlEAxoNIEeTxNaZ/gUXdUf0vUj/ALcJD/iTtZQJFXREmUIuO15EmWcFXPbEGm/JF3TDl322gBkBa7DAdoQZABGogAY2gV/gmrc4/tkor/2gp7f8nu07MNxAlxZDqDFSG/bNIsSoqXECOZeOXxZ4YS1ki4UU9+2XMMO37ht6UMuXjTl87YfOhaFh4wy2y0yHZZ6AYuh6Pdi6MqeMTHfE753zWTY8seLlinlMT3TVXUhvtJITDmBOKE5NblzVRqPfSemVE8uo7iySWneEZpIxWJkRaU0162pqMKw4stJz5aaTTSkRcLLRVQMlRF+05EWXgs8Db1rUnNrXfo8ijTxJTcU7wWS8erkYQJERKOlHRjEpEqTIQsuO1NSINGISgEVllpSLMCXYZdB5FpoQAx+LrTqLRnpb34u7pmJrIeyF0k6YprQZqT1FRZNwmqzJnsmpCoSTXy5EjSCwWIoUTp3xcDiUruTJsueYeGS5gPI9pnstBt2SfnF8J5iRSYJIOkndry4TXvb7SpFcwI6ixstcAYBp/Ds4xejQBaFrsQwY7YsgIC7ABYecv5R7ZW50oLAqyrs4yBMZNA1GczkTyE6ZAjDhyiCX3wu6eOXceAicTTMkqiDpv0+oa6mKCKtoskZUJKwjqxIwnKqSqp0BoBNQTFJPOO3JsgoEDjl6VOEzTl0ZKmXLxw/dsPXbTIVtPg0H8uDfKf2a7f8AvonTtMfoPh/euEIhmEtbxuO9Ia5Dyqjo7qWkH6YE2O3D+GVhwdMtrZqJlKN4aSnxxyeJPSzgoXKrKuwWbK+VF4LRl4DiMf4PZIaeUlpqb2FRnHJia8pk+Y2rxqJZenpmS6i+Aycdw4MRzcfhEEGGYpR0pxFCJ5BSTn3yqiNniHklAk88v2DTgXmxk3dlOFgFF0HEIIhAATBIE7s/blVBktwSDkumn2gakK3gu7pnbrTjiAYslbvGdV+ilMgyFD0OqcI6eIti2GkWMz5xXeqTERxC5h2YMHlzSoULtu0ws8MEzT52UdAyBkGBZdMVxd7jog1ibsvR4r6l0zfbbx2Y0SBMCBpfwvBS9PCbMOJy4qRUcNvzrLSoRnGoG3b1NhtGXlh07clHgvhTuw35N0Lbxi8ltSg34sxZ1b0bX9Jjdq6GIHhaehjR4YU58z6TYnVC6fKs1MhPFNKMwjHq4+WEYsKHCKCccwcsuUxYIqZuJpoLUIMmCSqiGnxGNpVAjMA3SOQqYWeSxyEKGjIAmI3VNsksBICjMyBAG+SRv0nie2u2N+SlReh/B1ofRZgra9E0eo8vtEaXG8SRUsKcRRREEXp6vLEpEq3EkQLRg2srq8rLLk6fWFhWNmVNTUH5g6fMPzT969a5M+EO/sO+6x/1VtLf/wCK5HO2g99PNDfwxNu+pnIuujTdoflvpufRTK5qKopkiuRQdmCQVi0eoT2Ei6UVU59R2SaJnIhYTyioLcNGxYT3j9p2+JtgyZd78+EPfsO+6w/1VtLf/wCK7HO2F156cw4w7PaEOpVjFxjMHt10qyCDbzB67aGdy1csUT5RITj6qfesuCKYSNKB1+ICLLkoScNGTL4QZZqIOnLptugBUQZsFcUvtC+mte+EXzZnZrt16RnMg5ovgGbixLPS/pAQY0WIPhJw7Qk4mqmVCKfmufKPy5tMhqKkEovxTDR4lFkbReeWi7UVJUKQklQ6ZujmyhY+UMkTjlgwUOF3xQ0XeBV2/LGHbTl+5bAKVYeum2mGgAQqyIhtS208z7j34M7PGaelXVXLSM4w3cs/5wxHMrTTqMgMr85FKD1NQIoqWeQIoSXx9h4cMFYTSIacRZDrBgjEhNSh1Ri2EkqMUyI34E+m/Aa10n7zLdJ+jigdH0n3JxTPVmJ3VRJhsP24GHjH50c44ZxMVYmS9zjusEhCLw6V0DaYXqeWJNEHZhUlbD62utOGmBYF4YihZLH4mNHQZaaFlRNK71QZbBl4yZZeMstMwKbz/ddOd0xBp7eg7pWK4106xDJmIIaVJ6yILRfE0UymmLLtaiUqjGX7+HolVVI4fSktZiAt8vwQrqKhDTiGjRpchBzBq1CxJ8fmaS9/buhFaGfnYW1wSyLpgOXb9okpoUxkeJmWXjsXgMfM1UgonFrT5gGey8cu0Vt67eADtpkG2mQGEbXjvOIr34DKjuvN05AMTRzCMwzSApaj9TsdoqhAkFwxKlAilCUxfI6WuMkIlTEA4uFkptbVInTEeJVkqRMQZC0ELRpfaUk+l07NghOjNwj8l0WHpMf5uEpmM4nMCNcqsocHPEFnrYpwxvkHLTTfwq1rpTn4jap9NMhtR8Ppr5FSp3SogeZTlDMvnZgygv4rQCCqfQDJh1V0YMISg/NJL5+6Hyb96SaeseY0FN/0xYMe7pnwxjlpPTZIuF9Men6S2niC35k7C8lZYwZLRHUTzIMH1ctCCCRRmlpQYB49YdqC0/KPVU87dPBcOzZx8w4AHLLtlndlMWD706dOmAty61nCMX2oGLtjP21lA3Ds+HuHhRTFgx7umfDGORTFgx7umfDGORToH3p06dMB7CmLB96dOlsYD2TUYR57vkKKYsGPd0z4YxyKYsGPd0z4YxyKYsGPd0z4YxyKYsGPd0z4YxyVGAe7fwge4e3sgpiwY93TPhjHIpiwY93TPhjHIpiwY93TPhjHIpiwY93TPhjHJVcHZu3nlPx8fApiwY93TPhjHJADFg5/ZfFh8PctMWDHu6Z8MY5FMWDHu6Z8MY5KjAePs7PmfDthADFg5/ZfFh8PcUxYOeA6erYfAfzLTFgx7umfDGORTFgx7umfDGOSow+Y/V58/ZSUxYOfdj1c+HuADFg5/Z6uelvctMWDHu6Z8MY5FMWDHu6Z8MY5KiD5I5fMUlMWD3Yv6OfD6rFMWDPLuv6OeeOPKy0xYMe7pnwxjkUxYMe7pnwxjkqI8yPO/wAwa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lOgeHd6vu48rLTFgzy7r+jnnjjysUxYM8u6/o55448rKUlOgeHd6vu48rFMWDPIMW9T3cb8lpiwZ5d1/Rzzxx5WKYsGeXdf0c88ceVpk8T5/YPClJToHh3ep7uN7WKdA8O71PvflZaYsGeXdf0c88ceVimLBnl3X9HPPHHlZJ8k8ufLzAhSUxYPDuz5lvq48rJTFvq7s+Z9fffZ1MWDPLuv6OeeOPKxTFgzy7r+jnnjjysk+SeXPl5yhTaYt0x9vmfWPXrsdnFun2Z8z6x69dlpiweHd6vjjjysU6B4d3q+7jytOI8fOXPkfE8clJ2en3t6n29euxstMWDw7vU93G/I2YufDd+rz5eZyV9Sn3oPTp1+9Qq2lw76Vp0D1fYNPHAbetOnf5v8AzO+317NoPK1Br5o3GgBxdD15iPMQqG3LXsV5AF2acKM47h4MW4WAQxgLbedA83uAACgcwGvoUoNOFRrztt7iFA6hQadkeAM/uXuzkLgLOzjvZ+iPJmv87vgciNa4G4jI9+XtHDPwzpXjQPEGR9GwecHqcKcKU4U2bage36PMWaX7HTHEeFq7etPRAMWv2RwFB/pdeVRpa4V4Czs47q+iPMLfrd+mQ6BWo6A5ab9w4kcvYNd2UQqtRvFNMW7AmDqzmHGOpfe/6htJU4FlNgcYhkZAmtqVkloWhconwRD6UgHkyXsTy9XFlJGJEQgRiA8YMqZh2qqCiaUi/kHBl2XdcQhow3Iv/XCerXhX+SXyM5BX/Kn9nEedqjtx3vItRGivTF8Il1DzJ15yBP6kJHPtOksYbLS8T5eS9mYYdRwqyxlUaQIiGG5mRTB8Nsu0wgnLZdpSYVmlEs0oMuypV+6MmHjrOg3x/wAGS47o6K+ONHmj7pT/AC+Q93TbzXe3juBuhUi446xeTBGcLlnGURmM4EQrUu8fkxu59Pmjuak2tGW+y1VT51GQwZl+6gOVh7X5L2YBWJHC7MaEkCLXjyE4AgiFYrUvkSDVWIF5hpNXCbJB4mMqB4DJAqaKPrj+7fFuYm7M0PtR88exq3G+izT6EZPYrePIgfRZ845NwqEQNRG/VQNvlptcA4b+Vnii8MtqImn7Rtt6L14LVTr9OP8AgyVQ/kR0V2p/QeaPr0AM/wAfniPTjW+NrbW7i1RyB1h6PZSTn0vS9iaVUiHhJWl7LuXkVwxCcHqUJIUq1k7L5wilYageI4vhhJRCIw95BAJpa4/du0dgmDwuSe9sq622bAbjFXtGbYGC2XIyIljjHAgd27OFcVxbLfd2/B8dJkzdScrtNSqUh4quQqkR2rQWJOL50RX89YwT0BHT3kXzHiEiY+bKMpKxd+7houvpSCScOHpwklPVR6+empUZXxtBepiQUt5lNQwBqX8/ZSQXHzuDo2TEpTF9Ccz4NS4kcw9FaTVURDrz5JW2E9aIg9UU188+MOWHpos0DbyJL4RxLaYk2d1DO2CJVwFGky40UY1kkYToQl/Cq5GUUqDhPmvCp5QfkkCHU9RVjTkiSLvjhx4XKPGCpVy9MP2mHLtttnhDTJvv5pSL026fJJLW6C3mi2sydkfKmVautJciohdJiupy+gKH4RPqac7NoLs07IHjSQ9NlHZp2wYYLvnbL5hh6DQBr0i2rptmEtC2pUBMsRZg32QdwGvGTSrG2nTSZpv0jQ7FMJaapNwTJiGY1iwzHcTIcDpbSYmqcUHU9NSXqh8VabfOybl2mpJAoTSk8CiOnunLfxAgWbMmmn0Cm50kHPWWG9d32cxZlSWmzLyX0155GleVsdRxLiMITg2ZKUM4pxKjKpAETr6IQRIxTxTVRNUQOw6dUSwkVEgbB6Jc2XePMj/ghOPqh/Ib96Fwt+A1YvSn/aTjTbsfQzvXYp1ozrMSfWN3zrT0xFHEEr0YhMif8tVCEoFfvkU8ik2IbcKhpMLum15UBXaNECnle0+Kpp94AD5EdpD2HezhaMDEqoRgDiUrH2QBk05Rn2GlSSz/AEaM4hkhNlDl1NUlIyPFaX8UkYQnKoo6WvJ8rohMI5lhLjw6irjZZGVSkMGxdq78gqGXBA07Ki5NvnblptoK8f6GTen/APXIMo8ftatOXGla/wAVntEO8e+YPeph/Iy94N/YX6mOH9Z6LvUDHf7eO389bRFqF+D1QLpklxC2unQpqqnNqjTHkZDMuY8tYviVKguIXZ2PYmUIKBHIp+sWVJRw0kS/NQuhqPkYCQ/KqiadfPGlN68bWD8bTcVXtqxCyhOJr92yvVIEfk1OImciQYjXKKVamDTHvTq1/gkGUfD+hq05dOcWUGnLFttXbrnVZrv/AE6LUfoI1Ha4nWsmVsnNNRuNkiLUaXkroJhmIYrWGNO0SEVlOdwOkvz7p5DpKZa7Cr8s3FSkSMGnBs2/LOjAOS5KFj9Fl8Ez/wA7E1ycf8sCMulP/nhPfa/eO0mO6N1ybghC1uy8gTQJol1aSO1DT1SoglAlR1Hy8eiSD3MOnHBePFlOXC8S6wJsuyJY4/gFOeulFJgs8sOjJUuWcvy5I2fFvFHU3bWG9bWLikgbTtFwuNMAV1wmSRHZEwZMRnPnUEZ8o0q54AD2gD97wHFAGnoD9dA6BbbjTXXogl7r+kmUkVMuYs6JYQ6VjhCjx1E8hotRYJjkVKHiCynFk5paXoPjIj8iG3C6abUCjKQy/fvXBNp2dcsunjD7s1m1bWDtDjNOz+57HIKfQ/J4iIB/S+7b1WUMChEqRBGcEZcvj8wgDyeXPkPMzWn/AIF50hW/Vn7zXAj/ADRMs7halP1PniNwuF+cKOv7dMyy0q7wzdqaS5e6pdb6zLnWRGp2HJnLUZzuQVCNkIiWi6E0B29gNSRJbQ6hJhtomvG3rbxfhuKXAmXZZtlyDph65ff0BBv4MgHm9w8Hff1rw2qo75e++t3EFv8ALWVgxymVLcMdi/g13bcW0bPZW2GW2qk3LQkEzDXEBGfEEg8u3Ka2r/AvmkK36s7ea4/bFSyyPZp/Q+9eu3ZmhXcsSC0BzsMz1ltqG1kzSiM1A67ArUNT7mzBscQO6T4gPoagZVHCMgyog08wvFniGXcED3yu05cFjZ908Jvmn7DbqYoArT1r+hmnZ/cu7m115tC9MDVqvojcApcPxeMXuF87dS7NYVgy21BBkETIPiaqJO+Rly/R/E+ym/khyoI+bz7NMO++/XOasyAesNvN4eb+5iPGlsVCnV9KV6+aHmjezIV/W+V+PSvGAvez6r94e/mHD2733d2mOYb+aU9YHdKK3rDWHTpOlJKSBl04fQV9VQ4qTmjpWHYpQXZY00oLcVvEpeQWmiAwLB0ZL65DJhi73BbUsQzZgBVUszEnJQADmTlOg35TUYd08J5gRI45RPfX5d2VvRZkazN41vJdM0SRFAitKfTbFJ4lIb5vQ6wlL6rDkNzHX4CipVVVcDpn5yESx0ugOiai6KFHLbpRLGmhe/HXQj3NvYdWMT6Id39qI1MQIpIKXMCX6FC7mAW4kSGl1JORfFcdwpCKOnmkV22XeKLsy8XHnl2GHzoCpZl+oP3zguTfPncDMb7nmfu6WhPSpra3cRF9P7Udptg6I4X1my6adqZU9q8l7GayaiqNz0OIrps+ZaWIcOHjSbDyOVdKkUvUFFgJWJOImieBXCLE3qXi/UZ8Iq1CSgheItPkytMe6301xsjzJnAQmoRbTYr1FzehdlosMrnrv4u7IqSKkqbSxDaiQRwNF0BAML6/EymnRqrQVDaJyrdvJbaw4b6089FElYuwQ2MZRZmGkjD0YiQwlhBIO7Ld2a9o3QAOHGbDdgxJK/WHpl027w+K5YSIVNVM15SMpUwZ5wlK+DUyPGlJEVVGDorg1xGrhMNxgUQ0hVh4yiNw6/iAwVLAnslXjsQdMs7dV6idOOlScCS/j3UbpnkTPwzLeFogOo5qbMm5cTOWEdHKlWllUS4dOR1Diu8S3Si8JMvHhYqYKlTBply9M1aYBsK3sFI+t7cC6gIygCXWnuaOs3dPztmOei6AEaUSaajGcemiKozMFXbcMkyD58yw4SnZp24SGykRvU2Cow7SJEhSN4Ujc7FyOvWkZjMqK9J+OnZVFVHCstS1idhxDzbhwcW3KgowwcB0jNuEd8qFDSqwZfMkWnSWdUHD42AsEjRt226evemwwe2bdy3F22oF1WXJmgflASMLhyuINJPHOoK58p137hHcchwg98N27hhLdD7zDT+oaiJQ7sPS7A0Kpsx4ilm9RpkaRdMZeIHitDSRDCycPu3cMQ5Eqb8nP3ETlHRZptRA0L1wY8sXdMA6afd8huxt20NP5HvoewH9CbIX1bfyvQzX7iI1qb7nbWbrk3YmlJZ05RbuY94rNdSUpxRfM1xFEOyOm7DhJkjE8OwSjOkt6mqcnVIwBso/hcw9bfsG23L10acCyyw2y8YCVkN/Dq7t/IF95n/tWTM6f1j/AAHqHtws7RsxtWzeVRdwjGPq7fa3/ZtkeGVCrbjllEns+Puy3VLf+ljbtq38j30P3uP6k2Qvq2/le9frvW+2+pN6cdPWnQktpun6Q8mZFpsTmiZ+JU+TkrYIlkRiE6nuXjhPNrhWCYeRHCsbIuDJhwSMKDsy9Kun7504adsPnjLUC36fDq7/AM4X3mf+1ZMzp/WP+9Q9tkVNNPD6cnnnxV6RfHCRU09ImGGmTBJ4YcOnzZQwy25dtg+LtPBcvAadsNA2yNWWRsPXZfZ7hJtKsrEnoihEzEFkWdDp31WGjl2g8I39nsr9lKgAh0+iPDs5qyHPr0yAjGlvK959Jfdpy6g1bjiHYpmrN2bq6/hSRUg5fugeRxNGIiz1KcHGCz4Sh1lJQ0w0uIZJRVGE9XUGz62kpiIhLamedEhksCwgPQKh2Q4dnk7G97ZzTFa16d9xos1STMmpoW17aPIDTZ2zX0KTLMRaryCU1AklmpiwkbX4QigX8NGlN+UKNK6UbhMwROp5Z42vHCi4WUoccHViHyyWpztLXEsu1oEuMMQpYgFgGYKM2KqWYLnJ3ESCUAkTkPfy9vmawMpqL+EuTuYLRbLfRHos0wwYeKsmkiEp+x0uRdMV+w/bBphpZfQvMAgKa8ZdC7BlLVIIhVVLPWDTR5wIPixdxgU19c+/A0ry5jNa19bt6Q2pPTM2gq5GbUXaS5hqyQtw5LhVIvCMZHViG1CKI6iM8RTkE2pGjSg4hWGkUoSLPhWIpQ3HaWnO30v4TRodhZ05RNT8o9XGkmaJR0LpelxNyRix8fJKTjyAHiyYZTH7aifKOG3rIMmliHobOtMiAmEoo227YeYPNP4QHBmp6CIvk5u0NImqPWFOSPoZXoTh5XfSoeQrJSF366nGEZtejuJVVQenXKWjvDbRkySVEtAQz/xdpPUIuQ2X7JvbhL2Qsrtt1njISjknLI2OimCYywzAiRNTBJAKiND2Zb51/HnUsW69XdE0W6N5bxlu/YXIwRpyi43EC8lwcWdKpVQhaLzCkJWNkKI05ZVFs2mRImrhR8WVCzlTOpb9t27UkY2fSD5FROSD04dQH0R4dn1B6ch7wptEjuR9B0wt3foIgeRU3FEibmquxZFc1ZgJSSfYV0aEF+Mvkou6g9MVHAviij8iIiIkOlY6mvG0o1ET1Zfpb86QeODxuXEKeb1sNgz5ufxdBrYfpZ5j53XZDdDbLqEbAuJAICmFkAD7Oum7TXOqkZmMxOvHTxzI7aqE7vX4Q1LKCY11pwXvRdXoJazCOpCJ4X0/pv4AF878nyyQFaIUoyR+OaeJJHChv4oaKEHHxmNTRlff+T8q7MPnbb541JkHwkHcvVZrrMCwUH9TtqszbH8YmvC42Hx2rR7sDee6AdA8zd4hCmseBl6LIimBq9jaIYMMJEoobmS7KIiTEEWpqk4fHFw+Sepjbw89dtslXDDTt8yHlWxBpns7S6B8I43G9v4zMbWGv8yxL4ahaw1W+g9L7eda2lujXFtOzq3WBFxXdxDGAzdMswIjIZQKuVE6HuiN3Ht85xgupjf6Q3OreBbryTu7Y1YBE0npp6h4Rl3qwh38BB1GFdQ4xmvKeH0JIBXn1JlJihL+UodPxyU+UJaqSecKeV+MHTpY87R3zFuhkAoAc6B6IcOzydU50rbxHb+fxqm3h2ibX7vVdy6paM4PWoSISw1bS8IzAYWJXoEtWj5uLJ5yPMQ40XcoRw6ysAXcw+tMvHhkWGiQvmGXQNAaeU/oEgGO+gBQcD2fUHn1+zbfZbjXH2gm4twB0ClMQSOjE4FZmwidczLSd9VYQFyjXt7/ADlVSqPdNWloxHUaP1T4U9qBgVTfxZET5RgktvLpeIRaDjzxYNtm4WLoZibbkwjOYeMNPEhylP3Lp8nOyYFHrt225aZZxX9DJpL/AOuydRGQD9lElti1/wCXD1+rO0F+kHV5umdNE29c6DvGdHMZamY1iPVVMNTl0twxLiW0cOIYhklE0Sk1dJNG43mxLs0RfG1YWDbBciTUiz1gBePDLl6AOh7t/TUvgv8A/nUE28B/lAafs2/0zuM8x7tuJbtphiJsIST1WvbRIgxnGW6YGXZJq0HdJ0zyiOrn7Oe7nOL7zdlG0maZHs2dJXwjbVLqqm0xH8Jw2xKqHd4mWjdRahpadqza1EQIktZrHYlFwjtkiTL02Dj4gXE4wBttkXjra+FJc8eVJOymU1Q6aUlNSlnAZ9RUD798bPKB45CyUYOHThswD0waNGTD14/MmX7xt8/fPG3rxttttpoaM36an8F+/wA6gm1kKfqf9P2LVAf1T3f1vtdZ0hT3lvqb0yyTnzKCH4khWV8y4CSF2BIbi8gkpkSocNugaTE1MV09CW4mSChko4TwdA5IL6o4ZcsuuybeNVBnp2QqblwrcttKJFu29x4wnNibgnOQMu3KoIMAQeB0z+z8chy76jS3pqTFp2Y0rzEP772We6rK/MlTcPpdR4nycNmZpv3a68eDGqe3M6c0sTrLhKdvnaE/ZS05TK+UdsNPzzt8LLhmLUYfmTb/AA4fp1v2f/iHpOCmM/qs+HHu21h8I6jGQMut6BuwY51UwkMdad4dguND82IRZQ3USNL8KuYvFg2nggvTSe7UxafvybfxZs2XBvsC15QOwADr79MS+Cp8dCJj/c0pP/H2317Z3XQ3rqs1tCrKOvtG0IWlUaQqNhAExkBmO+pjIZTIk5Ly4jhPaa6Q+b8yc/wYfp1C3+Yek3mGaas/srjqFevvg22rHUdqtktqyU9Rs+lzUKqy21HtQFBccLLlDdOX8KlITTjDl+ksQ+UdkAT1gy22ruWmTKhVg2yyweMOWXbbUWP6Yl8FS/aImc/taknFAx/F7zr9W0325w1p7q6fSlOGT+7Wk0syYLw2TRJlTJSHssyUv0NWfKJhiF0xSYEtEK40fVWXZUCzf4lyDBNwx23oiDDAzZZemtlb1ogBgUS/euF5AiFuEjqwTlBPugiAZGeWcARpOnP2dhqdcOHsr5vLshbzKiN+vsrfVUdyHknNOLpdR9MyU0upgxrKM+pqkrYpjSDEGJluXqqrgm/KSpByisJxx/Dyma+Sk0W1BLeFjbLZEs2w+YbdMCO1gABBkLYEPR41ZGn63StOdu/i9kKiHVr8nNWWaU/Fj1sID3Zr3GG1UEErMgkSII1Gu4QOfCqVXe1C77qaEV6oo60T7rXR8ta4J4SqOnkibkfqcUFoFkdLNeTTxhGU0pQiA4BImpspK2WfoyiqLMVQKkPlkkcSobPRIYdtvHOvTkRfCil50nripIXdaiYTTzuIUqGFF9GigaR1Qsw9As6Tzb6aKkXKqLty+fFHCgXiUXzp0YeM/K7sHjb3blyT7nVBuCNW+tyLY/0kTc1T6E9Ws2mZuo0/NOCCSjWYcsnzazGS+URo/g9o8WOOiaKRjE8hrJ+J1CFoeMKqaVWoXWzj2IjyE47gd/Cjt1EDnsP4snqUXGBbcPYUMyLiYIgdKTt75EUd46dPX6aCn8YYEv5IVJpyy/Hybb9ge3Tzg4aenvvaeT+TBW2FAbqwSs3JABxYiM8oIirRwAIMZ58iZzy9lcTz21sQxPmY8k9Cnwi7dsnJJpEVx6kLklZzy9m5MR5p/WJlmyyrBZM6ciCVEckjiSlCWiF6ROsBM2OWoTYiNMUo/heF0507iQtbji1kW4UidlkBFoYdW2WQZZq000Kc/oDIAyIiI1oAAIiI8KbU8Nai5qH+EcKWnqQenzR/O+QOiuX86SMy5m6uNR8PJUu1hUIFEZYhQ6VlXDLw2rsLztlAiBdfkyiKpRO9WIifQuMUFYLT0g8ZMXL3Ttl2y7dsi00ywAMALbTx620DDDDIdp49Bt49boAdpt408bbaq00ItCLTWtgktdM41lQt0qFZwAZBIVQ4TQNA1OutCIA3HOROmm7cT8KoD7gvejQhu3NKkzJBzh0f69ZkRpGOoiJJspZuRWn9LjBALw8tS2lVB5MgoGIpmBAys6XGVOB1V+/Kl0Y0RZIGU566UXxh8ZKlJ1v4IDPrQAMA7ore3ReLQ/iK6W3pUHwjRkAqirkUCFRoFGPK3GgAONrEQ0AWfYGOdA4MjQe6gCHEcbABUQ6iyHoiF7W9C9O4eNACoCM27Ny2iot7qrkPyazEzmSTQkEyR7ezlw981E5pk1m6otWMKaixndu9pvaK5fQ9Kk6fl3Ek4YvTFCJ5in1JLiBytpp2BXMNICrBb9EKOU00ywdeqzB4Dr9gX5R6U8m+ja+CPBXdhR//AGYc0uH9bKR3qj9vhtZNmjaWMxuIfMOL+A1sgH7ej15h7eNbP4I4H8jDj8f9OFNUMf1sZG+oIj7Kj3W2qQRtFgMxc9HeliACc03KAMtBl2knOqwMJygSuWfAjeTwr4uteDtU2633qsVb0aQenaY+qrTDqtlkgS81Wy3lOQfrMcwBFUKE4VQ0mL09FJJqmfYKPyUJoKyjqrRIYffKZiOIbiRWhVtdhhTf84awtVGp74QAWlloR0qaONS2nnTVEcx4RjLU/qO1GQSWgwmlQfBqkydfQ+kFyrcQQ2/Mp6swyuJacSio9FMVxIioKaCKhILiI1ALmoBUOVO0GP3o/k/UAV6DQB2cAfegcg6By6/UABZtnnGouMtt2LPbAGZbNgG1UNvA4mCJigjIkSwAAbsiDHERl8aqmb1iGUiC98N8H2g6HywlEGE4siuGUQoLQtiWSEJWlklppcWxYZFsXJMq5di0ICLXZqIXpt9zeqh/J69x6H/ZUx+A/wCaDXDs/mHqI7dM7yzR/qPnhvTd0PP6VUsFGL5Q6cY6jJWnVGZVahVPKQKnqq/BJogZOJqwupy2qsmC6Ufe9hATFZ66ZLtA+Ydi26BvmjeqB/J7Nx5/9MzHHAf5oN9A5cq922LgjpiQQDtOzkZHMA2hllmJyyJz3DfIH2c5IRh35+/v902kez96D09Tp9ffUpjxwPT1ff1zd9MeOA6er7h/NGhvEN1vKDeTNSgamtOrU9KH8DIR8CCzpymNDEv2Yg/CIMFCqjGARHLyOvlZpK+Y6cCAJP5L+IgoLQGfjvxtz8T7GLBSVXE2UKThnMTnBiBJ0ziKyCZiZHE5Hh+Ph49pDIKRbQ1GS0phERFoRGXEICIiNBEREUUREREaiI1C/W6fgBkVb+MrKX/a3g/p/wBpevUPG8AX8C6aQf26O84/3Rcsen+l86/e9D+BdNINv1aG84z+2Mlj/wDA+fbQOvLLFd/g6f3Vf8jzB5TOAZdcjTcT+jz4n2Dtqfz8AMiv6ispf9reD+n/AGlvkPuIV2oXLuCrhwVKuXJYqWdOy5YuXdMOXBdw5YZdunDly7ZZdunLp2yy7dunbIMO2GQZYZBkADatd/AumkH9uhvOP90XLLp/pfPvzztI9u8t1TJvduqc1FWVU7NUc3n82yEIJ6251FzIhePyyC6g0xERki9hN3DsuIGbS36i3EhplZbNvFJk27JJjLlgqJZ40YsrXZANlUB1IuAxlwCic8tePfUqI+1JygYT93t3H2Rwrx3rMJSyi6RMBlZrbxSZG7Uh4rNtMMEpzSynQ4kcsxmstQdGbsvLI9E5haQ2FNMUCLShFTaCyZfNPjUJlVDyAgnC8YgM/Aroz/67C1a//ZC03/lB23r8MCCm7skD/ZpQUGBD/KNn/wCqH1iI7R5pm+H+DOlk1OLnt0rFZg6XIlHJwwGkHSG8B+adF3bBh8Dx5Phh48B69ZbbBt4wy212u00yDQiG3JedOmdW6NcIQhna4MU8AhAygbtO+rqGwgiTmcgFy0Ocic/DXcc+l/wK6M/+uwtWv/2QtN/5QduhPgyE85yTeO7x5BmbqgnPqnhiV08YChOVEcTgm3F02nr2DnT2bJIotQ4oxOvLhVPKRano6OrnRQWy5BSaYKP+y8duSwsR5fpxvwZP/Oj4r/3H2kDp/X67/vWsx25p3me6t1NznmXpy3emkGOdL8SPpaGp0x4/OyZknKyEYpRYFieFYIKujj6Vs0YzUVSIiR2ZxZtJdqCI6JO01taaFULvgLlDsWjbN62Vu2ssQwo1wlsSwBDkjLKNN++pYNhYFWzjMhREEcBOceZr8O9r3jus0pOsvuwd2zICZ6xqwmZCCQvL8/FKH/kuA5Xy0isDJJ7GEFxAodpGdvSb1ydTFSZsRPU+GIKWSr5GRWIgjkXBdE7O3RW6rgTdiyPVUg2tuJmakpuGysUahp1PnZp4ZimIWGjRkpDEPmVPtK7MFwyYUVFoi+UWmFSI1k+rRUsOShlULpCRLQBZwD9o0y4cgaeOnbh4ZB0yD9tw5bePHLht8DHlG3Lp4YfPHbpppp2w2+etMMg09bFr1oP3AenS+Q+4hXsFr8objsXbMJlAtqYkAbyd7HM6AAZVkW6uECBlPFiOJ4DcNBzOdV9/hPX7D5Pb/v8A5D/8LkK7Rm/CHf2HbdY/6q+lr/8AFcjrp+f2Dwmo39emeeWrndpzakbp1gE7MyasSRjKJSRYRT1WHkQyeJQ5MaHlxafsqMUq6EjOmSKUSMm22TCk6ePWXQuy7D5827dtw6/CSIXXoI3Tu7UgyKU94kRPCM9dOULxGkvXpd+9TF5A02TCSlhPevyj0wUfPCSgUMFm3pUw/LvGnQtuXr12LDbXLtIP9cNBwmxbAMGCRcaQDpIkSOdaWyOoJz6QmN8YRnVxvaqZ8KELlzbG60KGnDkyVM63UguZLGHTD4uYLvghd2+cP3Lxlp29cvXbTTt46eMtMPGGmmWmWmRENps94JovmlrTgWAoPlbrS1B6KVGDotORIqRhp5iKIociCMiRlHfpbqG181DsYwc/MIxV+/BUdlzBo66+OuXLxku7bYB5tCjM/wCDQzOncMKjOjfE64ZujAq6xE8EDNBQiGPxg2JXXkvJRFCvzrmwrfN5cd+QceTVkj4ooMeRddkwHk2KbXxcdWtraLA4etjQDJlYiCZ3EfhVUwghi0QdIJ8+e+waoaH9FitEbuMFTSDpeUouci9F1FKhICVByI3QmHjp6/F2tmYSeKbAvnrly8eiyaDyjx06bb7TTtkQrqbr1FRod+EZb39Eh9JTEJGTpYoLhPSEYgVTEwi5FXky8FyTIEnTgqWdC8bbbF24dMMdttpqnaaER3n+kMavv8/t3m/+2nM//lw21RDXwZ+ZkFzJjGcsHb4fXBCc35ilnZKYM1YaPL6FMmOibpsk8dFIxjlLmwVieJyzttNTm3bhbVDzphsgSaZYASrgXdHF1mtsNnw4HxmHtyRhYRkRvO/hQYYILyCIGTZZqZ7o9njaw2Non937u4p4aLZhxvG00d5Dq01qJEWwWxCyfBGoaL4viSH4SUna4nKwRUguIimHGBUsstlST9IePXBAs/bJHnzHxsHfbcvsW3cOjfeEabtQ+s+Yur7WO61FypnVGoLkjIFdxPHkRtwORCJIhPsH3yJGCKlIUrXjmGzqLDoQRLg4twu/dk3b14fZBGTAe9Ad+pNtgWJDdZSEgSCSDnOgiecaVSBnBBgCMiJmMu6fZlUxOxsbG2lRRsUx0CnD78OFtjY2UpKY6W4dOnTh7ti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eGnd+J85nLOOXdbGOeOPKycvd+99X3U9ll5Zxy7rYxzxx5WOWccu62Mc8ceVlVwdu7eOU/Hw8U5e7976vup7LFMZ8A6W9HHgNull5Zxy7rYxzxx5WOWccu62Mc8ceVlRgPLx7B8fOUpTGfAOlvRx4DbpYpj3fvfV92Oll5Zxy7rYxzxx5WOWccu62Mc8ceVlRhPnu+YpOXu7vV92PA5Zzy7vVx4YzyXlnHLutjHPHHlY5Zxy7rYxzxx5WVEHgfP7R40nLOeXd6uPDGeRyznl3erjwxnkcvd3dPd9Vjl7v3vq+6nsspB4efJHjRyznl3erjwxnkcs55d3q48MZ5FMe7u9X3U9limM+AdLejjwG3SylHLOeXd6uPDGeRyznl3erjwxnkUx7v3vq+7HSxTHu/e+r7sdLKUcs55d3q48MZ5Gxyznl3erjwxnkbKV9emM55Y6h5mdmjbgOR+jiogFvxV+fWnHg/lnPLu9XHhjPJtLhbl9Hqz+528QxwyzzgzXuYI56fCfj3dhplMWH6VPMx6NBp5LurbhnhswQuGbV+jxAGQt+K7xoIhYL0yDxAOHOvo5qLF/1ulLWG9bXEMNoAXvlr6AWuyGfJW/tcBi9FRhy3943nD7Mz4dssEADhxrTs+qF/1r2ceAVGtNmUqIWGwh9DAUD9yz0Gnsts+lsDlr6IBSzP7l9YjenHZnAO+vo0pQGQH+dAOePm4s1ymez2cteWXzpgO/kOySM/w7c9JAAKM+wPRC1wG34r23G+b5BoXwFK+rTLQBwds8qDbnfgHoyz6PeAB5t/RDFGB76APWmB2Z+T/rQpTGB/I/Nxzw2D5buzl53zvpQAZ5VaAfNrWtP3Ma/aI89kxSgVp6g0sDID/OrD4ezZQCocc383HnBWn4sb9Khwtx2BClAvkfo4qLIANPJVr7AxZrgFgcwDpmPdrlxHbx52A9vLdI7+4Qe7VgBgKcWQ9ERHADX9a/ONeNajVlBGndX0erNafiuPGtqZpt6WClhsNbM8gCtPxWa+NK0HOzKWAKWqH0egDxdZ7gDABUNtBJAnh388oyzpGk74HsETHEbsjzrz7I2DqI1BkRwAAFPxf2W67JSlA5+rWgD2RoH4u9+Hv2fQbeyvmUu0LNb+SoP5vsby72vo4oDIB/Os04WC3PE0IJjujwUd05a/t8wDjQcBXzeAiF/wBazzAaBYK0rsnEKhxER83lSgh+KHP1cGuGzuQXyF+ziwDWzoL1yP8AbbN4BYeI2Z4tUC34rpxERG1h2suo7cu3LPTONYJFQRkPE94X4k0MhRnw4UqNQ4dgB68R7w2Qc3xWuPyaUD0fq+oM7OAAGgYuHDgFAH6AAHCw0C9wDZuADoHLmIBX0eXs67XUyZ4+4wJ3DURp4QaikALdRAA9HmIBnyY+FeIWDYpcKU9IA9EL0AMfi8VDu/O6leGWmfojgAD9zGuM1p62zQDA0Go9pr0K0xTLu/sp0G+0zJ036xvyjVd/ndSmh9HFO0I+j+9vZ3joHTZoBjFgH6IXxT+dDavDF+Gz6By4AA+Z1DH4u+e/rfZvZAeA3EA9DAhQf6VzAeo8BGu0gjd7uQ+EeRSkpSmLM19Du/cu612RqFNmhwsA0Cvo8Rp+5W7uvo7KPcFxoPm8uzcPxXGns/K2QQrwC409HIWuH4roGah1xtNKaAU7IdKj5tOV/wBawHMb39IOLaYsHnerw80bfiveF7AN9nezNADzB6BS7q2Btfu2SlBABvRm4dnjaogHkh+u/MQ4qefCmgFRALWC/mjfFRAPJeNQHhUdkALVtfh2f3v7lSgWAa3vceAqAVAMCI0+jTl+5eIAPEKdUpUQCgXCvo8fNoIfiq9bCOQyIV2sGjd5yndvju3aUpAsADmvq5Hzb/rWOdfaIBQBGQwPSo+bmtKiFHVfq+ugbFO0LNgx+TxtcPxVemR6COdkG9AyHHzc+jzdDYPDkOR2sG4iIAP+L93fu+GRER58I8IypPSoFKBn0c3Dm6GwcqiHWlR2AZC1r0/J7v3IPffNdnAAAACIZ5MjUfRxR19ocsWAUARGlgCvq1tbm6H3dc1kGdBw/m8uRHduEQwj9mXAR2QNPwgBkLd35IX9G/630DnnONmgzinSnm/vf3K+Rz7eOy1at/7GfRuH4kevPIXG9VAa0qAB1BkaDgK/rVg9o555mT7v5v3ef7N0YQNOXsIPw9poZvQBEK8PNavj9zuN68c+wUZClApYaU8397yd3rWmR4XGlBXs48fRDh2QqH4obf3sYWnaAKgFaXDsjelMVdYHPHvqFRAzz0/m8uc/LcwjLLSJHHQa8o4Z99ABgKB5wW83l2bWdjnADzEAqIWEALU5BX0eHmhwd9a3Gl7dQLgHML+iNRp2aDd0Hjz4gOXB9EaZC/m8LANAF1it+PARuFRg9kAQcp5Tu3Zc8o4xGGN2U6cQY1z3e2OdNZoAMNcqAPm/vbfrdKiHG+QGw5cAZCgYqHmjx7IX/Fj0x9YbABeg8QqHmjnzeHkx+9MhsrIB5trUoIAzYbMgH87p1vWnAQHNTxPLv+znOWo46dtRh3HLjwgROeWuR/EGgAC2POAPohx7A/0qlQvzuN6DlwBWleIU9HIh2c1djURvQREc89kDhiw/kjgRZv8ArdeI3t0rxUA64EKeaOB7PJ2PXF73zepM+eQHwqQI5Zjn+j8RH7KUArTqF/N4h2f3PvuPO3VWQGw8eyAiPZHh2f3PNxuOOHUAMeAebwHs8nY144qHMdlAPR4Wp6I39Hk7HiIYr3htFVAJ3gZCJjgPiF8e4qDOOVh9EcD2ebu/trm1eLgZxXuHzRGtmRAKeTGvtrzDq0Ar2erFA83l2A/pY36BXOebg4DS1GWvRxXs1/nf2e/ZVsJ3iR3fd+APu5lA6cgvQeFMeb7/AGbP49a8q5AA/Jr4CNOmzaYDFuXMAH8gA+yvUdgKB1GjPDlSv0RxgagNOm1SDqNe7PTjyHu4Uj4TyPUyz5DyabgbUtf0cUFkAAfMpUa91wzxUGeocaB2RrhkaWd1HPLjbN1EKiHURD0QHgzx7Ajx5+0A2RkPRtWzPD97f9a487V5jxkaDsFUjQbjHcThnjuIGfvpwBgejHD97X6HXgI9RuFVZAKBjjwwNWRp6GemOghlAZoAW4fkDzZ5uxr7e1Th1fS+MD+SPIMj5PPt45GlNqtkRzI7oI5SZgZVIGnAx3SV+II5e8AKUwPD0ejNPod2K+y2ysh6PG7H0aU9G1Ox/frW/FAZqDPcz9GvL9z+uluFL1cAcQ4BUPNrxZv6A+wetxvQc9PAe3Oqx7IJkxMx89fGKAClOdGvo5uxx7AjXjnw4vZ4YzT0cegNPQzXx6jlA+jyuHo1z2RwLu416d3VwUGgjmgD6P5QMhT0BHwEchUeAxSPcPh28ddDu4UoBWl+I/R6M+oI2DqPEBDm5n6OKVZCnZrkGQoAdjPO16VoPFAD0cfR+j1ZGn62IiN+QhfxVnh7Br2aUoLIUH8XT8w1vWo1g/jyyI3wfnwqI9wPj+3vpB+j7OGaCz6o38eNKbNDgP1dmuBZsAeTzz7hsNai5oLcBxwEa3D1B+xr67oyF/G/Z/eD+RxHjWg141vNPPjShw9oej1YHPYG9w43v0AXBnnURD0f3g0D8WNR52HiNL3aAY/fZ7PRn1B55qPLjRp7IVALdRDsjxZYp/OxpfpfNBqFYOWe75kRuPOlOZALU5jfs9GfUpX7etbuZvQbXEOGbM4833/mFrP0fYHo8wZDPYzjiNb9wuDh7OHdYPNC/PPcFb0x5n35aZa5eZiOCjl38s4tj3917gcO/wB1se/u5ryxnl3WxnnnjzucsZ5d1sZ55487zjHnu5cz4c6UlMd/Xp04f3upT736dOv3tVeWM8u62M888edzljPLutjPPPHneQ4Pk8uXGR3UptMeGO7p9nhjYAMeGO7kH1B4Y2dyxnl3WxnnnjzucsZ5d1sZ55487zI4+cvmKUyn1d3Tp0+9qFA+4Bwp06e7AUfyxnl3WxnnnjzucsZ5d1sZ55487yDNK86Y8cB0t6PuH8xQLeOAzb1fcP5nhw7/AHWx7+7mcu/l3Wxf6+7mqIHmeXyFedPvQONPU+9O+h2fvQOnqdfq76elPvfp06/e1Upjwx3dPs8MbKYRw8iPl5k0ymLceQf+x9tA68kp0/te71Pvzzt6AGPDHdyD6g8MbJTHuDp06fe2yq4By3buz5HxNMpi3DkP/sfbUevNKYt9Q9PU+2v219KB9wDhTp092AolMeOA6er7h/Mpg58NwHCfcfMyzs/eg9PU6fX31KY8cD09X71vxq+gW8cBm3q+4fzJT70DjT1fvx40VXB5kcvx8PFlBt44HFvV94fnKY8cD0tjr1Dxu/s/egdPU6/V30KYt9QdPU+2n20VBU9nf2DhxPnKfOg/cB6dL5D7iFSmPcPGnTr7shV9MW+ru9T7fHOxTFuHIf8A2PtqPXmqIPmeXLmPMUymOo04/fjwvsmz6Yt9Q9PU+2v21Oz96D09Tp9ffVSD57vmKZsbPp96Dwp6v348apQbeOBxb1feH51RB4Hz+0eNN2NnUx44HpbHXqHjdKD9wHp0vkPuIVUpNjZaY+qw9Ol8494VKY6jTj9+PC+ylJsbGxspRsbGxspRsbGxspRsbGxspRsbGxspRTHQKcPvw4W2Sn3t06dPvai7GylJT70Dp0+/sCgHDu91se7u5LsbKUnLu5YxbHu7rWOWccu62Mc8ceVl2NlKTlnHLutjHPHHlY5Zxy7rYxzxx5WXYpjoFOH34cLbKUnLOOXdbGOeOPKxyzjl3WxjnjjysU+9unTp97UKfegdOn39gUVEDz3fIUcs45d1sY5448rHLOOXdbGOeOPKwHDu91se7u5HLu5YxbHu7rWUwjh5y+Qo5Zxy7rYxzxx5WOWccu62Mc8ceVjlnHLutjHPHHlY5Zxy7rYxzxx5WVGEcvDs+R8fE5Zxy7rYxzxx5WOWccu62Mc8ceVjlnHLutjHPHHlY5Zxy7rYxzxx5WVGAcfZ2fI+PbJyzjl3WxjnjjysbHLOOXdbGOeOPKxsquGInl71nTtIr6/LOeXd6uPDGeTQ4ZyACHZ/ej/S7U5+aFguA4dTv8P3vq8PzdLNpjNhAfR6M8PJ29lBCmQpRngBjzzB+Fe7TAAABnN+z9Hqzb9bC1rVG9A9jaVpm9Po+szw8nYAxW2LNWoDgyz0FkPR4UZH+l45DUMANqVZaH0fYAh2f3o/0vHXNqVEMbD3wT4RwHD8BSmCGA65pmrTAU/W8WtUQrQK8wbS4Z+l9HPoBf8AFh7BpegBUcA4AC2a0ZD0erNv1u1KeqFguA4aAYHmAfRperNq9gLWtmtA9LhNKfQRpbn9EeAM/uY9c0DlSg7J2aDyuyI+aNaAyzWwurh4iPW+z6WAbjcbdnFRYCv62NKXoNgt6QcGUxYctZZpwYCn63igWGt6ceCsIzA5x35T4TTQ+jbAgHo8KMjnydvEMZDINAMc7D6N6iLN7u++9xHmIYfYKW419G1gZrX8Xag8aBjIYBn5ORuAej0ZGn63iuOdAsPCRx4acsx5zy76uu7cdO7U8c5kxrnuAptArxAatfRxXs/udr86BbhkG8QpzwLNKCAMhX9buA8+NOPBwBYO5n6PVnP4sMUzRnAXClmjSgZHP0eYs0/nePbwwPDRW0B92UmI0Hb4HlV4792fDKe3Sm0wFOLIV7NOQ48nbFKVAOfRuAD96I+jSnaEAGlHf37qAD8DW43EcU9EGQp6Fc4GwWzkAZ+Tb8kMfvRr+t0/PbjwvSN24R7Ijw9vspt7DTjYOzyBkP6XW/H70ZQLBSlBp6IDig/0uw9Lc+5+bY9nOlv1sAtToFuGycQtzHHLs+p7u8eCgGUQBmDx0js4fE8Kbagdw8OdKYZAPAA79m0uHeFqcgAfyaU63GvEeLgCoB3B9Eeg/k3txve3OqUuHK44H1afR693TaRy35caoAARlmI37+p8zSgFADOBH0cCNMfi61772vUcNHuEKUD0f3o2/FZ6dMbO7OBxSgeiHNkRp+L+uwW4CFkpSgU+lX0QsAUCv60FO+wW9LlIMc/ZpB4boPM599II89h+IpnEOHnfkjalA/pWcW7rcmhw9rQgDI2xj8Vmw27rcncrDYK17N6jS/61m2bfv+TfZSlPo86XD8Vmn2ely2HnzlUUgW7NhsFfR7sfis2x/a7Npiw2q16IZHs4/FBe3fs7xyH0cejf9a6Df+25Mp0HIYYwAdm4fisjTFme/ZSkD6IXtcfNtwuFXWbDcQD99slLAAhka+iNrgNQ/FZrTA9wDwUb8wuAB5taYrT8V34oPIAHZAC9wGjPq/vaiAC6C/s4elmilJQK3CzOfMra1RAPJANeghwuI8GgFArS7Q/kBbH7jS3UAxQRCuy0qDIcRH8kLeiP9KsNachtgL0KVEACv+xwI9mogPk6560t37KUlAAAtm3o3ALX/WqW5W8NgApT7OznF/1sQDj0Djw2AuIDjgA9mlrX/WwHP98eCBe9BpagdnGKiH4sL1CuaYvbZSilaCP/AJodP3PpxvzGobFMYDh6IdP3PpgPzbFbgAZr+TUAx+5iFfqCgV2QGcCN/wDW4xirsOXQb877TrMcBlxzHvOfspQABa4cvRDIdn9z6YCo+AbFMYxX0Q4dnH4vH3DAUXsha2PVDp+59O/6tkABClMWt2e4P6XbiPf7R2nMZ7tdRxB/yfOVKAtSuBx5o8meTrF/s412ULU4hSo0ZC9OyFvxQ/e2NigDQacvo4wPF397CA4HYAAsA5D1aWAA/cwvca+yo1rsnPXUATHZOUbuUbjSgLCHW4+b+9v+tDbrfPENlAK2tcK+jypWlHQj9eyAFqUxf0eHm0p+L4DXoFr1yv5LVOg+Z3Vy6p4BxuIUrtEn5cojP2ed7z58KUAsziwXowF6Ux+KpgeucgOVAOHQBDzM4qP60IgH9zN9kABr2acK+iObY/FCNw7scQ2UA9EKcwGjIXxw8lTlXPDGydJzHka9gpTg4BQKNAA+iF8Yo6oNKj+VwuGygFaDUBqzUfNC4h2cfiuF816DsgWALBYb+bzpe7qoBQeIhwuONlAK9kLVrgGB40v+tWC40p0zsxHdlp7I5cvO+APHj4fIU8MYAas1syPTFXds8w7x2UOA05CAU6B+593vHOzWQ9HlcA8zNafuQ2qPAB4VpstLM4Gwh6IBxDk6DhyEchUecR58PkKk/L2Gns/RtxEMc6fuffsoBXs14siHohwEKfzumA416UvVoewRoyNmQuNqj+t2uPD29XAAAIcaCP0RrcAAB/W7Bfj7K7ViPP6o3L590RGnwHDlwHnKEEA80cV7I+iNOHHshnoPfsM8OtQwNsD+SH1U9vFR9ELcBDHJpnFXfINgAABDiNfyc9oA9ThtPbO7cTwO4DPu+IqCDI7p8V+R3DspKDVkeIiH0R4gFcsDw5jUM4psAzUArjstfRwACz6nCg+OzgqLIW4fk8hCn87H7NgAoIcr080QtRn9yxX7ciNdoB3efzeAjf8AsGkgCBzA9wHuoZC+OHIOTHqD9+OzmQsH+t+iFvRt6HgNQG4Y2QAGgdafR7q/zuvfXnw2cGQHiAWtnHqcPby2hsxEZnPv6o3jnHDjymkAKdnn2RH0QDiz6lu6lQ+vZ9LUpkRD0ejI/wBL58x7xDAABYAxURDHCw/kBs5nrxoNgG/aAAt5tbe32W2z9/wgR58arGm6PkBv3ZdvPWUClQtyH0c9oGQp+th1/u7OAAoH+t+jyFn9zqPffvDiAFaD+9DHVmv0Bx0APbbYAKU40ARAezXiyOPJiA/e20VAEaDQ+/DJz3a5GTwNKzwxTPohwFm363So1+vjYRcAYwNGR+j1Y4+TGuQ48c8BQOHOgh6NfyRz5MeGL+3gKgFwtkRyz0Z/c7+A06cRPnvA+Om/dUYeQIB8ZAk8oInxHajQfXQKdkBHDI47F68+yObVuOzQpUBtXl2eYM5HyfHgNR5V4C/gFuAD6NMgFfoc8DxtWuzADGLgz9HHo5o7qOeQ0rw41TQjgY8AKgLuMDdz3RkDz3d5OlOZt2Q6B9HmDNv1sa+A0rwAbuZCnZpyZ+jivZAf53So8B6hceLWbgzb8gPR6shjyQ3HIW5ZyLmcs+z6PJpkLj5Mc1oFx7+Am0PnQjdv93Gq4Tw/HSe7PXTmaezcApT6P0c07If0u/QajSoXDioYDu5dQt6Aey3HjxaAUp3CNOz1Zp/O6iN80GlbU4uAMdw/RpxZz5mR4d4Z45H4D3Dzz3VEHgfP7R40tMe7976vvz1uUx7u63o+/PW68sY5d3q58c55nLGOXd6ufHOecUpKYx4D0t6OfEL9bnL3fvfV99fbdeWMcu71c+Oc8zljHLu9XPjnPNSk5e7976vvr7bnLGeXdbGeeePO68sY5d3q58c55nLGOXd6ufHOealJyxnl3WxnnnjzucsZ5d1sZ55487nL3d3q+/PiUx7v3vq+/PW4GKUcsZ5d1sZ55487nLGeXdbGeeePO5THu7rej789blMY8B6W9HPiF+t5k8fOXyFKOWM8u62M888edzljPLutjPPPHnc5e7976vvr7bnL3fvfV99fbeQ5HkcuXCR30o5Yzy7rYzzzx53OWM8u62M888edzljPLutjPPPHnc5Yzy7rYzzzx53nGfPdy5Hx5Uo5Yzy7rYzzzx53QOHf7rY9/dzXljPLutjPPPHnc5Yzy7rYzzzx53sHG/zpyHPw50pOXfy7rYv9fdzKfe/Tp1+9qryxnl3WxnnnjzucsZ5d1sZ55487g4Pk8uXb4c6U2mPDHd0+zwxsAGPDHdyD6g8MbO5Yzy7rYzzzx53OWM8u62M888ed7SOPnL5ilMpj3B06dPvbYoH3AOFOnT3YCj+WM8u62M888edzljPLutjPPPHncCDp50PxpXnTHjgOlsdOg+FigW8cBm3q+4fzPDh3+62Pf3czl38u62L/AF93OaiB57vkK86Y8cB09X70vxodn70Dp6nX6u+npT736dOv3tVKY8Ps6fZ7tlMI4ecvkKZTFvqDp6n20+2hTFuPIP8A2PtoHXk8Ax4Y7uQfUHhjZKY9wdOnT722VGEcvDs+R8fFlOn9r3ep9+edimLcOQ/+x9tR6830+9A6dOn3oFCmPcHTp06D4WVGD4bhy49nt7Z8+z96D09Tp9ffUp96Dwp6n3r31eAY8cB09UPzD+ZKY8cB09X70vxoquDt3bxyn4+Hiyg28cDi3q+8PzlMeOB6W9H3h+d/Z+9A6ep1+rvoUxb6g6ep9tPtoqMJ8nsHDifO/wA6D9wHp0vkPuIVKY+qw9Ol8494V9KYtx5B/wCx9tA68kp0/te71PvzzsqMJ893zFMpjqNOP348L7Jt6UxbhyH/ANj7aj15pQfuA9PU6fe9VIPkHl8/OUs2Nn0+9B4U9T7176pQbeOBxb1feH51RB4Hz+0eNN2NnUx44Hpb0feH50oP3AenS+Q+4hVSk2NloP3AenS+Q+4hUpjqNOP348L7KUmxsbGylGxsbGylGxsbGylGxsbGylGxsbGylFMdApw+/DhbZKfe3Tp0+9qLsbKUlPvbp06fe1DZdjZSvrcs45Yx6vu7rWbxDOBt2ejIfkY69aByB9MX5csVDp0/vWEG0AOfEMBxFkPyQrWntvmgU4BqBxy8ctYNexTMc60D6OKAz6lv7WlR9Hg3AAPd9Hozb0OP3AaVB4BjOGuH721OxbFBsFOGAAGUuHc1w5Azb0ApjHm9wUqGq6Dn8IHDzzzNSBpzMU2l2bDlj6PRnh5P81r3tZgAHm9wAPm9AGgeZypQK94Ws8fzcuTLAfkBa9+Oc0s0Ax7Po0pQGfUD81MWpQLVHwp4B6OcM/RDmzS3kwti9AEKZtQG8Qp317OaiwFP1u1grkKUwFKg8K2yAeaHo5syNPQC175xxpZoYDOAClMXZ9S1g9UA6CFlVw6ctctdPgNO/UUylwrzEfRD1P3P66VsF+TOIDTA8WeLIM2/WwoAU6YD0eD8gGbgH0eIizYPMuA8bj3DSoNwHsa4Yr2Q/IDj0ZCtQtSgN0dvtj5UAzGWgj3R8abS7PQQoHZ6Mj/S8fX38GUxcQ9H6NK0EBx2LUpzAAAL04PrYKV/2PEAZCnoY+0L0tZAC4cfODh0Z9QeX5uFAkGJ9naCD+39lWGZFMHgHRrhzFkAwx7OGMjwZanGw1uzSvZAKh6HEccemzwCrIfvWa+aP5TPJj7QtslKCHGtR9EcCIUv2OfLli9dtVyyzyMdu+eXL45VO/w8+da88da04Y9EfyOFKcO+1kAK0t/a86c2A/N16PtnkNcZp2a/RoPAQyP50pgL8OA8aCH0ceHji1RTaBUOvTlQPyOvGgcujWQ9EacGQ9HqHHydfrD2ZB/trUB4c6U+jx5Z5gNtkDNs1AMVDhYfN+q3cGylJYRDIecH0eQMhUfxYUDF7fvrWYAYrUf9bkRFkOLvFgvm2R4PwHH/AGPPs29CtKh9+DaXpfIBdkMADI0DzA4gFA+q1QkGPPncSO+sys6cAJjcMPHx7iM9zaUpkbgHo8aMW/W8BQc3+ujQD0cj51Q8396FP1uoBe3G1w5KAAPZ9rQh2Q4dmgfrduNrYxaydkKBcfR/JC1RZCg+YFOGaAFMWtcMTunTfEZgZ5cc+/llXDGuXd2fM+FMAA83ORaHzePm/uYU43qDXUOCUAOzm1RHzb182o3d8KDcaDirXJ1PsAPR4eZUP1vIVG1gt0Hss8biAejj0agP4sKBYbfVmlwZ3cPaB8/ZUefPt8mkpXs5C9R80PVv+th1uNhpcR4ABYA5tBw7uTHC3L2bFPtAPR4+bUP1sKUvQQoNg9i8g/JDl3Vwz3Zt37TQeGgncO3tE5UnGvBkBDFrU9StxtyHrwbgO+oeiHq1GgMU6WAPZYNl4B1Go2/e58367DbhslL5sHTlT1efLkFK7KSeWs7ozj5D3caSgAAB4+aHQfyKcOg91tilAAAz3cA7I8GKdLBbjQaBsZuP2d1PogP5++9EDmPQcd3q2DuGn27Kj8Px8aGWQAA6Uv2QDkHFgO++KcsFQtS/HAZqHq/WF/ENkrXGO7NKVwzjpTv4BsoB96d3Nj787iOylADi3HkHGnqdQ+9NgKD7qBbFfo/enfRez96B09Tr9XfRoAIf3h6ep0+vvqBilFKCFAp/rerIcHfAAtcB60rsUw0HO3mhzD9zEfqD3KF857g9XmyPD70pRQtYbcrfvfUAPzdKiFZ4x3+z4+eMx5z5fPzlKB9Eb8B9HgNP3MRqHQOHENlAL0vf1cDbFHQ3HqIYAAHhsMhkB7w80PVCnoAHABxQL4tsAFmR5eqADbs29DiFMAA/aEUg+ecfPdQFgZzYfyAxbH4oAEaW9mQHZwB9G9hr6I2xUQ/FVrjl7eAyzenMO16NL+bj8XW4dw26WAsDNh4/RCuQD+lX54H6qgqI8+HzFKAdMhX0Ax5v7j1wAcq0vsthyGQARozXlgPJXzzGnTZGQp2R5DQaM86Xr5PN+I8LDs4LdmwhQRD0cVpcPxQUz6uOOylKAAN78BoLHC1/1ug8K1HlQeTgAK9ahXzM17IWq6GvGta0tQdmhwsNqgPm4wNvxQXsH5Pt2cHCw4D6OBDshUPxQUHP5Neuzz7uXmeyFAAPLNh80chQbfix/P8AVdwcRthka9kchTP4vrgK9RDYDhagBQfREM0/crWDp3jxcAYtgBAfNwNhrd19vsvtXFuI+PA7gd5pQLPPg1+TxEAHg7Clx/u7IHdyHAZZoH5IZ/1o9/B1LcRuyPojThWn4u9af3tkC9Odwx3D+TXwEetNg0ggRI8YWMoGvs00pSiH5wp2QGvoj/SxwPTHO47IFRoPRkfRzUAARD8Vi/AR4XANnANeHIcc6Vt2fDHt2aAeIhfzOQhQQ/FcOQha3eFIyjKQcsuEcBHbPfxCPb8h8PMzTma+b3CPo8hCg/rQW+987KHEOYX83uG3mY8c52AC4VrkQ9DAeaOfJh4ceddlAK0CngyPGlbeTramNoneMjp4YY9ufZyp25UrNhZtXqAflAH7mONnBS3Xs2pcKCAfkYqP17IAYHF2fojelAHDHtpcdlAPNDhZrh1C3ocfz7V8+eHd7qkiPAHxE04AwGbNXpmoh+5jsAF+eQ9EeTI/0saXDnxzw2Az4hjIUZG3mc78dnM3AOAjfAcQClKsBy51xfAbR58SOXnfxEefGgArSnOvoZsFP50I08fYADVWfo1C1AwxxEAuAeSx7OvURkLs24MYZDjTh5PryqGbZBQDHeFuze1ArZ1S/uyO0d3s/V+757uqOXs9tIIYG1wZ4DyD1OI2yPIeWzAD0QG+Rr2eTQUt5MQp7BoGLbPpYLcB+jm4fuePa1wxs0QrywIU7N/o/uY8+Nu/Yvvg7+C8vcYHdlAEeeQHw3AdlKAUEBCg0AR9EfymRr+t/nrzERy4AqAUp6I/REa3Z/cqjTvaELXAMpQOIUyAeZX8kc+S7+NBxULhs6lBxmtfM6M4/E9OID7M7Qffh47iOQ48s/ATSgFQpQLAIeiI19Ef6V+biA3pUXAFwtwH6I8mf3P66j3jjZADl1v2KcA/cqB9VbZ2UArQadfR4iAfuffx6V4bZ7o5n4effuquEdvb3fIUoBi3Dl3erfvv38zljHLu9XPjnPNaYxjlnqHmY2KYxjlnqHmY2ihUbgPJHwB8k0nLGOXd6ufHOeZyxjl3ernxznmtMYxyz1DzMbJTHdyzi/oe/OeaowcY7u75Hxo5Yxy7vVz45zzOWMcu71c+Oc8ymO7lnF/Q9+c8ymMY5Di3qfX18VRg7fJHzPhyzOWMcu71c+Oc8zljHLu9XPjnPMpju5d3qX77+8AMW4cu71b99+/mqMByj29g+M+HicsY5d3q58c55nLGOXd6ufHOeZyxjl3ernxznmcsY5d3q58c55qjCeXmPmKOWMcu71c+Oc8zljHLu9XPjnPM5Yxy7vVz45zzOWMcu71c+Oc81RB93tj5ijljHLu9XPjnPNOXu7vV9+fFeWMcu71c+Oc8zljHLu9XPjnPNUQeB8/tHjSUx7v3vq+/PW5THu7rej789bryxjl3ernxznmcsY5d3q58c55qUlMY8B6W9HPiF+tymPd3er76+268sY5d3q58c55nLGOXd6ufHOealJy93731ffX23OWM8u62M888ed15Yxy7vVz45zzOWMcu71c+Oc81KTljPLutjPPPHnc5Yzy7rYzzzx53XljHLu9XPjnPNKY93731ffnrcDFKOWM8u62M888edzljPLutjPPPHncpj3fvfV9+etymMeA9LejnxC/W8yePnL5ClHLGeXdbGeeePO5yxnl3WxnnnjzuUx7u71ffX23OXu/e+r76+28hiPI5cuAj9lKOWM8u62M888edzljPLutjPPPHnc5e7u6e/wCu5yxnl3WxnnnjzvOM+e7lyPjypRyxnl3WxnnnjzugcO/3Wx7+7mvLGeXdbGeeePO5yxnl3WxnnnjzvYON/nTkOfhzpScu/l3Wxf6+7mU+9+nTr97VXljPLutjPPPHnc5Yzy7rYzzzx53BwfJ5cu3w50pKdenHp04V+9tkAMeGO7kH1B4Y2dyxnl3WxnnnjzucsZ5d1sZ554872kcfOXzFKbTHh9nT7PdslPvQOnTp96BR/LGeXdbGeeePO5yxnl3WxnnnjzuBB086H40plMe4OnTp0HwsgBjxwHT1Q/MP5n8u/lnFse/uvcDh3+62Pf3c5qIHnu+QplMeOA6er7uuLJ2fvQOnqdfq76elPvQenT7+0KlOvTj06cK/e2ymEcPOXyFedMW+oOnqfbT7aFMW48g/9j7aB15PAMeGO7kH1B4Y2KY8Md3T7PDGyowjl4dnyPj4+dOn9r3ep9+edimLcOQ/+x9tR6830+9A6dOn3oFCmPcHCnTp06YsqMA48Nw5fL29s+dB+4D09Tp971Kfeg8Kep9699XgGPHAdPVD8w/mKY8cB09X3dcWVXB27t45T8fDx86Y8cD09X3h+cpjxwPS3o+8Pzv7P3oHT1Ov1d9CgfcA6ep1+96KYD5PZy7fOvnTHuHjTp169M3KD9wHp0vkPuIV9KYtx5B/7H20DrySmLc+Hd6n5u4c7KrhPnu+YplMdbcenTrw92xTHUacfvx4X2fTFuHIf/Y+2o9eaUH7gPT1On3vVSD5B5fPzlLNjZ9PvQeFPU+9e+qUx44Hp6vvDxuqIPA+f2jxpuxs6mPHA9Lej7w/OlMe4eNOnXr0zdSk2NloP3AenS+Q+4hU2Ur64/nD7e4fvxDOzc09g46gPLl16iHHZR4d/Kv5h8bd+ycvZwxj1bfUHdTbz693ABHKN/Zy7fOjRDhjjjN2eHYpw5D4bNEKD1v9GwVFn1OuLBs+geObBzD1ft94glK0tkQ+j3c3f20pmocNlHsy8QCd3HPj3ZVBXQZc8p/R5Zb/AG8486fn4Dx7NrM3uNs1rgagItAKizXmIYHh2QD6PdUbcbhYNvQQrQeFvo+sz+58eVeXUdkALh3D9Glaize7sM0HmPIedqgrqY3cI0w/jz1kmksABnAfR5Azb0MCPW/K1QaAej3gHo8gZ9SnQadegB6e5rhfIZ8z3UxQKbeecWCjX0c0BkPyPqvXkNB2gZgHiBVKZ+T/AK1mtP3o283u5cagFKgwA9H96zw6s+px7vHAetAAQz9EadngAM+p9QAGee3mAYp0D0chRkaeh068eW00po/WHSmRZC3md43pS9QDg3iHClfo1x2QC3Y+/UPReAUpxszwxdn1PcHINmsjawcB+jTIgGewHfw/OEjUZTu8ctYPaKkCSOZjz+2kpgO4Ls4Cgepi/dWtOQMoFGf9b9HqGPM+/TZ/IcUAbAF7AyAD6HjT+8gBfuEOHqhijPuAOQcNV0HMD3Aed2U76sBoeMDvy4zrn+w5tsHWzXDFRCn0Odsh38mhSw/m5AzX6AcsX7h2UKebzoAUp1Z9S1vb38EtXPPhzpSlGQz3gAcg2tTDlkNYkyN4XcTxnLLUU23tAA4dQ49n3B3DsBbHCvDu9X3+3gtK+wQ4UwAB+SHiHsHZAClw5XsHMA4M9eNPYNwVUjIbxM6clM+0eHOkp7McO71ftsHIOCcWaBzHH731PzB38l5Wx05dkPyOV+A+wKgdkKBnh9EOnqdb2CnSg0VAEV5h9HoAB6PPs/uf3rkNkpinMA9Hoz6lc09+K+lA8R/J5U/c+uR8bWaAVoPGg/R/ejb8XcOf1DykEjT4HPLlxAikA+eYPwFeQB6PLOP3t/Q68LetiqB9HxHzf3t7Md+PHG3pS3PzQZ9EePZ/cuNe/l0aIZ6AAB5vOg8XXGo3yF6iG2oMjWNcgN27dwI8zVIPu4fc+RrzBkfN5jf0R9XkxxrgAp6uNmjf/XNcQuHo0wzwsHPhQNvSnStAAPRH1a/zsa3rcb8O1mqUoIcgAPo/vR/pd64pcOQDetqgqYz5DvOEfA158a8gpjlTkxxEeod/BtqUpnpgPNr9Hn04XENvSno9aCPmiOOz+58efD7WgGBrbIebkA7NA9Aa1EbUqHINlVAP4duHnvn2U3kHDjbjQPUpYOdM3psg8ADvG3G1rM/mznABs6ggADxEfyciPZ/c68a8cWqI3QAoAND0HGR83iLHXgI4EQrXZVT8vaKSzNK/Ze1ObIfWPiOG1EcW4WDuDIB3Y8MBsoALVBrXgFh4U5MiHGlA48MVUAAACtq2xypzYqOeo7KU0Ba5j9Y8unX72qoNBYBp30Dpm3Th9QAAgALI8f7WnLmwAcR8OF6FK8Pq7uTH37qgKlLS9vs7uTHs+3iGxYQAQD6r1CnJkfv4AgDgB42C3cNLh3f3qDsoWG+B6U4hzZDj960qpSh9EQ6DjuqHojSofcQw5kArTn0CnAQGzP2D3VuGzQpimb47qhTshbmPTgOy8AHiGAp3c2PqAOF9lKUMAN7DyCtLVsLHhT6tnUp2g4gIDWl+F7s15ce4eANClR9ag1p3CH0a8efC1cbODLIjxAQwPCnNjjTl452VaZy45RzIGfiAfJpoM14ZvZnFOzX+dBQRrwpjiGHAFKUAfyg80Lejf9ZzjFcXHZAyyF80wF/RpXzKUC3EaUDFqOBn0bjmg+b+9oF3eLBStMBQeSojn5McY4nw4Z0oWpYaA0A17PDzbhRzelOvDGzw4VDAiHo8wC/60NRqPWlsbMBnGcU9Hl2aZdhyGgtUxYeTgDAjzZGnZ/e83dg4VGmAoPJpSDw85fMU4GbBQBCgD9AObIVs6C/djns4MhTFQEPMEKANArTyQUEaWuHCtdmgAebx84Q9HmDP7nz4j4gHouZ4UAcB9EMh2Qr+tj1vfAYvSrZjKZ5g55jiOzlrumERr7xy+B8wacAYsNq/RxcMfig/NgM5BgUra9w4c6BxZqNOoD7NngyAUyHnDTzQoA0ZrfyYAHspWgccIHdy4UpSnDsBmvIO4a7ZjlujhxXfGWee/nvJkCT4eMieGkx5FKFwrigVrTkIB+TXvoI+wLbIzypS4h6OK0Gofigv/sfbsByC+QG3cNvNv4DTpsocB6h9HFaBwdje3PkAjYB2iTr2ezT3VZRz3j24Tx8xSs8LcQGzPMAqIVdVGntxkODgoFLDQKfRxQQAcOqeFKhS442QKVZrUKCz9GtgoFf1ulbYoHQbbOBmwZwOGa0HtM8nda+3aOPnz3RQLkD2bo3qe/Tv7dVBmlA9voj+Uz+5VEbcenDZwM0EPb9Eb2Z/cqZ6941yAFwzSt/MrwZ/cwpjpgOOFZ4Z4D6OBEAARr5Ko268MgFdlQF0O4RPeFyyz3nt7TSshioZ7I+jzZZDHkr1p3X5XFWWbs0vgfRHmFf539dR/NsMgA0sIUFmtGMUpj8UF69A6VG4OALAOKVH0bekz+5VH2D7Q2qTu0jTug8IAz1OnOojTgInvA3D4ZmN1AWDpUBHzeACzj8XelfdzEELM0DFb9n1g4eTH7Q7+AuEPNxSla+bi7IhT8Wz+b27Jx53EAHs14MjX0Ghty+sNqEk94zy1Jw56dm4aCCTrB493gB3fEb6bSwB3h6I8wG34sB7wEBvgMbIAfWIh6OLMj+RxoFgpXkNtngyA0tao4YrkGafzqniAdK7DIY5hcfNHiAfufGg8b8RG4DIOU75AiOGHll4dkwKge7l2a+eVIAANO8aebyZZ9S3sER7rUcAB5vPNOz0Z5MU4cg6YAQcyFBCw8LdkeQB/S74vYacgvVWQxTkz9G9PNrbyY5/PxreCeW+cuECN2mnuImKUjIB5vQAH0QC4gAfkBmlrgI9bACsgAAHcyPo8bB+QHjkONACzgZr2R6s37I3pTj5OvTIhe9MC4AsHO3AeYU+h1xjlSoCNT8By4Hz4ilMp96Bxp6n3p30Oz96B09Tr9XfT0p96D06dfvUKpTHhju6fZ4Y2ilMpi31B09T7afbRKYt9Xd6n2+OdvQAx4Y7uQfUHhjZKY9wdOnT722UplOn9r/zNinT+1/5mz6B9wDhTp092AolMeOA6Wx06D4WUptOn9r/AMzYpjGOWeoeZjZ1At44DNvV9w/mSmPHAdPV+9L8aKUlMYxyz1DzMbFMYxyz1DzMbL2fvQOnqdfq76FMW+oOnqfbT7aKQOHnyB4U2mO7lnF/Q9+c8ymO7lnF/Q9+c83UxbjyD/2PtoHXklOnf5v/ADO+317KUlMYxyHFvU+vr4lMd3Lu9S/ff3rTp/a/8zYp0/tf+ZsqMI893yFIAYtw5d3q3779/M5Yxy7vVz45zzWnT+1/5mxTGMcs9Q8zGyowjcBu94+A85ynLGOXd6ufHOeZyxjl3ernxznmtMYxyz1DzMbJTHdyzi/oe/Oeaowdm7d+rx7D40csY5d3q58c55nLGOXd6ufHOeZTHdyzi/oe/OeZTGMchxb1Pr6+Kowdvkj5nw5ZnLGOXd6ufHOeZyxjl3ernxznmUx3cu71L99/eAGLcOXd6t++/fzVGA/t7vx8PE5Yxy7vVz45zzOWMcu71c+Oc8zljHLu9XPjnPM5Yxy7vVz45zzVGE8vMfMUcsY5d3q58c55nLGOXd6ufHOeZyxjl3ernxznmcsY5d3q58c55qiD55x8x5ijljHLu9XPjnPM5Yxy7vVz45zzOWMcu71c+Oc8zljHLu9XPjnPNUQeB8/tHjSUx7v3vq+/PW5THu/e+r789bryxjl3ernxznmcsY5d3q58c55qUlMY8B6W9HPiF+tymPd3er76+268sY5d3q58c55nLGOXd6ufHOealJy93731ffX23OXu7unv+u68sY5d3q58c55nLGOXd6ufHOealJyxnl3WxnnnjzucsZ5d1sZ55487ryxjl3ernxznmlMe7976vvz1u0pRyxnl3WxnnnjzucsZ5d1sZ55487lMe7976vvz1uUxjwHpb0c+IX63mTx85fIUo5Yzy7rYzzzx53OWM8u62M888edymPd3er76+25y93731ffX23kMR7OHIcOAilHLGeXdbGeeePO5yxnl3Wxnnnjzucvd3dPf9dzljPLutjPPPHnecZ893LkfHlSjljPLutjPPPHndOXfyzi2Pf3XuvLGeXdbGeeePO5yxnl3WxnnnjzvIfj50z07T3UpA4d/utj393Mp96D06ff2hVeWM8u62M888edzljPLutjPPPHnecY893LmfDnSkp16cenThX722QAx4Y7uQfUHhjZ3LGeXdbGeeePO5yxnl3WxnnnjzvYMD5PLlzFKbTHhju6fZ4Y2Sn3oHTp0+9Ao/ljPLutjPPPHnc5Yzy7rYzzzx53SD5PL5ilMpj3Bwp06dOmLJTHjgOlvR9w/mfy7+WcWx7+69wOHf7rY9/dzmkefb8KZTHjgOnq+4fCyU+9A409T7076elPvQenT7+0KlPvfp06/e1VRhHDzl8hXnQPuAdPU6/e9CmLceQf+x9tA68ngGPDHdyD6g8MbFMeGO7p9nhjZUYRy8Oz5Hx8fOmLc+Hd6n5u4c7Gz6fegdOnT70ChtB1HneOR8+IjCBGm7dzUc/J7a+j9/v8A3NkD229nAOgfV/cBfv8Afh9+OzcBxDGA6B6v5vDAcIHnszPblur26UOHTFugdAp7KfmBPyc8OHcN/Ntw/J9lKbHiHcHQPV+/1AB7fDkAeqFuv94NV9hA8YHL2iBymlJQPNzhmnm8hAfyLYxbjYKAIMAMDUcBw5iz6oeFxEeYBZwcLjkLUxZn1Pr83PC9I596xrfiLd2aI5m6sYWgJGmWtS+WZcpZeD4gVzyClqTEcR/DkGGHr9UTiRw2XbIOF14fcsuy7wHz4uy5bBlh4LxiWYKpY6KJPYNaqxhSTpFSLDege0LZqLNKh2A5cgrUactm0oPH6X0Q4iyH5AUHvEBzYOFaiXe8a3+k1oAgWaMA7miUq/AkyoOhiPoKXP0ack0v5bhKMUUjEUNq3yYtTATlhO+UkdRJHPiKsnkFIp5YS58mVNOnzh3+/TVvhNd8QbzOSG7j1paFJeaYovm/AcZTHA6hTxRZqqhGFEGAplxShKZZ5BBuIoWb+WVuWykjPyRpdcKRIuy+NvSLtl4Sbf5i8mWTjEQATbcAloAzKgZ5b6xDDI56jOCOEbo79851ZFEK07ht2eXZAB9Cn5852bbvzwDgAVr5lhv06hWtIft/rFcUQRui9ZMUwVEq/CMTpEMy0fJMSQurqMPryY9MTzleUfvU5YSXxNQJPHxQwYLPWyxl009LmHzlvtO3jbI7z3Si6txRuytCsRRMsqsRRAt6ZZVqayurigbV1lXUjcMkXxtQU1RQeGTp86afNNPTBs0/fP37xppt48baEdrY/wApgj8zHP8AbYYimUxyB9oGswO05cc6kMp6Oadpn6Pqh6nPrsnAArwDIdQG/mBQQDoFuPKtorb93V4mqqknOtw5vL1J0nnzhF2okZXzNekj7BR+8LsHSb1mRzTLwqZZdgYcNstCy06eMNAI1BrbTEqPhMEzp7kl9TkduddcU5k2El17C8VKEqU9fmGShqJi7h2/fw9EBuEJSK5dGXXJd66fvUlRbLH3bl67eNlwdtsiMdPaH5xnUDA8yD+ruGZ3aTUhlG+CYAyOsqfPZVrARta4c6Z7QgGOyHeHPlx2YP8A7XC1qBfzeGOHG/AOBN33rNmjrTgGOozmlov1BaKVOD4wLQumQXqGhyIociKMCL5GJKzyJ0IrEUGwc/fIrh+abSm35cqbcfHiph2Jh28YF2EOu5ymPMOLN7/vx4VimPIziWF4LnIUKQdDUQROtrKBCZR9NOarh6VhpHUTplOQS7xwVLOW3CUWKO23RZw7aYFhy7ZZ1F1R0QUSLjFQcxmFLEkEA7iNBu3VafsgaEgabwFM5id0Qf2WhKWCnNnhTgHq/V/ajsgBYMcOHGrNvRH6gt04rS/UO1w4W49nhyt7No9N65PGaWmrd2ar57STij5lTVlnLRqIYJioUOHYj+RVgF1DJAc+RItRl2HFH/Apwy7+LqySfKj5Tti4F4ww2zszBVZjMKpYxrAEmNM6toN+QmP1cJykA58z28pCadeDQ4xUQ9X7RpzvXYAMd4cM2Zt6Pv6chqoaQ5X/AAgfVxpjkhqXRN8FLODUidcvkOPk+FVXRZp5VFFBKrTDTx0nHFEnKosWOPy4M0bMOC7p22Posht0d+gl+EOBSm+olJS4/wAw7ILFhEf5WHXj452xF4sAwsXiCAQfyWYIkH994VQsSoAVs4M9XPIARmeI93GrEF7dwDgePZ49n23oHsGyAAVDvtYeTPqY4VDlbhSovAOpbe46Xd9noq3feq7XhDmpiW09paLs2IqKwzpzkXLIgbR3sMahSSND70+gSyTYvKHEyJZQFV14eR19PYNOTDhPfMvCwHXJm3Ty7hGtKDeg4BnPTxDjte3cFwNCspRijBsMggBvzWYRDDfVRnyMxnHLfPOmhYAzXs5pS40t6HPhnNWbWaP2dlkPN/ejSzHHw9UKWfy9gY7h/JtT2B3Dit3qO36M2oo1LR5pC3VmjKI9dE0JOnzyXOSYr5Xew5J+CVtNOmko4iFlZwwVJqDourkTyQ3Eq/FcGox1YSzxCF2YqcMgpOpe4tsAsftGAACzMeCqoLE9g7cqHKJ37u4HLjr3b6sf2r7QD0eXZtZjoHSv0QpZoUtawjX0cU7FA9Dx5fk2tBNu+t9I+1E6hVDQ1rN03Rfoi1uEEw6rQ/LiLjJo/CM000iRNLJl/AiwoJiYedKQIJA8ukk54wsoq6hJagrw5GCwJcyQJzt8s4AMU/Jv6HUOub421tOjjEjTqCMJBBGRBBAKkZEgjnmDNAQdKYAV7PCoiPo8fNt6AWv0EOQUs0KW6jX0f3v7mFOF7CH5VrVfPgr8xphzK0qasVOY0expH6klawYlR0tRjWJ1uKjyakOZcy9MOUsgbXTp9+TTnRgyYfuiJd46Ku3z9+9YdA28baHs7Vtv0pGaNpwTUlHMLSFvB4zdSedlTEUTWlbICDohkyZTX0KJUYHFlIjpcm1C4PUZFTVL4suqKimJhdNUE5VdPalyYGnlU2i2bKXn/Jq+gOcZkRIHKokQCcp+NTaUoPdQA80OPZD+l0yPULYzRvZDzQ9o+Z+9/c8d4ZAKjygXj/4QbpsgOAJNTPcaSt4RH8BzqkiUn0jRRLWQ0ARWhQnCZmLY6hF+kR4tsTnKIqFFKY9l8prqsQKqCqnEYbVUBSeLAtnTBUjw/vhd6pF80dzFp+16aFo6nfp4LTd1UJsHJaifeI0GTMZhuGSmoaDolRV1zCESxiiu0xTiqXTtVKlykRqDJgoVSTZlgocZekyptptBXZWxlENwqJBKiMxIA3jxqCVjjAGXKR47u3xq2PSohawW9HFOzW3kuuBoHcFtkp2hDkHDs/vb2d8eFQ8MbVhvhJ0x5hwDIDd+qECx5GcFKERayZdJC+dhKJ1uGjS2kHIKXX5xLVzKMcIvVFNNP3bt8YIG23xR88YYbeOWmmGWgs90BkA52ELB05sdOA24YqGi3A1y5bgg2whnjjBIy3RGdIkk8xPdhPwNMG1AALgFBEWcCFOboL5uNfGtGgyI06Wr2R5s8nfv/MPLGr3W1pg0Fy3QZuar5nfgql5Ekbp0uESIfmXMGOfjsZqiDEUTEEb5JltCMYrZb4whwjEJ35QNphdKdfJ/xZ8edmzRAuZrXb4ff2aC52bvqdMttEms6MGNSa6pSsewG8gKAdTEoopZKpE14JWIu+To+WJawOnozAwaQXmTrt/Eqe0pkRMJTpg69OsEn9bu0WrQYs6YlUtgLqHaASAFJmW0GVVIAkTu000w+0xz8at8dgfs+i16vqffrXzkAKCFKCGRDs2EPN5sdM3DnXjWj0UfCGN1tAmjvSrBM+dZqw3O6D9O0mYZm+1EUnNUMZxA1MxCl5DqZHIrcXkpPxATilV+chVT+PxCUXFgusGvKH3KoedGGTTyTHULqglbqP3TWrLVDpnmKdiGXETaNdWcQy6mQmpcYQGogcguXMzIfNLCeTipEhSMIfOocVQypOip02mphph+nO1Ig8aKvCpx4W/adSUdGYIXKK6swAEmQCSIJAJI1NVgdsCTnu6sjlqedSW9moMiHH1R9W1nfXqHLIgIHnB1DoI57IB9AR+selhDaDf4ORGcYR/ulNPUVR5FcSxtE6jFE83ShEcXLinEq8ddkp2R0SJMHFhaMHlAywUJl3BQqy/MtsuCzh0XdAw6dsMs+Wqvee7weRGoGY8qJObmKeOpmWsHKCSThaecLziNwygTALH4bRVg6eTUNjT/ABayQdpSson4fessxEpg+MJD0z5R15b4s5dOgtW7rBgLiqwAV3IxLig4FY5DfAFMOh3GOe4cOM6Zct1TmgFQAeICH0RHHZ5MiOBDv6hTZQDHJqgY/eiGGadLDXkPAawUd79LeRyvguLJjzC3B0/IQgSBodV4tjCKVzUQaJI0Ow1D5F8qLS2qHG9LfYLJ6anljBs2/aDsu3DptsfR2mV3a2tP9MM0ZSj1c/g0/BD+FExMJyEvvnh8/wD5C+Ykzowl0DfzsCEYMBU+VfmkKx2fm0n/ABH4/wDJ1TnxUTxkl+1cbApbFhLQ1u4nVBAJ66qDmQMs86AA7s8uI3qB4yfMV3SH0R5DSlBG1q5Y5DYACttlAKBXkIDj97TDNOHO3Cm1V/QRFMTqHwmDeqQweiReOw0kaf00wkw8bV1Eyhpj94a0stPH6ckPnzxPIvngmjQvHpYu5baEy/EWhF887VqIAxXlSosjw7P7lW9B5Z43rNq70qsYw4bj24mZwMVnQaxMbqkAnIZQYO/9H4ifjScR9ghYKB6N/Q6Byr1oFFAMD3NB5v72w/iwpgMAA9LWUAHzerIh6I3AOz+586YAetNlZZ9EebNvNG4B2c/ix5cO0Fc020jnw4biD8Pb2VIGYjLfE9h38JG7PDzoZZ9HOcdnFeyHB2FAry7OL4srIY7hDGPREAH8WFLBanZwFekBOjDeizo1B75LXToBi5iV7EntO0FxUuyyOw9Di0Sj1SVoRjKVELLJWI181EiijKbKa+jVYcPypGHkp+L4s4esttOyRryk/IBil/8AW5AeyH5HCvXAbYpcDgshOTG2cvzkhSNDzI40EZHdkNd/VHDdlpvHA5DNqCPqjgPV/cwp/a4D2KAYzkQHzeHmjT9bDHCoBgKdEAA83nRrhxEWRp6AD4D3hyrg6oN8DrkhPeXzV3cujTQ5L3UzGcuoDhCYpYyvTrR5WKh+HVqA4FiteOGX8ZmofhRyyjKEZlE1yWcrrR8648m/dE2xYMC6o9xbcMcQxEKAFLEk5gAKs7twqTlBGYMaf2vHiAasgs8K+rkM07Na/i8BzvgLhwKAAhniHo9w5B3Th9xrtXe/Rr/CG6B/IV5S2t/NvSBDizw/CZTgHDnyCgGtn4Q3b+QrylyA/wA29IHoAX/CYHIL564pmL6gg4L2X/sLv+RULAMwdM8jvjmeZqxEFwC2b4509Sn2ddlCwhWvDhmlPU8L+/bmzSRHWpCZEhoOjDVpI5H05T3UzMTMRfKFAjqHplJcMlE6KFZOhl+4jKFVNaQ1RpehgqkRA+dk1F80nvlNtOMMuTJV86dx8art7FNnTRP6PZJwzurd4nqPRIJGFwJTokXJCJIulXGfzjgyHItM/NaIk9COFFAIeOLr+FVryJlv4rESGrknnYelW3bFzcVVDNIDREq0ycwCsSDxkCDkavkM9J5ZyY8NIqZsPvbqz6gfVTvsNHMgACAdWvo04B6ltq6kHfCCip3UZpv03Th3cWuLTJFGp2Z8NSyl2s6goFdS0TTpxfiRAhk6skSsUFElRX02GzURpT5cBDcHHpNg6SdPfJPDpbyi/CQNSk/NMmnLShEun6bUbyhX4x1lQHAsUK8DLJhDPLkIKcBzAUD8PKD8uDLT5NNHUsgZeOREBF8UctstALFqG/bwPcUlgkYgAQZMRkwG4g1BYRIzA+Me6fnVixm3t7PClBEAAR9D8/DIXo4KeaF+H0OQhzd2zyt9YVbN/fMqY0EbwLcJIMGR/GsIIUb6u1ZJjVGhiKV2H0mL0tidejkkymxQnJJ0mTiBPZJqqqUAmrOThcCykoOAdA6OmGHs7utLVd+g2k27nB+AafeoztxciQmMu9OEDBMGYwfLZdSM/L3zf+NJ4CgpgJnk1Q78YD4u8OEw7DflPNdKMV1SIFrDJzMyqvoASImO7nTITlkMjvnId+Q7vh1uAUoIZuPohYas3/WqBXvCtLiOzgClqcRCzP70eLqo+A44Z2os78ffBRHqb0MnZZwvol3i2lNV/CxL6IGJtTuk+dlPBBYulAtO30PtxcnRC/NOlZaA2DtPTwZBg8Dh+y20AOwZ2lDlBv730NymldDpndVb2SIX6BLyCkZ+vpGmAVBKXHyXDKUReK6YfeRMy2eTlJ4XaOkjjbLLZks+dP2gBpugYnabbOVGiqrYoOZJkj7O6Nd88JqJXTdlx5Rx0jlwIOdWZaWtzH6NKVBn9zCniFbeljYC4hzqAiFPVCmWOfQRCmQ2rl/CUo+iD9J2Wo+hkxFcAqy5MHT6suXTBo7DkVoTtfWC5p+jqTxPeuDJI+WdGRIKhRgx2WX7t+4bF4yzQJstIz5+a0paYjJl69MGTOnuSr8wYftNvX798+lvDDx6+fPXjDTx69ettNNvXjYtNPG2mmmmmhERGwcF2SPsqryCCCGJEaZacSM4iszr3Ad4AmugmbUrewfRCoCPZD+l9AHh7eAAB5o3yz9Hu4+Szame8eVcTeLbw7W9Fe8IlrumN288lxLCdMTQAxM2ampGbCaQiFOl/DJhEV10S0JwqpJS8lnDqWhESim+Nn4bip8sLKyjohZJSE8otL4fY/SW9bsfMF1uee/V1/qEavHbTR1uQSo+07QO4ePnnlXjgpB0HxeaTX7BbtMuHR9t2UePmXTT9gknO3/xEvXpCS4RGfDkTKqoMiRLEEkb4BHOgEnSYz9o8/sqxMAejYcs/RxQQuH4rPs5Dxrs5kAtkb19HHnAH9K48LhUAyO1a+Nt21vgNLEHKsbaLd7/ADXnkpwoTUV5mS2teD0aaZaOXRNltRMoTubUUGIwXUg2edsPiia4YR0dwJh4UcBE8OEnbRpx3LuXd5Ua3o2jYlPOJoQS4GmpA8cK8pJuoUOicahMxGqChwzEQRLB7Ck0cUSUORKhRUjqRdHUVFTOIKi0poTxYWnSa5WFALktgZWRiJAMEMBE4WWRIkSMj2zU4TpEGN+XzmAeXZOstrIY+vzc0aD9yAeI8bWuGzgCwVDnXzK8QpT8UHhQOfUEAA4BzAfNwNWcfigr4W55pH/vBYx3kEGwDAZrdsSn0+zXmMbjA0WmEmahz6smw6lQUyjGXpU+gvEeY0szDa29XQJF22HigpOQIiYaEmw2DD9m7HCCYJiMlEnhkBrz8aYT5nly5j21IHTp3+b/AMzvt9exTFuHIf8A2PtqPXnTO1u72/4Q1u9ZfwXMvUvpU3c8PQvH8fkpZwu8hlzNKMVA9FyiirS+VJNpyJqkfmS7h4nQ+oNCdessl2H7Lhw02Dx+7AZtdZkZb8BEnYdIaDZTaA4ukAxDkPvCC1qJPzYLTHexW8cPmomcvnMHTJhhHZRnBj4uwlCCUwaFjywv37/zG9sxeU4oW5K4ZXAcXWkjLXdVYPCpe6Yt9Q9PU6ca/bU7P3oPT1On199at0qd6LvcZe71bSZu7NdMpdCkNFdRcKxHME8oyATJwqsRp8Fp8LzdNJRkguRNORaR01SMRPKo+WMuD8LKrp4lMvvINOjL52/KWjX7L5pw+ZLtMsGBdPQcNts1YYfCwIOm2w8k1Vllvsi0HZasGGsbWRw4JAIwthIYQQQAdOwilelMeOB6er7+uboAY8cD09Ufzh+etD+Av4VV+3M3Yv8A4qR1/wDAobQwaw97Lv1dEWsOB9FM3tW+iZSmTGLqWb1RjGCpdpx+V0u2ZpRA+RUYJjrkRylhWJEBpHT2ScYRIBOEFYCUHqyWqkRU35loi6za+EEtbuqCQJKrqd32+3wPKVX/AGmPcPTp16h43Sn3oPTp1+9QrWi/AX8Kq/bmbsX/AMVI5/8AgUNputGMPauoY09Qcja544lVMbUqWPRU3HEWSVJHyMulBPMRQrP4QdIhZTg2BDrD8jCTxGJKwvoZIg2rODjbt6cdCwbfaK5Yx0dxcplgAN2WTHPP2HlKuoqY8Ps6fZ7tgAx4Y7uQfUHhjaKaKd+NuoIJieIoMirWpLNFiiEV1XhiJEY2kR+JpJXkFQMJSwmGRcwY9dCYIKBQyVfC7evXflHTXYeNs0aGAvRlvqpDIW+E3h8bTx17RI/0UxNCaS500k40jabMRScLLDB+X7RwZdS/NFVRNhI2JctEYPX5OGkVp47aUGRetgabB/Rr9tSoxKcTYTDL1cpk56fMUq6ZTHuDp06fe2xT70Dp06fegUjx0/b2Td16qJpIMlNPuqaA5nzTiYstHEKDUFMjNwpKJWHUc4vrT90+VoWTiDtggjpp069F+cdC07ciw6B4+bYdvIgt3tMeYi78I03ssALcexoswJC0pUY1DEFKsULijCUOGXx+QovjKDDZs6+R0h+++OnBePk8kXePPjZnttteXe9uxuqCmEhg74JUggGCd0z+NKtFUx44DpbHToPhYAMeOA6eqH5h/N6AGPHA9PVH84fn481EbwLRXpKixGgTUrqUlXJaMIhh1zFqJD0eL7KQpKcNGFJRR3KyUctuGwfEW1RHUyQPAaH8eSfMiyFGRauSFEkgDiSAPE0rr6mPHAdPV+9L8aHZ+9A6ep1+rvpT6J76SUv6e6rPX+vdB/S7f0NbpomDcfPvwG/hY+bSY7bBy5F38VCIvlP40LTIO/8AovyrynlBFoZLteG9F05zS3euuSI9Cmr2DItnVKGQp+PyavJ2LG30VwO4dxJD6QXiN2aLunbZBn44oOyDD3tj5Roy077DTAt0yF9CHII6hYRiEthEyonMHdSp16Yt9QdPU+2n20KYtx5B/wCx9tA68qxuoKbcz5gfBcDk5Yzj2KogmtFOj+VkURBMI8snfnaqREfmBBTZxZMrTl45O/HzAtNdt+6esNdkeyFGKBtLFujVBQV92FoMVVY8cU1NQ0tygOH1FRMvjp88bMQimvX5o4cMtPDBky/eNNPHz988bevG2hbbbaaHtDZbgZgsfati4DO4mIj4zSpD6dO/zf8Amd9vr2KdP7X/AJm0EmmreS6gpt78jWpu5YpS5auZB6fJEMzKgVUSIcWikyDMQC1pn/FRDEJiKDiKfTKTdigALE4XTX9HCP8A4LEShgTs71Me4OnTp0HwtZXDgldAxU7s1MGlMp0/tf8AmbFOn9r/AMzbQWq+ZkRST0s6lJzQe6TH8WyjkBOSZ8LOFsq+Ooz6I4Cl1EUVIjpXJljJAybTHimklWD5YueJGH5QXrp0aLvGmXzvjLczay5ta+939KfU/O8jBibMaN4imilq5SX6MpIMLui0GzHiOE0kSCYrrURn3D14mJBV4dbfK5gHxxp89dsuHTTLh0xDGEzkqW5QCB4yRSpSqYxjlnqHmY2KYxjlnqHmY2Xs/egdPU6/V30if3WG8qVd46n6pjqrKFOlMOnHUCtyPLO0+MzEZBFrlHcPX3zkftGIXhsUV6YFgGfkphlSYdVEflB5gJLAFVJzacIg5wJPIQONIHDz5A8Klepju5Zxf0PfnPMpju5Zxf0PfnPOt/8ACedTeoPSpocklHum+b0bSXjVf1cwVBavE0CK79FVFGFj8oZ2rJtCOGC/YePkwwrIKMoPi3aZBsymlWwaZadgO2AfCA5jTDgXV7uOkqCY8jODkyM9aD1FjBNhWJ1yHiEWI4zP0wlhSYlJpJwmXXU0S6ioOBIKjo2VFyeOOhdCwafsvM3uhcYgkp0c5wD0jYRx035Uqz/TGMchxb1Pr6+JTHdy7vUv339606f2v/M2rlz134005maiY80fbpXSEra4pxSwOm0iZ82FxfLwZp3l2sEjxlJNFzEQmDKOXiEoWVyh1NaVFGMYCSVY4nHHcHKEWuWfjLF2dUAxHUwAASSeAABJ7h21GEee75CrGYBi3Dl3erfvv38zl3cu71b998551vgOfCmG3fzp+SN1W6a+KNnfwbC1N0XnlqC9BI+PAovHXxutC7L35/CQqINNqlKvwdJbflzblBqDgHSVvd9ICjoimhNA4VSZaTmhpfcxnp2jxXNHi6U6dguFzi8XhxOeKptPIvVVOjSPCKA/Vk9qOH8IkGmlJqnTKCAwdAcgzqQsnQYswO+NDUYRuA3fD5eZNWP+WMcu71c+Oc8zljHLu9XPjnPNaYxjlnqHmY2SmO7lnF/Q9+c89ajB2ecPLkfHto5Yxy7vVz45zzOWMcu71c+Oc8ymO7lnF/Q9+c868OvzfCag4c1cOt3BuutPUNan9Y6YjEojmkux2bfu5RybRjLtGPGCy8wQiaCRPKRBHXkc2urCjGkPQ/Ch9dh9FaYiqJDpyGSNXdUEtOZAAAJZidAAMyeyowcz5j8Y8zYe5Yxy7vVz45zzOWMcu71c+Oc86sE5tYHwjXQrCjeoLUXpw0Sam9P8KAciOcKJp3Ox6mTAgOCE8m2bVFRyeWVgm+IkUt0y0ZOrhWCJoFEsmVOGlpwSTgFWLz9aLtXkpNdmm2Wep6SZw8+giY6U+f8AySsui5eI4SiJKOPkqJ4MigoVfGy5ZehpbKHE040VMmk887dl1ZIOHkdQIHjVVuKzFYZWAxYWUqY4jcQCYMHI5VGA+e78fZXUvLGOXd6ufHOeZyxjl3ernxznnV6+DWTGmFME7vPgj2O4yjcIa1lqKLDgRfE63EoICM6fReDpIRAWTp4EpMdgwwDsgRAuVY7DHZdB2QDaydMuYsHSglzHk2JhrJeHIBllBkTR/Gq+aYeNl0WFIQRjcQRAqPmHTtt89YIpRA0ZF05YePnvkwdumG3jbLLUo4dA8QDOp0gkZnuqCpBiR5jt41m/LGOXd6ufHOeZyxjl3ernxznnUwlfrL312+RNrkyN3+ZlJu/9DxaJleEIYnRNZCRZgzjmCygnHhRbU0dFUodjVMenHbwCxQwRSUOGUNBPtKaMUmbESykm3xXfDe6+35Sa5BTRd+yqH10qyBkmnLemaGQQn51kAaZLnXhhbXnLRIWx7LQvYdPu2mKC0RaqDvagvYs0t3GX9IBVBHFQzKSDuMZ+MMPEieGZ4axpr7uNWV+WMcu71c+Oc8zljHLu9XPjnPOrZK/ef7xjd7aqJJ6SN8rCMrI3gLUlEDMHSS1nyNcF0xCORT8opCEBeMoeII0OJzxMBXXYcdrohBUvViEiq+6XxT4lQe2KfaT5Yxy7vVz45zzujh5iQVMMrCGUkSJHMZggkHcTUFSOc6RnOnzpKY93731ffnrcpj3fvfV9+et15Yxy7vVz45zzOWMcu71c+Oc871FJTGPAelvRz4hfrcpjHgPS3o58Qv1uvLGOXd6ufHOeZyxjl3ernxznmpScvd+99X319tzl7u7p7/ruvLGOXd6ufHOeZyxjl3ernxznmpScsZ5d1sZ55487nLGeXdbGeeePO68sY5d3q58c55py93d6vvz4qUcsZ5d1sZ55487nLGeXdbGeeePO5THu/e+r789blMY8B6W9HPiF+t5k8fOXyFKOWM8u62M888edzljPLutjPPPHncpjHgPS3o58Qv1ucvd+99X319t5DEeRy5cB8aUcsZ5d1sZ55487nLGeXdbGeeePO5y93731ffX23OWM8u62M888ed5xnz3cuR8eVKOWM8u62M888edzY5Yzy7rYzzzx53NmKYnzmp3Dl7+QKv28fYP5un35DwQPbx4X4eqH9+gX4KOfvzDoPLn4ZBo8fbw5iHq3r7fbkOcCCMjx933e3s4jU+xRy4ezl2b+hw9gfVRM86fvf3uPxdwta9+v0QbUtxHh+9D8jry7x2TiFuYejxqyH9L6/n20Gg14Z+zcPPHWlJyCg8/R5AyAVDyX2UpSleAQC/CcQ/kN2pHn87ZAcKV/j5y9t6AUAO8OFq0Dafn6s/R4j2f3Kl7c6jQAEduAd5xoa/THNG8yNJX4UPwN/hBV4BVPwgBA4zC+R/mLHUOxr5D5qBFUDCf+VPkH5N8qESkfiPxv455M35D4m+pdUtbdVEllIAyEkjnlVLmaMN5GXiKzvd4X0A6GM0/Qe6ZQ9H+spBAiHoYEa/SGubhcKte84S9Viz8Jj0lJ+ieJJQQnqReaMnrUBrc+S0QGJVlizqH9VLyLnUTOIWh+JF5psxBrK84RRT0d/wBmIG0to08LkgMvWJB4J3Nu9QlvBkIS8gff5zRh2C4DhdAg2EIfJaMIPaJoULwskkkSH0Ym0Yn0/MNFkxJIlCRdow/evxdF2BevXjfabHKtMe5E1CSs3h8nd4fqX3lMQavphShg6L4DKIsSaaU2XKiqwxEsCTBhFNS2IpSZzxKUTi0Pn5iKy+6BqElJ8fbZep7T8qyZYNlMWFx1tp0brD2yWx28gpEkQ5M7xAmscyFEEQVkyIyiRqTA3ZTprUau96gff6pW7l1MKGr+cW7jiXTiWQYGGZiHJNJnKXmifINzWgN0hO4TfRNKqH0J2YdRW2gmVH5QWCTAozlRZctPTIuHD2xLueP2LLQFcf5liUNqD/1LJ/qDULZqPSuA0F8Ib/YbdbWf8S0reGP4/EqbegFA8OHPs7b93PFP0rLQF10syhDFcQsnjT0B5Wvy7wsq4b56zNNn84z+fuoBD9ig6/eA1MgeZ31IisrCbD6Oqr6wadkUlETT6uqnX1QdEk5NLNnDpp6PYqDouWcvXzbQAFGGWhClKBUN+CLTWh+N5S690Aq9YLREOpFAmscRnjVTZOH5nQ0pEkR61QBdvWPj0ErhV406bbB28Lh5XssvnAvO29/1r5VJaShSd3bplbbjnW/rsdlZQwvA0NvwfRBBEsI/MtwzE0XK7BQXb1CfxcTeqMHwkaPPU926dv4ljFg0BKCTrLyLSMpBrHwa/Vpo81VQiVVYq0XTrk1L/S5rqPoCcoHnKXNhBRyDtQmyTSHb142RML6imOJhwyTKJ5gwoDD0zIWaelVaNU42/O5F5GABSzIut+j0oAEmPzYDNrhBBIyqZhgdy65aYgM9+mRPDkchNxqN+EIbtTStO+YunqcMfzJSZmSrXghyME5JlLFi6mlVP4iSUWWCaunlnhM86aKHi7wHzhqgC2LtrstsNMsxUfB4JzQLqI3ne+gnrLI4fUZeTcjiEY9gw8ppplIUDcNxLMma6mlGDqUbZZNEDL0o/dtPShhll65aEWHjINMiAW4YDj2CppQZC8xpcRWgRzAcaohGI4Ri+FlMotQ9EaCqOHRlPVUhVINPih0kacNstu3zl40A3Yao2y2yzV03KdA3z+/sHlOwiNKcPwrTdr9EKcM0zzvto4fpdnLOrKbjYQqFY/JtvxsCI4AA6ipM4kJIgtlAgjq9vw3Toata5AO6uLBVoK/RrbHDjfgEe29ckbNLUru69V0ipJwx89ZqTLlk9h+CYW+Wodhz5aVxX0I6BQVyLVVBhxNH4qTMvfjCusJ5UPJ+T8v5RphhqQj8n2BTs9w/kBTl7+EKGs+Vm/lifUDFKzoX1JaIZd6bzKZCzMIQnO1Aic9MJPVXEPJpeLXqmZSpAxyUbJn4mdKR1LBmJDzbCe/csNuyYsgUc9F09Qgq7BgUIQAsAwIJzIGXHPOMorTQfZJnLICQConhw/Co0dJ8wvhIekvTfJjTXCe6fkPFENyVgRFgJFiGItTkkXS2sEUVy06cHVN2m6kixBg2+Zaq9ZKOHTkBswwAW2xnS/vpd+NrL/Cn+hr3Z2m6ZH4E45MS0mb/AB7Ifg/5sxqW+MA/Rf4vZ2wt8six8TMfwxh/5VSW/J+Yea7TvtdV/gM+FRVD9WTuyMiF4WjrmH+lTryoHiHHbjbSHumvhC2hz8MYafNU+7nh/wDDxMUzNGYvy6M1Io+UYwOfGhfGyHyxpafilFGvjr+hAn5Muz2goz5oU4/yqlFT62LYBDStmQAFwYerHIzunnWRkYR+Uwgb8EjSI5DnvisjlXpk3xmpzfVaLt4FrN0PQTp4gGRUu4glTE6hAU8ZLRkjkofcwpqAOoi0ZREyc0ZRmeU1GKpuukV84Rko25LlnRM29Ll3Do+bYt+2+oKW6sj+Tb2UDN7bVqPwHfCo/wBuVuyBtX/ErHPGgD/QphfrgLgA2oEhZiRm8umLu0pkyQmpqRlRCm8FjOF43Rkaf0lvnNDku4fNHopemoTFJUiMBwjFsNv3sEsOYaVooRIOFehxSPG4hQXSoeTibb7eycIcBL5LFrhN0ICzQowgrABIAgEAaycqsuX5rTrJwjcogQc57JzHbXSOv2b69IDQ7q7nXCj1pxFksNOM44zhMyDQOxKxUiQGtmoaNtNCw1RkotsEDLQAHbaYdNMsecICEXXwaCQ0PSi3U0no7LES/wA+NRkTTHnFMNc7TZo+snm46XoJhNg0fMOvjTx2RgiEkBsCYtCWLKp5aMuAePT5o2a39K/RDqncbn2ZOh7VJPVzqA1Ixtp7n9LM1NEFuI4lKtqcfpUYFJepgxlHCakxbFpaFnSqhJ7a/FCanKRlyTaLPHDssVLvh5W+DIaikOZO7chjTurHHiXOrSDHUxpVTOgNccgkxigkliP4mjaET6pDhh0XU08g7JREbgth8dJl3oLsEL5A3U+QNNNTM7RaZwVmw+FSRIcshYb+thyy3AnQUkY1nUjTSGlZ0ykASeyK52+E8J5WQpDd4bxaEiRwnNPTTq8hKFQXEShZTVILWUpcme8h1UfADp0dTPlGVZxPJlFJ78QYdxevkHjAuF887fdz/wAEi7lv9ub9Kv8AM7arOFAD/KJ+/LG3BPwkddSNVsyd3TurIBf/ADnm1OvVFDE2I1QEM0WMKcCS6RkGJYEZiWJC7lsTqUSNQ/HMwopcGnjnsOkOX8QqT2jpwWF9YsZ0a6QWWWWQ0q6b6MsAAVkbLERsAAFRGFRERoAXEajxaHaUF037/RG2AOiDY1ZhjC5xgZADATFMk5cDNM8TRAGXEiY7eESJPdVc34I6bLKGjvVoeKPBelD2syIzZV6DttjypcxK6Wr5y8Fh67Zeu+27eMNdh4yw8ZrRthloBAJdt9pMlMlXuoddkSKxp2VcLMhYnlsWbeCLIvlObz9PlSklnYAyDTT0yoxkVcssgFgbaaeCDtlsQiN+CRuXJfSDq6cF3btwXL6zomcuHDl0w7cuXLuWMtnbp06du2AYdu3bDLLDt2yDLthkAZBkAAADM9/zGypq5nTof3NUpFM2YjDUjN2F5t6h20Rp09fwZISCHqo/ZfrdXBgC7t66IRXMV24FhwbdvZYolal14q6OVtPg9HpGbMhtoN5e4xRR4mewGo0URrAjtOQrpaDiJ3Tr8GxaYVXPyWtoW6pipXEodAXTROJo+kEsLZEgaZAWWmTDtfiouUfuGXjLz4x23QCDzzgrz67YMbgP4KXu20R45actH5/wrGnYaYFkW2JjM6rpguX1wqIP3MTsPmGqiDTDbLQeaLIBPH8I8m67lFu3EjSdKok2EzNYMxJWaZpQwOhfFWFAwgp6+gLS4TTy5xtgPkl6moaHLsw8AW3jgxHiQ6aac+X+NOOLvhJMm03TvuPtIshUcWG02TE5tM8ryj9208bA07gXT7N2GmjrT16wy9fPDzxNbOPnz2j189ftvXgeUba2ptCwt5RmLOxrbJ5uymOE4bYO7IjcahhkeQA9oy7o9tYF8Id1a6VNQMlN39C0hdTWnydsTw9rIlmsL0NyinNLiZK8hpDEJLKc2qq6PBkRrKgmprKiZLEGjx0u4LAcMOCovAfvXbtq5iAVv7cYpSoWZ8ahm48A2o97+Ld0aJ9HEp9BkwNMunyEJRRlGeryWsNxOvQ6diYybV0J5DSqttpxhhbXFQsy5bVSJQ6LThy6e+UcMADzyYtMDZN3s+mHWZq20rl5U6GdSbvTFOBiZcJRMrRi9i2OJeuongVJJLrhXgpuP5aoi9HMJgZVlBAiUDSElGflhqGWYaU2nKOtqD91vaa4t3a2ZAzhbJwWySG6rQAWAz4zVhOfGRp2DjUgEey1lxNVIKw7M6X8EzHQCak5WSaJHkJoUXpBVYLlTZEurFkyIU5QJuFJwSUVAm5POnLJp2VPHHDD0HRp+w1WDnJvItK67qHjrTFu4NzrBG8OjmVR06kTOjiD5bysl/KOFVdOeHSygVKRi1KiNSyy4KKRB+ju1JWGD0VcU3Jl1CqrEDl0WfHZ812EJ7wNoHXoEUo+NTQ1MQppJW4VMTNIEGk49Hs7kaUBpK+ehMgwwDRU1EUcFgWC7kAZeMPTbACDLwRDaIT4LK3KprdSQgzAQILMcMThm+E8Pkv4p8sNR41E7TUONxL5IBNfG/wTDLthNE3b5JdlPi/mA3S90s9y3bUi2XRrjMURnhCgwLiDLPXkkhoAy41BkxGWROgOkZeeFY1or146Hp+6mG9Emq7dcwBoL1cHCb07B8t5qyildEMMTEYLFzpl6WhCNXktYNemz54qlqZ+HvKQ6MPxOUIGnUORKrKbDpPf987wqcOkiW27x14SRg2aGm6BVVH0hasIVSZPIEZS3hwynROqSimB5WGCsu0ZQKHSywpxCoP2TCGSRmFM+rHn7AFHygaEHkYXwk15DpWYu6ZNwC8TmNXLvXBBjuTrBFp0xFr6FnyvDbKy7dC47J5pIbmN+C5w7ZegJdo8Yeuy4C22cZHoPekbmTdoLenreAayVzTc9NainMgNS0+mpjuZwT5cPWZpoErYvjFMit1B7qaDmX4vCkQJxRRdoT2F/mw/acATOI75PePyrec3QNotgW3a2INxh0ZKPbxRCIQXUgzAVSCpyNBOYAGW/TcNwn4cqzL4Mzfc66cOYRXPzgPGesf+qPEKWHbpPUNvvd17pSnHGun6fup0ICm5LowkE4xhL8C2oSKPkd+uQ+kRSluwXoKlJEcMqHxpBXEs/wBtKWjrtx8a+KmGnRxwYLOea/gzX7DrpuH/AEVz8pav+XrMDmA/fPAdo5NNUtpdTT+FTbyqHpmwDBcxofKaXU1YLIUeQqhRejl1YsgaKSZdTcJkQp6iScqLgofPFXJ5hwyZdFjptw7esuzL1hsLlxNn2MW8GK4tpJcMwANrFMKymerxpMBY3wM+Y7a6I3gm/wAd0vO/QrrBk3K/Vf8AOeZM0tNc55fwHDn4CtSiJ8uxbFkv1xEh9J+WIgk0koSZ8oKZwsV+PrKqnJhTynljp0sWYePWOsfg1wfyGbSR1P6hAHza/wBE3OCn0KZAAEREadKWlE/Qb6QqgP6FXTfQf6xkseNMfxKhf2UpXA323PCcIQTLmH0yEIGhiFoDhYg+MsI8MQmiJMLoBN+oGjCmdYTEVIJkk4s9PHn5xQNMlSzDZk0/Mm3wPHzx68a2S1d6bpbr2zFtrYCIy/aZWk4nb9GN2tADMmNIyB5eez2VaN34H+Gfd7J009pP0a//AAxpTD8moWr+SIdOFsIAAKWwID6IX9G3630zenSlqn278oPwn3ezBwHT0lDi/wD0TpSpaggGb1AKdB2tgshdnNRZpWnHzfUrenGg8g5V2T7F3/7Iv/8AxDRRr+sfh8t9AAAc7CA+iF/RsH4vxGo+yg0iU3rW9gk1u3ZRKDh0opkwtVsdJ7aRIPT4jPGlaKokipZFhNRIhiRHTHRhRSYGS1B+waNGDTBQ1FD4sMMwu0ZWTgCT6U18yF1N6jJD/g90naqlvSFNB7FaEdNTLRoaSokFQg4HZxNieGjDs0QFbS3z0mosriMqQosQytOl5ETCrxaLJZs/txXu/wDcaaXtFMcNago7iONtXmsBSNArqupOfhhtfXUpffE3JI8qQEgHzKyENHjLthoAiNdW4xj0u6MGiJeM3SUYaTwtcN4no7awDE3mjCsx9lRJZwZgEBc8yRUmdB48O7efZVa5O3fevzdJwXp432T95Ek1NQryN49mVvDpKHnRf44mSonUpOT6u7UASyToWlN0nqSwfmipCUUCcuZhq0PRGUTDcNwEsqI3W9IGszTvrnk4gzu03zCSY4hNVLFWVhNdPXDiLIFXnrhh8ZhOPIcEW1CGYkT2heMPSZ538XPOWGFNGNqSOZJqJnqAwWLHSz8ocLuTRM05bLGSplw7flzBYw78k/Lv3Dx006fOH7ppp2+dNsi7eMNNMNstMjTaupqH+D3QQVm4d1L7s/UdMXdwT4Pv2jS0myyYPKMlIoFt58YMETEBEVeH30Op6i/b7Z1DKnVmX/YYB24l2w08fPWucW32f96Be2QC9st18ULLozQCWgFlMCRIImDABXTPIZaZjKRuz3++rGVL4xb0R404+Tvjr1ENqQE95k6tpVfCedTsUaLtOCDqknIOmiAkx5LGI5lQrKhPYhE1JuRTa5EoRTGKwgJDRhJMlktw6TAOibNgoNvHDh4yWeixcskbCMwIBk7LKDJsTJPTimfDUEw8lTAmifR0VAfx1GBRPLMRDETtEh9LSUpJJKCp8ZeJyeWIsPSicBVycfnDzBg6/qxaipdbw7TDv55/bwCQO72mHq+ldFckYIlagsIMyIXlelqJkzKyUqcsqheIlRGjA40KAsQedSn5BuF3bJp+08adqDlksAP42mSto9cRdQkoMTqIaTADgxvyYdtGGhz+0Cd/fv08O2u0A1sfCG7fyFeUua/zb8gen9cy2M+7Zf0bHwhvP6SvKXhjW/IHhTlMyv8Af6DsBvW97panwfebfAA/VmQNelKV/jDdMWp02P01ze6Up/A+82/92ZA3T+sNTh97bUxL/Z9q/uJ/7tQR+k0ZTlPD7p3fOpxZBRJNyMZMS1iifcuE+UE5l2E01RmRLBKiRKjFOgaKzLvtqUOE4pQzqmjrzhOeUdMqacfNFDVBbdPWgGgcJ6mt9RuzdHM5IjkDqP1KhLmbkIlEA/EMJ/gbn9F/yeUilBTolQnor0CSpiiGjfx5EVCJ3yZFaNPS3l/ixxgubdPi7vqPRvOqeE/5JJkxtQ+mBd0hTMNr8QpZ6S0RR4nzJUkxLSzjLhJXWorS4ZhMmZcr5VoDjoq7SGGyQA04emH7bLTQVyYNlxL2aHwrbVzDcy4Dg2YkPOtFMIKjpAjqFkSLUV2ploH0yOCyiwlL6coEWDxdwbNOXBxkuBh06MmHbt6yw+eMta3HZUtdGQS7ok3FbRgTJUFDOWhjsFSSRA3kgZg798CPO6uVNfu8X0a7wXexbjhQ0hziCbhSVmqVMJx49/B7NOAvkIzGE3JDPocdeTmdA0FPVT5Rdw2tNdtGdqTsp8S7J5oq0ZKMv9U7+je9aR9dsLyF00yMGZ4TLkrrdhtcjViM4KKw8hMEoTTo6gFWZSlUuvKgn37K+sk2S7v4s4Zfk/Kme2AsAwN2JD0o6XIZV0mIob02SCh+IEJQKK6Iuokm5dpSyjKycZdGk9TSlQhDRc6nqBE06dGCZ0o/cmSz927fOXrDxhlpmu/8KwfOTGlPRS9LvXT90OveXLLL1y2w8dtCxLyaDDwGXjACyIsPGWmGwBoRZbZaZaDtMjTC9burbvMzpLlWYKhzChFAWXJXTMnFM6CqsCFMkZwdP1Y35Vi/whgKbxj4PYHLWWsBj+vpop9UPz93Da2SAX/13LoznzOYVsIcKjagVOPhDIfyRf4PX/ZmLHCn+Xnoo9UK+A/m2nP3jUoNcE7pBOID0F6ioS00TYVYxQi0Vx7FaA0pi1LA67Mk4uKwsrFkCIVKFoyKsPiamhK6clgbMNEzSQ4V4XNqJWKkOVY9LtBALEm3kIk/k00mBPhy520xZbx7VWoCfhFkzYp12x/Ifc5aOmSMytQatFapqBnWnp5sARJfIEvJeRSchCE4yXnBM6TQlOImVZQX3xE+2TMpxkrL1wdadO45SWTEnm4x3i0E60NI0ByuiZUdwzqx0xwqhyc1ASliJ2CHHJNTl6VLwaUj35tnXBNQ+SoncJTh6ttOSLh3DUZitwsecFXhIkJvZm7O3Uun7deQJFcThFJuauoWYzt4rz+1TTLbdloli86aOisKpVPeqh5TbhGDXq09eLBsiZXFVXXVYXavF0Qrx0qmtp0ZW8c0pbo7UTO55qSkzvS9Mu7818wwpODR+ccudUUm0U0uLBMsyw7amVADmakHKHziflWnRMzFSOsQ+uHk9605itxGBFyQTy2cXFY3mw4nyNosFAXIqFY5F1zJ/NOIgQADVSDBOUmJG4AaZnhv3Gt5/Cmf2IyYmf5cckAxTEWAH5AWta/AO4Jp9H4fqS9Lgf6XeSQ17N6/g2hf9zEOY140yOQhq3vOmecOsbc8JOn/AEsRU3ramuRWpDsHI7R41lwYUZmmYLNkn0XR0oxAysoUEujqq0w+XTRIkeKuXXxtksnFWnTDp3tK7D2m9CmroPg3SpPdDU3CFFumCCZNTXhsgq/JyuWcvZcIkMxaiuFtJbfgUOF3ro4TBQTjTxlltjyxUw8Z7DzbQSbztBg2rYBOhIxZSARllMTHPfWDMxrBGu8jfuOfyGlcIbxXc8Mas5+S31vaZ9RMYaPtc0oUJxD0KTbh9FKxZCMUIpBpSZIpUcwebekfLPnSeursOtLBU2YKKENrBlEi2GYwSiaSnp2gi6X8KEly4cpDmJd1RqAdEhMlHUVxElzohiIVsu29FgqqrqTDhGV0Opykw5F0YfkUMn8nuHzLblhpSdsMvX0S+tPRJ8GN0AznGQepFD1NQ/Mb5poUbAQh2JpvRYmtIERvVBylmPlVJaeFQftvUo8w9Ki0y+c+TYabZBl4wO3I9PgiXPVtS/GeV8U+j38A9ududnAZv3u2xPXC7QRJyzK9GRMakCTvzoBBzIEGNSJ04A5eB14VP7Gekz4RBq9h8/LLUFrR0ZaQ5QxWlG4djwdJMAx5F8zl+HVdh6UWkx0ox+kpxuHnj9PMNFnKjB8zodONdkHb1404aMAal03fGgSRu7d05ounGRDpbNojlcUowi+MIpfEzUVzAj1bKpZJYiyInycnpye7fvE9HSEVMIkSbgsloSMkpwNGHpZ+dM0j6fBEeerbPOeWLZ83nXFLfVOXutt1XuSp4O5Ya9dEEKztNsynm+JmCV+No6mAnfF49lyZSVRoTkKxE0Px9NcPzxRloDTkHBxkXrLNAZBsJttLyoS48RJvl2C5TA6MADjAEnU1Ya7j/bEkDKco+VWhg4d4hTs9GBx5O1KZEAx7QeGQzkQHzejOfxdgtYahWgXHDLGbgGc3829Oyzw8mFMdK0pfhBxq/wBMu/QmDqLmHF+jveRSRkLpyVxhIZcyni+QUtoziKEwIwNDCZFoKMTL0iYxVlL5bjklE0RFGjcSKPxQgrFSLn4mXKuU8pu7lADDMZAIUDgDMmBuIiSc57LHLdPZHnhXA3wls+zNGde550epzh+oq07NZSfEJ0oXdg9ZJpqTEcs5eFDB10AdtlybdzNXnzD8HbbhwUQ1V8beOHbtgXlsQAxbjy7vVt327+VOuaO5M34s6dR0mNW0z95npviuf2nsk0Qk7GpmSqOQIQU5bNqh5t6WgNJkkny6VT7RtZOP2lSIISVVNpt2ndo2LKKjskNHbtWcPwiHeYwLOKO5bbz6UcuiMmpvKUnlklHGmSQBo2rLCYjpiw9VkxpA04nnLCa8cqbpy7YNtOTQPHTYtOgZ7Ijgt0rcctbuTcIKgYPsooBnrDPMk7tI5V3nJs4gQN0c8vd36dgzHLFpz/C25EsEzAGQ0raKVAyvFy4sNgUMrMBzffEnCgyDDTTkWGtRKCpOWfxTYtPiDYtC6eiw8tRxbELuEYUiaLHqStrrqGIfWoheIcNEGVOI1lhFTTCk2lQ+mtvCrCgtqLJYSaUSbMlmTZ96XLtP3IPBeMVCYL3I2/Al7qzmbrlhLeX6bE3VPOOEnUCzFmoYkkirD1ehVwXgco5SnEHrcklGX6Ay6KS4gsq7OQ3CiOoMFUb4uybByoKrB6aiYkBb5CEtDMkYMk7PHTBNbXoix+Z/DnOCbkKP4VlXGUtzD2Zhwv8ANmGYEgNGKJUSkAOSrSWGXMJpRR8WR4gMvnxg0Y+MnLWrhXpJtuCzs40ORwgDJtYEnQZa1AGoIOsjTTqnOd+Xv31G1Gu+71yaz08IB3RW7b1AKqvET0SLnU3qpg0hAUoIOTzD5w5CIU0v8uvILWTbwk8NqaSC/MYq/LAVLGH0BxaDZlDZ2DJL4OnKaINMmoyH9d8yFrUTrL1ivk6KZy6mC7149V5cRkinW1uFS8mn6yTdGCyTDKw27ZV354kmFo7SyzqHjaAgweWSYZSk+bPwqT+qFuuf/rCZPT/QN3eHTaP3VdvAPhEmjnUFpG01zWizQIfmFrSj4nLmUZqDIOi1WhogvHYygeBnT6NVFUIIR1GTGFiPkN88MJaWuvwIOVB8wUbfl3BYzTEv2rwu3NwlFCDEADChtTMSSTnlBmoiMyDAjcBw4b8z5BjoeV2qLfGbnZyWkRrA0tR/vHdIUCFXSJLHVXpuT1GJZvocGJ7Jh2kuY/h8WllQOOkwg7S0r4rMAvCr9GfeXcF5rR8RcplLCOh7WbL/AF6SGTNQksYEm7L2ElSIohhdwhTphAhBkYMq0KGnabEAglJi5EpJ8STlsDyC2eLqj102ro6qVYqJNppqGn5s/CpP6oW65/8ArCZPT/QN3eHTbtLQgj77YhOlQf7w+K9Fq1IgYDXHaWT0+FYvcxyzMUVaHRh9+baXoZSSfzdYRWYmYPgwaEwJ1tLF26adsvWmNLTMrBR0xQ5AOgOHSDjDTAnQg5HXKmEmMju3DlPn8Y0PvPYg3MO7whZMmHPzQBpRmzOqdkTKrmW8poS0myDiicM5oyOnnD5cWHr9XgjyrJFlXWSbcSxYsGDJowpq5YqnlV+IlEolG4mF3U9BUsYV/DZPX4I/LmXmm12WYV1mO02SchojjiDYWYdPzZmJ4vl2c0sw4eh0k4IF2zR753HYOS0ZsXRZQX/8EF373ovU+8gxK+FV6OVHUc2XcQYb0qFSumo5Fbb1zCLqajbE3SiIXIvTAMowxC3FZiI3aG4Nj8ZZjNRg56TBlbfQ00NsRYfo5RIVDUQP04qglU48YWzKy2VcJBdIclXjxSfqr48DJJymuSTL94eem2mSrBVl60YaB0DYsgrXGuEMqBXKBRbRiSACWYsCc5yAjLfUYZOXu7M93Enu1OtRrbvmDd1pPGXUutaOhLTPpYg50uE1cmhx7LjTpKSWU0YHVHpV8ixfBS4ehaE0+IIWiImXNmUeIklypiVUE42y/KGlWH1YiePQ7buEP8Mxb4P/AFH0Lh/2fp94dn8wd+zvgvwkW4j3tLco3RUNIbWtk4Om9+ksC7h94RE/MMTztFdssAXdlXMsRkg26ZdAy0ySfEGW2QYBzRu7hD/DMW+C/wBR9C4Y/wAHafeHZ/MHftQNjXZmgKTdzCiASAykjkYkcqiNOZj3e/Pw31bDp0/tf+ZtGfvMGt3FJeSkV6w9fOnKQE4k2VkPEoaRFOZUiZXTamIsPVFUNPIYllAL+PIdUDjRlciFUOvyKSypJ6GnvDivEKq/Tk0urqbiTGmO/ljF/Q92M8qufwosoRLSc3fcYzFTXyxpwgvX1LNTn8nvUwwrIows/Rlllt+vkHBd/wCVIPoZcRuigy9cNuzL1aZTGO0ZUS7h/wBF5sNtmgGAPtCQJIEkcBM91CCOHmPmK4Cf6nSyfK5jVgq/BO9N5XRw06dLr2NHcr9PzyZJWXzw6IDMJ9Ag6dGYjYQmEWi78eMwoThH4gDJ95HDmH3rC+zI3qtT93fM3cVav9W+gjT9p/lNDM59MSyTOrkqpHyzlLGrDtMi5Hcrsv48agWHk02yowvE6Y+KqiKaPn00FEg6Uk5+dJPSCiYscKkZS+Jy6PTAVohhh3KxxBr+LVCKjRxPeQaEBgitKz9dfKLQNpb2HG0HtHmjfbbIvU0Qeg024aARox6KC5l58Hb30S/CxFTTdP8AE8956q+nokpFzZV2xA3xSVpRp4kFToA9cJLpgumpjbt27dOXa8mLzhup9yfBjBlKSpIcPaumSqKVKqMxhA6pmI3GIOtR58a66mXP6RBn4K8myvLzrlI/mYzoylQjNS7czHg57HTKuVjmDX5lKahJhXFfBSLOHL58/IiQ+NOXTp48eO2WGGxCfbc9h/Is9AH9inJrgP8A1HJnq9Pr43rVGj3dIbvdF+DtEddaZp+EtqpfaWJcTHezS/CtO58DUZr8Xwslqyz8yDEx3suQ+NkVE64+TmYRBJceW8qWIunzt08YtdbnsP5Fnu/8/wAynJocf6Dky4eYN/bwzss4ukXEFH9brhwknKRrIGfIZczSqrKvpj1A6rvhLm8kl1pu1lRtoejlHkkiRoqTZgKDX0brEQQonQzpHRD0vTCS4jyXbZdNV1eIkOJHyiK0ZZdGYTJlhS34mwNkpZf0l3etW/ww5qT5/wAz4o9P9NHf6w8b6wndunt7vB+9V1U7xTQRPnRbLhjUHC6LABErOY7MhbiUvBLmGJPuFwirQ2X0/wAawwnqBmLJTpx0kdTF5RespTLDDb5w8OmyjrkjeF6svhG+7UgqVEdz01Q6HIrSJwzTISjhktKaXBlcUiMSKKSorLg6uuYxkXAZUshsFUww7emU84pn2X7bllhNbdtNvXdAqoHNy3e/fHOJWYLBbI5XF1y3SY4xSugdXG6H3mkCaUtTccRpv5NQsz4Og3T1OiK4slqpyMUUlNmHDUPS3iRXXoGUVX9EmrfJhGLUooaQDah8lKfxIuoPDIJ53yYFnvcfwYkK7nLTv/36T84D/VtjgOAdev2BtzPNLSJ8KCnFLKY0oo31ibs81Bc04Ei+XEXFSCBH6ceMwvHEPqEMr5cmoONKHlyJt8lKht2XOOfxpZ80w/d+ewG0re500TzU3e+geVWlmc6/L+J5gwNEMzlZXWJYKcRrUHGC0aTEiOLUphOUIrhKC1t8/LpqwWcKDBqHijt0edv3ZZ6aLsuzL3S0sXsS27iL0ZBNwkycSkAS7bgeGlKk0OGiqeUNHzxh0UJEiz82bNP2wduCxUs6F+YMPnjVGXbpy5YbePG2hBllhlpoRoADtTF+DR6tJWQZIHfBTriQ4oMwrKya0SatIvJJhD43ETErDcFzEix6cTEh8/KtHVAU6Xi85LEBfuO0eYLlX79yJh22Es+/x3gxHSbpOVdPUrzD+JdYOs9OOSKkTLqGnrszGJcpMJ6zBcQx+wnuWXh0q7JF1d/D8GP2XTJhXmAppBVM8q6TFwymwuy5k0b+DZaytFc0o1aMt6TNYmnWBtOesSLybRs/DcvtUkPuC6wqx0D3smXRdELKDDlXRXTt65fqEGfhcUCSccUElhl6uv8AlUI0tSLjahTdAVZ7DmeRpXJPwgLfbaKt5JpFlRJfTa3NwY2gzUpCs1VYI8gMpCqV810aWU2YUNiUUHUQLXllL5WjJG8kUbKMsNlhNPxefiAdPJfvhFoU1m7hT+zjecv6qulQOH39m3x/heCsmLm7R04L6CqEFhGWNZUt1dFWkg64PpiomKEgtQJ1OVEtSJtvSh4geKvXJskdKP3pcyXeun7h627bZba+18IvCms3cJ/2cbzgIf5aulTmAfn8bjm4YdPiYMf62zC4RHScJPvpVlXUARjZSkNOxOlo8MupjKEopkkpfvSQtMHHUbGoNWHEKPCjbDTttgywutkGnDTDx22y9BgWWmRAGma8PwUBRkuG7fXYZgxlGJTsQJ6zBa1EpTTDsvGblfNmS7uAza+UMu3aqwjtQKUTExDeNs/JjKolRQWKNAqll527s/UG3jgcW9X3h+ejvvstM5jRZvQNAUz93XMOK9H8/N4rN2LZfzYiiCVc01L45FqtMSR8LE4wV5cNsPENWJqypNRRiGPYXOuDsMROqp5NbZQycQvVNVUt7xKFLoGIICrLvhyoBXdIIAOkgxNKvCUx44Dp6vu64tWU+FbnpJBuymEOPniE9nCqzolw+07Jr7yDyK38Tk1Z26jw0glXbAqTaW5lseiMmuvXTIJrJtQh9wca+UDKM7b2n+h1+Enh/Ex+mDaDhQxY8n+FAZBqITJDDv4wEFBK/wDB2L5pgfjAuxMeQAwAOWWPINV2iJ3OGmBR1k72LXlE28gmRFWsed+7smcjwZK2JIyWDrEuHMXIEy5oQo/ipKloy7dISQmEFCXyfEUIQeRcEoWQVY2aUzCIprDskok6XXLgWhbZTdlQzwAMpP2SxJAGW6d+tKuI6UyUxU7S7psT5wNvXk2iMg5Ok5pPH7Dxh+3MUtLuHHMbNvmH7w0/YetRMwptPGX5kw9ZbEQeP3rYNPB35TFuPIP/AGPtoHXk8Ax4Y7uQfUHhjYpjwx3dPs8MbdIEADgAM9cqV506f2vd6n3552qFbriM4U0g7+Pe66fdSq2ThObGrGZpWamnWIoxeCmFI6g1YjqY8yE2DoTW1TsFjygpwpMuF3KajJ75ouZOS5XUEiwyfh5lMYt8U+9A6dOn3oFIZ963p+3TGoqINOMpd4o3DaDNmbcSm4F0wxCSPRbCk011dbW4XRD0IQ1FkHJ5hk4kvV2PoacvIbjUTkLO1SIC6sXT3Si7aUSud1T1XBUNbaRjMKcXVIJ3Ez1TB60ZZ0qQTVvqMkXpU0+zMnRqLiZAhyV0MQqstLJZdMlnTyLXphOMuS0DoKc+ZF+vxHFr1oERHQSDk0dUTZxh07cNMeUaZgl+CgSlmZLbdiKsRx8WPpyBOXURMCZkq01QA0w8bgNiFJfQE0uOC5tw7bKE12LIIiYwRduO2TPEXJVcLPHjKuLbX0o2+D9bpzTFB0Z6n9RxvU5PuXenyGIpm4roc6ZxLkeoCDC8GpbUSLJQjC0HIkHKMQJrkoisv3sOqB1SdRABZ2mq7lVJPGybeQIfwnfc2wwio8Nw1HMxoeh2H00ijIKAh6fYtSUVER0ws6JJqSkJZBNLkU1MTiThyUIkSThwVKFnLouXdO3TthlnMtFxXvFLeFWCriknFhkkkAQMOQAneTupUF26G3ds69a8d7xSJZV7xXVdomIQPq7ixDVoZ07xdFsNpEcG1NYiw+4XYjcw5H0HOTSkmOXbSeTemSx16wVetsMP3bAi7G7VGGmUjMnRpEGj6ZceRTHBKM9Np3TxG00lp6/NxxFXyvLVqXq5MZTMHzh8wZi1WfPjEUm3x5TPPX60/bbNHjTTTx+8r+/B/J77uZNnPqskhpF1GTYnlMPUJFcQ6pYhIR/I1UlanQkkpKuXSFZOTVUyfUSyq7dH48S3Zdh8Jc62ww8eg7bYZei6lA3gs9d7TKeYkDpO720QSo1Sy6VILbUI4iiP5twPLpShqNWVxRLMIBMhFU2peGlAi9Qnaao/HCyWdcMPzD5y0fF4y0WcRZCLaxQWJkNhJuascgFLDQgnDu50qDrRrqg1y7hSB2dDWr7QZOvUVppgaLI2XZO6p9IsPmI/JG4Wi+IzMUniCmgnHJFHdmn8QrC8rOU6Moul7FKSJt6nfI64kOSC+97xefCd9BRl4opEMSX1yRlGycTcmHkvYf06F3kXC9Mi07Lln5M5HBUsTF4+dvXXlzRthw005fgXeGGmAYbxf9GV8Jo/zn/Tb/un5Pf/AATOx+jL+E0f5z/pt/3T8nv/AIJnaoZlAVGvBRkA2zsxAygAjDkBkJBOvKlcgRnA2u74QHqn0rRdMLSZG2hvd66VJmjMwyoTvcnUybk6VBg8gn3rhBh5TQkRSbfLBOHS0Npz9IJPIKhQitRStn40jJdKIcMs3HKYxjkOLep9fXxrRfoy/hNH+c/6bf8AdPye/wDgmdpZN33NPX9NeXMbLG8I0wwFpbmMmxqymwRCMAR/C8xE+IoJ+Qks01EZ1UhWPpiEyJz5dfqiYBAwokDIOCLsx8SF0/dv3mtoiTldLvmzvbZBkAABkAANAMzrmdaiNOXzB+Fd8gGLcOXd6t++/fzOXdy7vVv33znmtOn9r/zNimMY5Z6h5mNt6jCOA3eyPl5zlOWMcu71c+Oc8zljHLu9XPjnPNaYxjlnqHmY2SmO7lnF/Q9+c81QF4xu/m/I+NHLGOXd6ufHOeZyxjl3ernxznmUx3cs4v6HvznmUxjHIcW9T6+viqMHadPePxP7MzljHLu9XPjnPM5Yxy7vVz45zzKYxjkOLep9fXxADFuHLu9W/ffv5qjB27uX6PLmfCjljHLu9XPjnPM5Yxy7vVz45zzOXdy7vVv33znmcsY5d3q58c55qjCeXmPmKOWMcu71c+Oc8zljHLu9XPjnPM5Yxy7vVz45zzOWMcu71c+Oc81RB893zFHLGOXd6ufHOeZyxjl3ernxznmcsY5d3q58c55nLGOXd6ufHOeaog8D5/aPGk5e7u9X358TZeWMcu71c+Oc8zZUwTu85fMeNfsH3W9ucD9+Wdm5Co8QDh6wWDzfzj7c7KPDOQ4d2fNH81L3Clmh9Gg8AC7I3pQeLPtC4cbWqEQPPd8hXrdx9nLn5gxupo0GnsHF8hS3Y9/QeAoNK8B/1tgDtM8ewN/79uK/k9QDhnGfM6delb7NDDIc6U80eYZ83h3ByCmNpqfOfmKTwz+Tmos2/WxqPXzh6DYRAtS3PDN79kK/rY4qPC42rwFoYC/ABqLOfODmz7QqPWmR2Gb+2lfNqN2mfUGteGb/AFqo50jt1HL8D7YO6qpOWKoocfCwdJkJOYkXnMKm9HsSKBuGXSuou4eNH2ZW6mGmTphFYfAmvjbLRUq0yZeFGnzLRcu0DYC5dizapGg0EAH6X0ejAVD8VfHXaDHXpuOoK1w6t0PWQW1Z6jNN01odloiyxRj8ilFLhpQTklKfxSJg6SiZ05cxGTNLBSL1NMVHRQ+5KmE4fijx207fmGXvPY/B54+t/Jkd6INc/wAfFb4iz/224gPXhtgvSo1wC2WDXCwONRkQoiDnuJrHMEjDMke4d/Hd8xOnqj00Sp1hyHmBpunanKyvK2ZxRFIxYnISwch5VNFkCJEOLE9gosJ7tk4SaZWUFOePm3AstPHDD0uLXZetbe0spAwxI3TpC2m2SawvS9heXksXcsJZxALZGK4kgoknoTxGhtcdPIqTlRMX1aHWxLKBdiIiCinqJko7dqxQ4Wev3T2CX+B6I9pffI70Pj/l4reash/msOagA0r37TUaNNNKjpH0/wALSMVZ4TZ1EnYaU4oUXs1p3rpiJ5jroRHEB5edk1hZMvDT4yWRGFAEhJYae0LpZQoXAGQd0HVAzNLWivVw48SkxIMZSRrPbnMUEk/Zg8cid2XjPkwIy92DuV0vRlNqYOr/AFQTiP6vtc8zVFZbUZ1xIQPsJ0GJCsyBM26g0mtmFFRGIltKduE1ViYy8KtJkOMOYIhRMQ4ddqoxDMfOOTcsNQUsI0k1OaC0WYUspgoZiH4uhGIComE5UTTDTDYUad+SNEj5Iy7cn0pVTzBRUR1MsTVEs4TUChYy62VilM2H0ejP7niuKiNfrFb1Ztjs0t3fue2iWlRSigYTBMyZOROIkSZ3kk5bsjWqAQREiQcxMk8ddPjnFRRbsTdXQtuwHE94YlzP6ckz5UzOjcjEMs5WzBU/KQzJeH3BMWz6alEij4UtaitfWjh5/EEbFUeGm1ZFIQsmGUMVJIU15eih3Kf7M9v7f9Wslwx/HXm76oj9nutccuY483PG3mWtXnw2ih0U7sT9B9rP166uxnd+ET9HBGpaMvwe/g0GEvwY+Ri2Lon+TvnYMeROEadr51fEfjnzahKnxD4z8Va+NfFy1WtYWsC2vUtuxOegKMN5nUgQNOAFCkFIGSmT4a8e7doKlbsAB3s/R5AzX6H3pgNuaNXenyIdUUiInkxC0/Zy6ZFmI1CGTpecMgonPQbNCH3cPrycumCSHECcYImyZZeckW0VZYdmAZNJJ04VbZbZfCG3S4U7X+uapbOP3Pr967LXji4j6PEAZCgUZvXv23IBBB0Ig5kZdozq5jTjlwykA8OOXsnfXcDcTz2Gn8nC3t1bf0ScZWqIB/1R+3wrTYDcTz2z+nhb27jcNScZ/RpS/wA4uXsCgX5WIgyAcPND0c2Acdgb140tz2PZfs8GcdoQ5MeHHvrtl9Xtfon+W/L73IVkwUGBqNZLfd5+88eOdLUjA2qXQbv+N3vpENbxfXLqZlFNyWipNKLofn3P2YsTIimeOo2otBYQ1OFXkTv4ZWUck9l2iLRJhTSjD1wr9oyDztFygl7o4DjNvVHj2begA0sPLqAcImJ97rn8N+9O0pby/wDDl82P0McsXkt/wKfgxFa+e/aeTkefLP4R/n8khDVPwudn5O+YS/X5v1A+HysAJks/jkPoiOBAQp+L6ZtSma7LKMnSrBw9JNuWxdXCgEZkjrA5E92edVykTAJ355dXjnqO3LhRyzkAwPJn1LBXjYOoYZgO1lbheWU+dQ6prE0qak5z7v8A1TxM0YfxrMWR7w2/h2NFA0BNs4srkIpcRwGpu1VZMECT+KWUaM0pDi584eqERISiuHjyw/nvxT2j6P72lKO/7uLjwba1sdn6OR80aBR330xwty1a0lwYXWRIIOYYRGakQwMHUGYy0JqTBGn4EBcxv3csj3VDxu5tzFIHd/xxFk+VGPpk6ntWEelDKdFeo6dyg0qxUwnqDJN2pkYWT379UeogK7okWdq6wrLcTRWeLu201qInaI9bStphad+QD0aXDsV/neLD1/MtqhWua+gNKB2QpXyYYp0C16cED6Na/lD5g4839zDFBpgLcOGlu2ttcKAKJmADmcpJJzJJBzOeY5VAEZCqo/wSoP1I+r+431qRSFgEf8rOW/qjQOYgICH1hOZKzd2aa5R6zJ568YcSIqVdQM/oeRYZiZajGKDsWpsLpyaLllUYl64WnJlThZxE5ZOhlPVU1yrGUVNSoURUeFE6HEgVMif0bulN2J+lbSjm9Kz8N/4c/wAK06FWcAL34Mxll8g/KcMw1DnzcFMGO5g/KnkRh7458rAopoPRN/F/kt38X8u9lbDhbAfk8aM2H8WFAtalB6cs9mtFLFlLqDHbkwYbC0tmCCRMHUHfUAZCdwHiKg+j/dwT61D74qXetfUbF8v1jSppSl8Wf6S5Ww28VDC65mqqB2FRdmEnqqSWJl1ZIXwexw4WUQ+bdGTCHK5NLgwMOrgPeNvhb9t2PLoOWsSVojwuMq559Ax43vtaJZ4BTHNmn5IcWAtnh/rgwHJmsrRHpx19SpS5LaoIMUI6l2kRukTCT0ZNiuKoNfuorQ0hfQk082qwgqoqq8dOEyJ1ly0RbONE3zZlh89cNvS7ht3N2xitX0SA94lizkmWMamCQoAAAAgAQBUESCBvzz7vlUAPwnq+nbdzD/p2ZYhTugaIOlPvja1eFMj9l+HDsiHIKW5WDaK3eibsp1vIoB07wG4nQMk3Mgp4w5OV0fGXIzJGJ3UPIqijOoXEsMdwG0jCYYUAfitibWBdeR8n8lPxeeVdyojcQDl04hT1QH8+aVyEojLfvuRCuLWEyM8KsGymRBI1AndNSN/M/AUBcb5Hp3WCgcPEeo7V4p1bhBpKnvMHUtu69bs7t3lMea6w8X5jQjAad88JMxOqGjJk+oPGYDKxHBDZQqeVDZpXZSldTiqHEhRMmWoeQUgo8clS1h0RpQA+ytK05siH5qDYeOzQDHjgM29UPGw+0LXuWkugB1nCZUglWU8VZSGHcRQgHWoL9E+47gLTxqII6zNT+pac2vHVykJ74lDUz50vXzmHIHemQPuxPwZCCgsxkqkDicUVFFPh90pRkpokMljph9DSCjHRcGS3fO8ucCY3ce8AcsA6bafaJdVbpll8LwHLTTyRUdsAy9addl6y7aFoAbF00DwGBEWGgb7I7dsUD7gHCnTp97baW1ISg/RBadp9yDCIfmj+HCS00pQDFfyR8v8AzY/CXAy5Bnzh+QgUUUVr5F+W/lL5J+WEgVH4r8T+UyHlhNOY6JEtultQMStvJLMREszEkk5CWJ7amB58689ah7+DMj/IddN4D/1Vz8pb+vrMAaeiNa8Kj0vWgYjqM3B5+dOuOdOuWWm8H1N6V5gztKIKSvFdPwv4FWikPIsJQLDL6GgjqH4wR1tRQ1YxAKIvnk06VEi8VCxJ40WeNppR8zJLuzdD36XVo6ltpN/Cf+GH8HytHyp8/wD5lDL0VcY4jtfjXyHzVGLI3+TxS/l35N8r85Dvx34r8d8mUF+BVz3xkAHAhQRtxCnqgHLx4DtRbCtYsW7qybaW8sRGF1QKc1ImMxqRUAZAHdHiKrxMbgmJllkGY83we9ri2rLIPQZ1PKJRl4zQAoDKyQijshSwA15QAt6QW23vpq3E2kvTnO2XWo0zNjV5P2c8rFY2twRGuoWfRyNXyKfPpR5ENsu0xChuEUo0UfJikdJNlFEqdYeOHwg/aetssthNPUKgPAbDbnSuWQwId3EaZ2UOV6gICFhHlX6NQ8OPHaw2eyCCLYJBBBYloI0PWJzEZcN1IGWWmns+QzqqBu/P8c/b2XP8z2lcOHxnSnXDNrV4B3crYQWpmw1wFwGlfoB1sAbRPafd2B+Avef6s94+M8PnT+ijl2UgQJNfgz+RPmN8VeSoefKv4RPn8rsxMLf4MqfEQgWH+z8tiPxsfk2h+WEOFxqLN7UuFM1ZqA5yIcaV2jZ0a2twOILXrrjMGVZyVOROo3HMbxUAazvYn3Qaii3gG8cnhoumHA8Eyu3cGrTWmkRbBjyKVGN9PUIRbEcPwkosLigkjCq8+h6XUXlSyy2VJOFd25fnyz9okfct/FGWOw+e8EBv5dXtq7hPebcQ/lWTNvj+sdcffbayqF/aACPm0uHZD8gKf2vStAo7rf6LQVZ5dnPmBQcfkjcaVpY9u8WJW8VBIhQltgNN5Uk5yZPCpzGjEDcIHL5e7hVakN/Lq9t/IE95sI0EP5Vkzb3D+sbyC/XZQ382r7/OEt5vkBD+NZM7pXEjQ5cM8drK4Z45AcUyDIAI+YFBt6o5zajgDGbhQahTizQfQDAcw50wIhiUumJ2hhp/tdvTLcFG4CKsFJ1YzluH3Y9/hlUNEvN7lEQ6O5+6xNR+741pabkSQ8WwPDAygiGXB01OeY5GOoghKFy0Sy/haOkyUhNVRUZZi0oyuGPlVh0VIJqwYdvnxso5TzHH4fCiNIQU/UX7zfh/Q5yv6V/ogOmBt3bWWApbvrUQp6VLiIM19njxooVp7B4dQAPohj2e3YUu5ReAgQSbYJYyTOTADKBAHPU5QQcs4BjUA8CdD8tfCtMHwojSEFP1F2834/0Ocr+NLW1ABaw+7Y/gojSD+0u3m+R/oc5YcQAP2wFeHP3bWWwC4caCPDoHNiod1+ONgAsA0z2Po8hD1PzbRgv/ANmX+5D/AC/M9kSFbKGG7839UzrzjzlBZpP3+2mzV7qDltpygjS9rwgKKZmn1dOSItm3JOAYWl2jPUSGlqKX72JV9InHEyinuDRRCMESLZVCUGn6qaIFWnbl0/bMOcc1dbhmEtUesqY+tqHdaWqbTbNCZMOwlCqmxIhbTYQaJIMKQhCsJAluIgIMlIhfJywEJpqupkDB8ST1RZdt+QECxdpmfUAtbkPC4ecHq0v0EPbso58QwOKMjnsBx5jx2nosS4bxFyGDAhSkECB9ls95136RV8EgYiGzEZYYzA46wI/Gq1b34M7I+LgYdzi3gW8tmwUeiAKSYtz/AIdBKWC9WRMET5dZl1Extoidd9pwaduTzoyLltsHRpy97L1jkD4QtpwlxpF3bm7h04SiZiBmW8qdb8AIMJsRSsNr68wnG4Qm+ttu1BXeFyrRxpg4qGWHA/F3LDgqy4LO3YO3DNLilqgPEeFOAgz6nPhT2cduSdX2hvTdrshCBIG1LwWoxtDUt5hJM04QJJ0WxVB71OjZHTFVHT1R6chNVRjR904T1tRcinHn5hOetP2Xr4q8euXLTuj7OnRuttVVmUDESSSAQYJMmMvGqFAQwVczAGugwcZIy8N9V8PhDH7Ix8Hq/sylbh/Xz0UdA5dacgxtbJD6NPVD0f3oY7Acr2D6qhE3vDN15+j01G7vSf8A+HH8FI6D5ym5ufNL8GQxz+FQDUdyTjT5v/LwR/B3zG8n+B/5N+VfkWMO184vjoJjAJHxVTlkpQLcArjFw4dge/HjwqFYXb5IgObZXMZwig+BBGcaGkHrTviO5VnvERu35k60r0qVZ7fX75XXTpx1zTrmZCmnPRTExpFlDo2hWNDEFJczExAik3C5SYJkoVMi9OkTyemFY4iZeTyHzyeuZhwgnpsUw2hJTpOMTgIfwfXc8IKI4QiuiWCTZVy6fsfHFyOZwxAtPRMPGm3zx+vLUwjyy8eC29bFyPx4AJsdhySZKl3Ll06ybXTuZNJuueYaJPlSUppaeNT8Nl3JZH1Jabov/B3Mx85KEhTSTiIjHycopi+BNMevEouqtEyMVl0doEUrEhdKduiTHLI7nneApzZZKhrfw6zycHsui5c2QiSA0KLoweuSbt26KgVj05HpFQKPvJsB8dMvEw2/UHtXxxp48FtprAWypYtaF0liQ8oTBMgEPEYdIUkQMgKpGZlZkzOR7jPDllUU2983eskdylLiBdfu7RnHH2kWayRNWDoQNyTezXiqLoHncjHmz500jMIccraxE0UihOnTxUiOHogWojhc3CbKq9aTEtTcllB/ctlDGCtMOU8r4/XkF7Cy5HMu4LjBahl+w8Zfw4rRNDSStqKC+B6yL1l6kHDr5PeA8bF4y2XaBsRaAaQxyW3BGnJAnTDuo3VpPXUtvB5wQgptLMHmtVceBFkvYSVhMgfZOokvHZISjbp0c+Lvy6AuLC3CJNsgmPCMNlnycWesTvs3BnNc+jzZZ49gOQ8bXrThe0hVnOEW1aItgyARMtlkCZGS5ZTrQAyToOA7s/hpVbHXrvOt5RAG9TgPduaEZY6QYxVY/kMmzZSVHUSjzTdHAUS5SYaxE5UxEUGzWhFKLJrhDgdltKKtQw9NtHnr52/PvGHzkC2T/hH+FE2/jA7o/A//ABX1BcaZ/j02rTpW+aWyLX/uS5u6u9dcK68pEbwWK9GszIQlEjSpRRgySZiNF8o4JfPUurqpeLy87JeC7cr6PGptIMo7cPvWHLpw0++OmG37LJTU/wCkv71mof4Yb1JVoAAP6HtQ6Wr+iioGed6AA4tmRdxPIukYjhKPaAwwIyYgzMzpuypBBMAxloQB+bu7j7uz6kXRD8J7jWEongxUkNum3CXFkOrUMqL8gtz8dH3BBeSzCUcfEnpmcJou6Nuixp42XePyply7fgy09cPXbLToetdxLobnlu9tCrjT3qGcwm4mE6nBMKNRYgxfGJkRpEidxDbKY2wpCnkGvjQtJxlkyXbKsi5FhgQabZaZaDjYNy/vWbAHwhvUlhkP5npQtigfzUVRp3WpjlKHu8NHWqDSOjTRT9TOvyY2u8/HKlCRyEVaYMAmYFey2JoJZccq6alFjEy5lMqDuJX6qQMm3zt8ji5FGLMNujvbYaK2RWxhmS7kCAzvbYAGNymcyO7U74CZzB0jMg5ZawdcvnwEj7IUEB/e/Rpnsh+RivEBDHGlnMhSncz9HPo+oFutbUvSg0azhkb5ZDHIQD8jxvxHFKA5kLBmtvo0pcKAHmBUKZsFL4p5t21Pdz0w8gN/YcshlVqUAsHs4U/Jt6IY7gxwpaqL8E7D9TvrrH/TwRZw/wBA8I9B+0Pzha7DAZxTFOVvRC3sCnstFFund2F+lfS7nrAP4b/w4fhrngrTm+Vvwafg0+bPyoho6N82/iPz+mAKz5D5L+M/LHx1J8p5fyPyU78kL5vFgTctsBkA4Y5b8Mc9RuqN47D8PlUrvLOeXd6uPDGeRyznl3erjwxnkvLOOXdbGOeOPKxyzjl3Wxjnjjytepqt5ukNXepKe+9D3yclpuzbiWOpW6ep1GockxBiuwlspUv0QJuTaQwTkdokmlDjbhlIQEcgyKgZOPGHBByDLxloXjTfV28P3XkYa2tZe7e1RIE2IcgRG0MTgTJmxDCavDqsqqkflSEzpUR+0lIykQPEyqM/bLS6MpwPz7g45afKbh426Fy4eu3nJUxfg5kLRTqQ1Ealpb7wXWdp6ivUnM2LZmR0kyQidPgNPbNRTEyvE7pDenEFpOUlhKQja2ddJQLD808csvXz1kGHr98I/j/geSP/APPlN6N/t5LfT/tz1+96YgPhwshbrEzjGYD4l3zlkI5RppUTABE56zzB7f2c6sq8s55d3q48MZ5HLOeXd6uPDGeVar+B5I//AM+U3o3+3kt9P+3PX73pO9pkkod05yGlnJJRmhH86Dsu0FpDMTSmkqPVuYMZttKJ0+CrFSs/emHx9TBg4yVaMNvmmmnJZyHmgyDLGiljquHvB91SJ3iO/s/Hw51zJvE92Hph3mEuUGDZ8pC6jRhARw4rymnNL8+4QZnywWjrJUTb1BWH5I6UPIam9Ip7xbhlbInkdQep6couHRBfSkVbS4glL4Pnq+mcnvpR6jN91rDmzpafsAnKMqCKMsQ9FETw0wDbgtDkUxnEU249RlsqVItsuDDURQVEiWqmnJdQbQCLZYsXcWj6Y93731fdjpY5e7u9X3Y8DIrGSMyIMErIGk4SJ75oVB1Fc9aWtK8jNGUlIQ0/adoGIwDLSDnL0SSaXePzqkrqx0Xb1XiaJlo4L1RX4mXDLAGVRYUHzx8+aZclS4Fk8oSJla4G7h/xzFvg8/yn0Hh/2fp89WwBTkHDa2Jyznl3erjwxnlE7pw3X36H3eY6wd4p+HD52/osIPIQn+B78GfyB8wfiL+Xr/4/+EH5/LXzp8r8xOz8V+ZEN9j5U7Xxlr4jQ3DAzawjJHBgQIAUjL2DQ9mtQRpG4g9wqWLlnPLu9XHhjPLR+o/TlJzVpJWPNPs/IMIx5KyY6SCVEiAdafFnoNODJc+lq6QpFRcnkWIEBWKEllAW05+4PpSsRKHSr5l45DbeHLOeXd6uPDGeRyznl3erjwxnlqWkQRIORBjPSd2/Px5VMDgPDzwHhVXNj4L9LR6ilJRKm8X1/KmlQmdcGHOmt/MpPZg1ko5UXZ75PZKiQeQU5dNMunTsDBaXLgy7fu2Trt6y/BjyXae9JkJKbTBuMtWMhJGwcQgOVcstNihDsIwyntGDDJQm6XEkwZNn1A82YUVhaV1AwbV15dVTRtWXFk6eVVM4ZPG379qbnlnPLu9XHhjPLUE/ZEy01NybmDIOcaIZiOWE0UB9DEaIRRXVkAypor9+WMvirpZQjKerpzTb0q6H4ynnSxhkGRZYesgI0zCIquFUAshWZJyIAAzkwDnGQ9lQUEGBBjifPbyqtDNH/GkaZ/YQyg4f6PoI9X6635jwkC0f6pYP0WbifSFqXj6CZozFhOW+lTTaCrB8mYaSoumQrfPF/A8BEWodh9aX4VTT4EFKKCamriZXyPxVDJKRxz8aMF3RN/1JqH3csupqbt+Lt23KSJTMj5ZqksYelXBMRG0tUmkZgeH4ciNCXiPlk5aixAV4pbBhGEiLShF5M018YAy9Ovhc+RedDaPdPn6E/Szp/wBNHzu+f34C5UwZLH56/N/5rfOn5ooxVJ+W/m4KxEfyJ8ofFvjHyb8vK/xTteS+UDPZ8oJQQ4OkWFt4tRikZxkTGZ4GNc6jCZ/tRnzEfKoL/wCCj9H9v1Fm87/3OUrrYx+qB92A9kJG+93tUst5VKbTfAki9K+uOE1eT2opGm5ExibMjoeQk09DadDS4jPySE+g6Y8dGjK42aUy7bosoE0wg04YetNqbt4yw6ef0GOWc8u71ceGM8jlnPLu9XHhjPKSly4pVrwgxMWua78XHt3c6jAeI8Ozz+01We/go/R/b9RZvO8/tcpXW6h+qAzt0XpK3/OmvWFqGlvpvgfS7ryl/FUzTq6SSIvm9JOAIVlyjPECFV2LTDyJF9HnFE6knujZKHzKentFUI+0YVzSeUbZcun7wy4nW5Zzy7vVx4YzyOWc8u71ceGM8rgXJE3QRIkdFEjq5Tiymdd0jgZYDvI7h2fj5JqGaTW5mlNA+8enZvJJuzQjnUTNCLIiBTkHD0ymGDyZp5TDaKWKHyiMaafvna8aRDT9ZSJbCwmoafAUGvypNyQVooZeRUzI/qZ0zSW1fyTjfT5qAgojHcsI/TgIrKQaFsucJGy7xgylRBD6qXZYOoUTICg6cKaGtJ710bIHi7ttlpt00+cvN8gGLceXd6tu+3fyKY7+Xd6lu+3u0VFUEBRDEkg5yW1meOkHQZaCKYO3zh+Z8OVUkvhFOjqW2hTcraPtLkpFmN4hg2Ada0KuSC9MaIXkRxSqG1qT+o9TOGj5p2VIpae4ZfGvIE0eHUhGQk0m4dOiKU5bF+8fda/CMP5s3cJ/2cbzhT/LV0qeqztP1rR0JaZ94HLSGpRapoHUY8gSEo/TZmoSUmRfFsFPykZJCBEkMkVJtSg5XQ1Ey5dI0WrpZogaMvSD1sy7MPC7T8s4eOuYd4xuw/0f05tBM3fw3/gm/QQTyanP83vwafPv8J3aiuVMTfNv5WCPYM+ZVPwZfEflkUyLK/Lfxn5LD5NEufwe00XMIEMLAVQYIFt5MzAgDTMzHGq4TuB0HjlPv9h4Vle8T3o8n92t+B78K8ldTs4Pw0fhB+Qf0OMuIWmB83fwc/Mj5U+eXzlj+A/kn5X+fad83viXyr8f+TFz4z8R+JuPjlQfen716W+uDV9utp/yn0sa34eg3RHPhuaE1kyYckEBJiaIEBqZ8hI1AnL0nDUxYsSlVY+SpWxAXEvEizCZL5QOIzr5QEsYOmk7+hTTHfyxi/oe7GeRTHfyxi/oe7GeV7lt7kjpAqkqYwAkYSp1xDeJ03xuzYTy8x8xVZ7+Cj9H/wC0r3nX+5yld/8ABAbQc7tLevy20a67N6JqemfpY1vr0A62ZynpiSqSIDkegKcXw+imppTajd2VmCnxDMWGEVKVASo8Ry7biG1+KygKBZSdAdaLOSps5/QnpjOeWOoeZnYpjOeWOoeZnaptXGKsbolCSPyY1Ig/n8J9nDOIPDzl8x41FXoI3t8it4ME53kv5L6pZME5Fw4gRRFh/UZLCGoHLKyUv/ORplqEmYUj+YBpZMJLqFzr5YLvSxFsu7NpoFROPDTbt1k27Z3qWmzekwrNqK9O6XMxDLycjQhCMTJ0zoaSkBROOFwqePQxEyMKHEETkDCMvlEtSF0WOHiS8nGCL9yrI5N29ImD8losgIUEKgNQEBZqAgNhsLFBqFhAdtXyskdJWRaato0kpPyvk6jxKvGoqiRKlZL6E5fJq/E5525cnYkWyMJIqQVVV445LuHRpXPun6gYduHLD0y2y7YBnUBxhlgQMWLqwWmMMZmIznWaQeB8/tHjWz6feg8Kep9699alnwiG28Y+D2iP7cdYHFP8vTRX0D7R99tWmM55Y6h5mdoyt4lumNJ+8/fSif6nGZmC3JN1HbmCvweRiXhJkGJitwe3EXysD9AWflBoRgdE+I9kS3xUAN18r8YDyUXlZ7ZVYJlCJMDqurHPPcOFRXZ6pqHkIhzGg+T6vOqVSfNiPzqgQgmWZmPYYdx9FJtJRVCIlN0iQiKkK+fZT0VJUFA4+cEG3BdwX/GvGHj1yw9pm/CQtU0T6sp2y+02aJ0Rudqtu6U6MdYWp2JYQYcLkPy7V4ROw6kkkY+fcnC5c4dl8SFRUI5S098ZNuXq8WSC7QLUPxGQT5nED4NbuypfQPGaZKKEpsy1m8uw4cSYM1GpU5pjvpsSpWngun5GKYEel15LhpMU3Jlw7cKQuUJw/W4fMK8LmzrCKuKZd/3nu+92LpR3bEpFOVenuDzT8zF4FH0z5kRw9JxBMKaJ0kVfFCzcWKrtOIp7CORcmzztJhRES0mGEoD6iYLJfyiqq58/m63bq4GCopzZlYsYGYUAqueISTpGQzpW4NGGrqUWubThLTUpJZcKqkKx+hljCikgaLvlmCItcOXTuJ4Dioq4beNJ0SQsqi+Tzpd5R2bcslVdObNpCkmnjWeaj1pWhrTxPmI0BRNpC6gSXmktIisQfNlj6WrJUDrh5NUSRh32W3BskccODJZ87EG3T50w2zQWWR2j70vbmvTRov1gxjqp0yxdOKU8Lx8gxGXinSzDcbnSmnI1Fy+acPHUWl4Kcu3QgVQij1ZdQ3B6kYVYahU2pFjEHlYcJIyalO5OplQQUmVLmP5cnzphNIx/BMVQSdUSbp29NkCkVIR5CMHirt8x5F4YKOT7b9ww+q7besMstj2RarquMpDgBhIlTkeDDSJ4HSlQo/ByNQE7NTO7Thuac/5nRfNuYhycU2EUzGMbqz9aXHqSjKSY4S09o4/84ChF022wXcsgDLANtjTtNi0M79PvQOnTp96BSrrLr4MmRk/DTqDJS707eFyug9wcNqLmFJdTDdwTDTlQPtstnjzpChp+mJbs4dbYYbNmWCoPzLbDLT5tsWQEM6/geSPv8+T3ovMP4+K34/8ATfu2yQ3lRVNokqACekXOIzz7/OirKFPvQOFOnT3YCiUx44Dpb0fcP5q4qB8H4jxDXUVaa3we83VmUhVTlVpLVJ1rRhNUmU845NtJ6iXFYo/InAdfFzbnD0u8eMCPnbWPqY8cD0t6PvD8+qFjOJMGkdYNPHTSPbSvOmPHAdPV9w+Fkp96Bxp6n3p309KD9wHjTp192QqU+9B6dOv3qFb0rzoH3AOnqdfvehTFuPIP/Y+2gdeT6Y8Ps6fZ4Y2KY8Ps6fZ4Y2Urzp0/te71PvzzsU6f2v8AzNn0+9A6dOn3oFCgfcA4U6dPdgKKUynT+1/5mxTp/a/8zZ1MeOA6W9H3D+YoFvHAZt6vuH8ylNpjGOWeoeZjYpjGOWeoeZjZafegcaep96d9CgfcA6ep1+96KU2mO7lnF/Q9+c8ymO7lnF/Q9+c83UxbjyD/ANj7aB15JTp/a93qffnnZSkpjGOQ4t6n19fEpjGOQ4t6n19fFadP7X/mbFOn9r/zNlRAmfO75CkAMW4cu71b99+/mbLTp/a/8zY2VGEbstPYR8q/Tyznl0Cv0McPqrWwNDhmwsh6OA7LP7nbj+SH72tjp3jYOgBUPxV8hz4BfANtSnO9mcADLN/1ruGwBwuGNld4OmQ0GnYvz9gpA+jnIB6PRm3oBYe+/Icg0BqLOaVAPRHkHDseytPHAA0t7BszwBlm4fi+7iHC3EE68c+jf0Wbh+KuFg5947Kkax8P1e/f3TypAuLPTsgPm8aANvMqHXFL2ClQUKUZC16APm1HID+QNa8Ljzpe7QtTo0FuzijLNP510DgFApcMbKGQrwaD6Pqh6mOIBXnYM7KqxBw+2ewHd27qQMBXiAfRrURFn1K2vUaDge4W5oPOmGbZZ49jIVxwrw4gV83gFWQ9HoA38zHOw+3ZPyPYA+b3D+R3fX3bPhVBv5CfaPOc02teoWp5ocWma/zu4jnjfnxQaBTvHLPPsgFuwP2e3mofR/1oXZ5CA28zkAjWo8ahs3PIKgA4zVpn1fePfcB1Ubxl7zIU5z8I4jWnxy93nd26ik4hgbCGOXZt6H1cPtcOQpm3DFAZz5nMdm2GgVCla2CtKiyGOx0pindeq0xX1uH7yn0PZ96bXrRND2jnllw7eOXDI00AtXnQbhiwep+fjx2TgyFOLIej0AfyPzf3VuI26h6NbgDOA7H969tmiABToIDjNGWfUp9vfgBVems8BsNQARt6wZ8z8494hfZ2Pr4cxDp+fvDI7NC7QdKBYOgDQfM63+zZeXstS1hD1ftoHdsqpOYG/t5rz3jvMZUoDx8QpmlA/J45rmwhcNkqFQxwAbYDzRz2LD9XGgcT+7w5iFsCA1HgPeIDcdkrgKca+jyAAv5vd9dwxsrMnOd+XPcI+Os/Gkr+ccVrWgW/Fjjn7a804h4gPZoAUoA0o794jsWpbkAY41D1ePCteFtkqFrcPyefZpfsZ6Y2uo7xI3dh4SBrnoeUzVfPntpKWDnQPo8BEAEQq6+/LZLWC3pfk8GaV/nWacQoHUA2A4UpcQr5vRm363a/sDmHFthABGmKj5oZaFmn86pTuqN7CPG+EcB7NcuQ4dh3jOAnvpOVuFQoze/ZCv61fvt++2TlwxTzeA9moh+K5Dnp6Wy8gsOAHzQ49kafrY8eFx6Xu21sDfNOXZp/Ouoc+Fr7WpSW5ZEA9HgHZv8ArV8fZ52yCAjzrUA9HgFL/rXQPVsF+ShwtUQAR9HOP3IevPOL3aAej0CtmeNrh+KtjPpXC/NSlDHgAW42D8kKWragD0DiZEPVCuB409XkAcBDmI8FpWndUQp3U+jXnzDnXZtagHUaYry9XAY4UrYA4qUgYEefCnOnq0t1AB50DZAoyFefCnQKjTsiFu4BqNLAOyiFRZDgFOFOXq+A36VHCekIeAW7r+iA38aYqNwUoAONe+3OnJkPvm9A2Ba/JCvUQG+Meb0+vGaoI1sGO6tcX9EQpyvTrsoM49wdOQAPDlX20opSdobWDrYenq9Ov21cFBpwHqA9MeaHG/hW9KnZDn9X73p9/wDY7MoGQ+wOnqj/AH/bRSnB5o9K3typezI+3h34BQsIBwGnDjan0RH78QwgXAK5ClbcqYqyGaV/u0EVC7NMU6UHhT6ABbF687COylKHEA7wsPS1mRsHeFxHIYUKeb1tgKjUQ9Wmb+y9Nm1DzWh9vm4wA27PtCgcbgGdnAGQDOQGg9PVrwDl7QwpTg4Big3sI/k8AYEQrfkORvkFZ4VrYcdnFez+5h1uABS9ejeXCoBw7rehjPDhw2AvTNwCvm/vbB5lKZzytTgpXqzbshQc09HIj2eTFBuPWnIKDRWfo8bCA+aF/REMO+Fse0A4eYB31oA+iNvRtd2H1+zhRwBTmFBCvmjgezzY6DWvs6QY8fmB8qDsmvQMBmtAH0agI+bWtGAGt+HWtKWcGQzkQuFMgzSvmhQRrwoFxzQaebNLUrxD0Rv6I2/F4519lOD2cBWuGfo3t2fUuHX7OGbCc4J5wRuAzkCd+nbVxlG8T2RmpOvh7acHDOOIcqZAWQD6g40C1lDhfmAW6ANx7P3H2ADQtQArgQ9GlPRG3mBQO6gZ5WczW2eFQp3BxYva1wqHAA4UqRGXd3ZoO3sn2inhUaZ+jw50rlmwj7K3zwGcBn0R4ZoIAFfN4cr+zg0KgAXHH5NKUEAD6ABTN7ca9HBnvqFOzTgyP5HjUOdA5KkGeM5axvK+HLx1pACo/wCyDFeAceyI55CPs2cGMchxzAA/I6cg9uzAyHGtBxzAA/J/N3UCmzgwHGoM8L8K/Q5j7642VehkK/2vAOnq0Drj27KyNgzio1DIAIZ83gA87dKbNC1B6VC3IQzbPtDl02datONBCnZoGWRD6N7dOduOyqQMjxwjtzXkPPCID6W6AA8K8Q4dn7QD252WwhQeoAPZ/ejfzfZnwpsgWG3MeFOAerbxD27ODvzW9M+aznzch3j7KbZtuO6ZG7cOI5GJ3VU6TxHD9XkBHDdwOcBaB2gG+R+jnzWfU/Ns4LgHdUQ7I8QZz5lhtigbNZwFa0oFA7PEQAPyLcBuAcRoNLOp6OfocOXZyPZsPSoceVNs6rG7hn44fPwFOZt2eVr05gF/Q/PXny2cyFKdzAejStgAfocuf5q7IyACIDetQ+jyEA/Iz0pbkABsrOAAa8Po1sAh6lhuHALVsPBTh4ewRnp8t9OAAEA/1tfNrS4epa/dXrkGgFw9gh5uQAWQ/I504iAcmdnh9HPEaiHJoOPYtSvP3bAhevTizyFnP4uvUev5OQjOTz08Oz4nuqygT2AHhnI49vfu3U0AsyHWuB5s2p2A51xxtzFzIU7PKgcKcQ9UOfMPsDYpjhn6IVyH7lbrYA76VB1Lhbn9Hu9T6rV9lpq2H4DwidRHhHfnAyA2v1xYbhzZAbcBqNOgbKAU7PQBtTqzwBkOXAA/OCUzbhfzeoepfwH7R2dw8eHUOHZ/N40qGTZxzy0GeQ0yB85ZGKqF7d383l2+GZ1paY6d3u6cNin3t06dPvai7G1KrhPCO3u+YpOXdy7rYt9XdyA4d3utj3d3JdjZSOY8x8/fScs45d1sY5448rHLOOXdbGOeOPKy7GyopOWccu62Mc8ceVjlnHLutjHPHHlZaY6BTh9+HC2yUx0tw6dOnD3bKQeHnyR40cs45d1sY5448rHLOOXdbGOeOPKxT726dOn3tQ5d3Luti31d3JSjlnHLutjHPHHlZOXu/e+r7qeyyhw7vdbHu7uRyzjl3WxjnjjyspScvd+99X3U9limM+AdLejjwG3Sy8s45d1sY5448rHLOOXdbGOeOPKylJTHu7rej7sdLFMe7976vux0svLOOXdbGOeOPKxyzjl3WxjnjjyspScvd3er7seByznl3erjwxnkvLOOXdbGOeOPKxyzjl3WxjnjjyspScs55d3q48MZ5HLOeXd6uPDGeRy93731fdT2WOXu/e+r7qeyylHLOeXd6uPDGeRyznl3erjwxnkUxnwDpb0ceA26WKY93db0fdjpZSjlnPLu9XHhjPI5Zzy7vVx4YzyKY93731fdjpY5e7u9X3Y8JkjyOXyFKOWc8u71ceGM8jlnPLu9XHhjPI5Zzy7vVx4YzyOWc8u71ceGM8gYjyOXLkKUcs55d3q48MZ5HLOeXd6uPDGeRyznl3erjwxnkcs55d3q48MZ5Wxnz3cuR8eVIHAef2Dwo5Zzy7vVx4YzyTl38u71bd9sZ5Lyznl3erjwxnkcs55d3q48MZ5SH4+dOA7T5FI7vP4UgBi3Hl3erbvt38imM55Bm3qfX08F5Zzy7vVx4YzyOWc8u71ceGM8pxjz3cuZ8OdRhHPd7I/yR7aSmM55Bm3qfX08CmO/ljF/Q92M8l5Zzy7vVx4YzyOWc8u71ceGM8pDA+zjyHDiYqMI4A6a93y8eRNJTHfyxi/oe7GeRTGc8sdQ8zOy8s55d3q48MZ5HLOeXd6uPDGeUyOPnL5iowdnnDy5Hx5mkpjOeWOoeZnYpjOeWOoeZnY5d/Lu9W3fbGeQAYtx5d3q277d/KajB27p4bpz7z5BkpjOeWOoeZnYpjOeWOoeZnYpjOeQZt6n19PApjOeQZt6n19PBUYTz7/7X5nwpKdP7X/mbFOn9r/zNlpjv5Yxf0PdjPIpjv5Yxf0PdjPJUYTy8x8xSU6f2v8AzNinT+17vU+/POy0xnPLHUPMzsUxnPLHUPMzsqIPnu+YpKYtw5D/AOx9tR680oP3AenqdPverqYznljqHmZ2KYznljqHmZ2Ug8D5/aPGm0+9B4U9T7176pTHjgenq+8PzvpjOeWOoeZnZKdP7X/mbKim0x44Hpb0feH50p96Dxp06+7IVfTp/a/8zYp0/tf+ZspTKfeg9OnX71CqUx4Y7un2eGNvSnT+17vU+/POxTFuHIf/AGPtqPXmpXmAY8Md3IPqDwxslPq7unTp97U9KD9wHp6nT73qU+9B4U9T7176qV50D7gHCnTp7sBRKY8cB0t6PuH83pTHjgenq+8PG5THjgelvR94fnUrzoFvHAZt6vuH8xs+mPcPGnTr16ZubKUW6XqHo1/JCn62NREO/wBtNm5pjDWGa47IUp5P2DbjSvATlwvmgcWmfVHPO9ciA3HZuKd4h6IXCrGQ7H5hvzqICrrG7Tdv/V8nhnrhFA0EQtejQejyBkM+S9tMd1h2aNBpbgID5oZoz+5jWtbXGv2g2Dhka26sB+QNBD2cfalcYG4hjN2Q/IEeuRrTAZENR5+fuNSCMv7X+b8v2ZSgUqF6hf6ORoyFf1sKcvAAGltnD42rimADPmW7qhTjQdmM8MUuHo5r2fUC/PPt24B3gm7qlbvGoCgOXs05r6g5SpsvouNxklq+niOYegKIVI8aRTCI8TV5QiKBY3cHUVlwbaNMky5Ii9ZPOS75o0Lt2LlqCSASBJ3CYnvziqMZ8xnprmdAPlXf2LgNByFs0ZZv6HOlr3G4CGzeVhp5o07PQPUrXvD8+38+rfbbp2We7Zl7pgiyRuqbW/FSlOrUEQlRFTibM8EBcJEIcMohpSenofdwhLeA35VZZfuXbDBlRMqpFl000y0mtNiDwJ34K+DPaS4GjKEo1T9YW8iVT0HxMhRSTS17UDLY8hqRyHlQmrFyCyScyDJvjiScflWSyiVdGizwwTbfOXZhy20DxnJblxnZBaBK4cX5QaHPLq8Bu7KpJJIgZROfHu3b67+1pbzyW+ifUzog0yxjLaN4yiLXFM5OlhBUSQycQSyLBamox/LmX7ClFDhVMFz5kg7PzHTj7TCS7MGBKJ51kHYP23DLyTUMM+wBqHtx2b86XryHapNv9P2Wb4Pn01bwxwpT9UnpZH8kK09vKgbW2eXQQHA3oyA0DzeXXv57bWXZrl5SeqjIFGUiUU55Se0/suueIcNO0hffzyz3ZV+U0cJp5ds4fNFiJRwyDx+aNvXZcs4Y7TIdt8/fAw6ds1EGQabaZCogACAiAbKVNlD5ZwcImS5woYYZelzJV67MF37tpoAB46fuQbdPWBFkQBphpoKgN9oq9+O0wxulddjTbQMh+BE8wAtUZq08XkB2wFRZAKtttssMgA1abaBkBGtB+zuVGmWt1FoLFloBD9D1B7IiFBDtMfGwaARBgbstMiwIVqA1AbhTbTpPyvRR/tfSYp+9hiI75nuq6tBC6SAQezCIgxrn8Jrb0b7wrT5L/XfJ/d1L7UbBqJnhLhUmnBDJSGi5iBWoWSkuaCwb+VomaU3T8ipASlBF4uyTtIMg28ZTWRfMsnHjZfXkF7ymXsa7zKbu7IJy5jInMaUUoE6cKrMgycQ24KVkdTR5YLDpJTyTp+0vOlJ27mcmuG2zJVkqLaYdaZetMvC7LUOeqIQD4Wlu3wHtCLeiCOAAQYaG/wAxdeTVWqMeaHmiHaaAA7VGQEGhZZ2dIX/HaGteg/0D0JjWgf8AUVpIHlT6g69cemckjIRtQs6apgB8ZOtRjJI0/fMPOIBjvOpGVWpTh4kmEzSionCpBPIuHpo6dOv3RQmTLF3flH5k0Zfi7cuHDl2w08evXrxh27YZabbFkAEQxOC5ly5mQXOm5dx/BMelUwwBVRMwXFSFFJdPNVbY+LHXyGdPOyj/ALTp6z5F+07edp28ZoAsNAzWW3tb2Ym8i3lmm/cyQhMGKZc6fC0tzGpXWcswa/LFFiIIbJGzRmGIQbeP3Bhh6wQFLh8EtweLHkBiJpkw/EiskK72DSDh1ybvBt3tBu4TX5Abzrd2q0zoVg2A5mwVK7VLJRZjE7F8PzClTFht58fOPTa+LJ5n5xHSDqGlNOUVA+mJ0TLEFRVCJSF1GHDRk3LX2Bci3itW2Cu+KDuxFVgyEnrSRJBA0NVLQxMZKROZB3SQM53HP4TVqLWnrKk5oJkDEWpOfHzrCW8LrEMIaqMGITmIl5k7Fi2UQUkS6W/PpbL5wKgbcMmXgG2GnLppp6DtsGRAOYNcW9VlPojklpgnsvS5jyYUK6qI3gWC4JIQ8/QUdYRWphwk9jFDVYhcq5r4s7LOk10DlQLETBsw5NNgw5+MO2Rb24k+Eur6VFe5hmbFKCaZPIcSRdp2X0Y8wy0ywcSliYcLqKcbYBphlplkyTMOXrLLXZaAGwAQAashwHv6v2N7c1dZ2aW+FP8AKHf+qH2jtF28ym8FjqW7bqYnNnZTO4iBkOMmaoxgNG4LHaTB5bvJq5DYRp1/J/JAKgHm/wBzNqbY1FkYQlAMPH4tjqKIcgqFUhkq0rRNFq0mQ5DyYycOFU8o0orSw+JppIDR84VIlmjJl0D84aLlnQtP3zphvJBpbuEcDS4s0+h7vClITPhFhosT3NGtB4ZesumHqVJco6FplqrZk3qMk8VLugBliotPHz1hgBpRmotttMuwaaDtZylt3j97RjhOUlVmSdRIEVYmATwE1M6jLKPEaSmr8OqyYvISwScqKQtIx0qqJKqnnHTt8VPpqiQafkzxMy5bZelzZV8+cv3bTLx08bYaAR05qfniQ0y6cZ66iVWHzcWJkjZSx7NY/DCedcJh6ICUBQwoROZRiaiZKGi5I0ouU5sq4NPyz904ePWXrxy2wyLI8t7oR67f7rnQG26bZbZDSnJhyLQBUAeF4NSnD5gfMG7t67bYaARGjTLVQpcfsb12v6WPvAf7DnUXwoNpVRMAfQDhbhjO04ybPSDIm3jG+CVxb9YPKgMgHiJrLN3nrMQ94JpElRq2hyBVWWyNNN9HzopBi0rk4gU0j5iTJiyXJhoyrEE9PKGvlE1CT9TcA6KO/IODrou87bx028edogAW4+bSnZ59kKD+LyNh5U+uDD4Nn+wx6Qht/wBFahQxWgDqhnL6g/UIhzEMbTnZ/wBkAU7NRGnZ9QeIZuPW41WWL2bTsZZrdtmOkllBJgZDM7qgZgdgpKBbqAAHm8PNGn62N7jmodeYzStaZsHmgGAZ9T6r92axYbwTc+aQd5dF8vI21K/hSaWJZQ4rQtDDMARoWhUmCYsqblWOifcPYdV2zZpo06dgw+8s7ZdumewDsRFptqPpn4KXuqxy71I4qNJwEen+gfqPGnWlR2qz3wxCWUZcoY3sJOh+z0TRnlqfbFCTOQEdvZ+Ph42VR4+AVZG2AGo9m1qjeg919i1QHFADIdw/k1v1qHftWr/gUrdV2qxqQCtx/jwEelKfxD9Rvi3ftxz8HCk7Bun3eMb6CRkumlZ5AUm5nQ/LCEGl087VFhiHoLm3PCH0h0qqTkoSdnVB0TS3boyaAoWafvnbxtt2w2LW1OmurctJcsqousyhlu44KqWzHRrwjWoBMgEATMZ6QAfPmbjHD99XgFq0r9HhXlXnTY4AHEc24W9WnS9LWttHnvBdE81dakLy3h2VutvURopNwMvra0rxFp4iKJIcV45LqqcSIlUaIzEOxlBr0wmpD1w9Ok3Jl8edsmjDxt06cNA8abgf1mbp/V1pR0n6idSgb9DeUREZklKCOpiJUOqE3ppppGIlyHEE4dh+Hzig5nSYfkSy4tsp6W+NuC5h8Xdm2nrly+eMMuxtcu3ELEWS6KJLh0UQBJyJnLs7KSf0cu0d/hnVmPVbqklDoskHHWpWe6qrIsq5ctQuzE6ihIR6JFUuMYxlDsBogFUZMdNnTgPoiidJcPxdMCBcs8fGnv4ty1tojUPvGZJ6ftAAbx02ix1HsijcBSamUhpcKJSaSjhbhSeURwJD0Gm3CPFaogESJpj8ICOpqpJTVChgoTcnXTIPTrt2We1x55r044v+CFn41n5MCOpozRjVGl7GCzHEyIwiOPYxWkaI94PCqnBDSrFMWHFFdUQKQIYhomTdmjr52QJOC6cSaEkVcV3/AK/6B8Ezl5cKjow3bVv/AN/NL3IPbcb36bZNtDxcKgADYxtCgg4g7BzDbiBhAIjWc4piP/Rxd9WVNPE6If1HyFkvqChNLWUSF53StgSa8OI8ROyTtfSkOP4ZTIpSk9aYTDKinMKxMkqOXCgwRPnSjBp29AsbMOey9bjl1Ib9rdoaS52R1p4nrO+IYUmtLY2kkYvQCcn5tRIWTjK3DyRFCaw6W4cgxTRj4P0VcTTbTZI8YZdNv2i74WDLp87Y6I3Vwh+lnbvsB/aY6ab0H+o/B/QeNPvSsN0zN4jvX5vb3bVXu39EjeiBCSZCQBDcz0le1KwxN522chcxBkjja8SNL8uFSIHx1dGKpvOWktwzB6WQZQyj9k0ogcKuQUL3LrLatEGHuFV/ezcxFlxQFD240JmTlIA3hOQzzMbpzPeK6Y/gmTc6gICGpCKuv8YOegfZL0c+FeAhbZ38Ey7nUBAf0SEV9f4wc9On9b0R4fmuGzQh34TLYPn5uZulSWrwBtSwfxFhyr7BvXbS+ovTN8Iw1QSJmtp4mNMTdClIEnFBK3AcVmYXHVilxE4RF4sJQ88RlA/LpWJFD7LtoRLvzKYecu2/OaLvAttmbu0gGASQDAOysJOUSfrJjtjLPI5UlvKnl97n7Dwqe7TnqElVqsktAeoGSK+aieVcy048qwcvHUNZhwypEU5ZUUA09eoq+QTlkgLCmkHnDLo+SLvW2HTL5hkXTxhprdgD6I+zAV4epzvjA7cFbsPS5H+ivQfp00wTSWIPX4/lFDC+iRIrwAfW1WDzxpUjmKImcPEM/EcOwstGS7BBcKOnzZ6H014ybdmHbDptyw6MPe9QtW/WtB6BWtK260Hly260LFELiGKqWGkMQCwjdBkVIzAnWJjzwNODAd9BtXNB/J5DzziuNkZr5vQaeiNq9n9y+rzcBcdoa9cG4p0M7waeZjULqBCcbcwDMJw9BrXzJmAUhpDYRYYA2CayymvIXU2wND8oGWjBho20L1ppkAYYZZBkKarW793bbO/0/S5WlaaH6GATTEpwXgmMkjEoz6blQzFIIwxaCMLAF/wjNfgx+SgRGj4Rd/CoWAdVOBzXtou2mUG0hV7i20JvQSW0JXojA45mKgsQYjfEzx7pFf0wGfo+0B80bU7IgFnQcgsFOGeEbOkDeWS81gapdamleFJcRnCUTaJo3ZgaMoniE4hmUKMjrUVxjCjB2GXCY8eqBYqJiCzhtphVclXzLk4VdgDbbL0WdL6F9xnoe3eU729QOnpmcLMfPYMXYEbGN4/KxMiNIMSGkg4ogCa7hZMbA4D9FItFzLJofJMg8ZFhoHg0jY3IP7MLv9KU/mhHHCv+XHPfAdhrj6uaZptLXLofZ1dVTpHcMobpAVFsspxFVgyAch30kyoIAmeeg7qtcsiNshdkfR59kP6UFLB0wFx4cxakdaWk3R8jFFzU1qBlhJksou23qSnxjEpIrEq66YaEHjyHYQKsmoriJhyLtsHzSIinwciz+MFi1N+RUrmofhWJF4iSaUjiHDyyrk012yPlFA0mJz844JMdh12+2beuWHDHY87tPGaXptTD3Amj2Su9KNaiN5xr+dENVOoA1qEW5fJMCTGYFelrAqckwZBUWE1BqXqk7fIymRbYjZuHYMh5Xcq8GQsgwy4do5AVtg29TJuuyOlu2FL3MRBacKqgWSYBYwTkBrqSKtJBAESeOgggzqOVTLB8JH3M/wAtfI36L1sA8sDj5X/APqQBF8v5QHQsfHQk/wBryQPA/wCjvI/J3kw+MfHQLUehJjps1naU9YCIaX9Mk/pYznJJjth6sE4LiQkciFAdvGnTDluJISMMlYphsHzTxgHHy6jJ3lxaZB15QRtlwabNOgpoI4yCkqKP8W+KClfgqgUU34qAAz8V+IfN0Svxfs+b5HyXkgZCgMU2qC7+zSTJjdOLumPeb7vsgn6YJ3utQSTLiIpay37EOyujdDPQVGEYHD34PU8CqQkIbbiCWIPjWHIeLkIViBLiwo8NpBdXY+UDmFxr9lTccW3RYxhVe2wBIEjEzhonTKYyOlJK55EZSBlpHM5z2b9MxV2kK2DvD0cWAeDHP6uXDnGbusnSDp9icpBU/NVOm6SEZKCKUiYhCU3p4SwlrEx2HD5w+mk4gJoMZxKiqplENqKOrECyq5KtkDB1LUSrow2/ImXbre0OKj1bQEFafkX6a/WEdMVHycZZoYIPFEiXNNkn4eTCj4o29Fw9CgADbsabRo61tJG6ZnpNZEjHXVDWnBWm+UgFHh9CNTfmq5gaJgl4SX4nOpDoikvY2hkTCGxEKnFbRZQZIPWXx9tSL/G3jRRpy42csFlcEyPtkhdeIBz4VckwCIkRrllCznrnnEa57q3GG893alg/TDNDdPN/ospB8BAP+r23PAWrsobzzdq/54bobwP9FnIPiIWH+L3li/DaNz9Lh+Dk/wDUPobGw/0RBML1DnNkA50x7dj9Lh+DkVvA2hvI41EE6YD+uza9edR2xxX+Oz/y35fd5+0d8y+Wabt5nMjUCOfkkVNXJ2f0idQ6AoxVIGdcpZ4wujK7yHleJJPTGg6ZiAkrzokRUnqGpLEFqy0nkVd2nKBA+2mmTLo6wSPEzQuGXBlw23t4L91R4eqFKebjjjxptUo+B7/zBeo4OP6Lxc4VzJmT9PoiHAfC4Y2trM2p/rOFKCIAH5H12rz5aWbhu2kuEAFhJA0GZHwohleEx3QF8/AiRTwGzNeQXpxEAD8j2ZD2Y2cGQzhm1LcPU/NxHv2jy3g27elTvHYRlzB005t6iZSkpaxErRIkKenePIcgJaVzSymOEoyRiI5EUBxw6Ppbl04YflSxYqQeOzYC9eP3rNHbMWAfBdNIA51o7zgLh/RGSxxUK/0PfXl+emdw3AxC2gyrGeNRwJgYSRzmd+6oOLcoMQZkZQBO4+MmRkBVl5nhn6NbcagH5HG96s548I1t4JvL5e7vaJNKkNR3LiM4+MarZtsyhhgzCZ5EJOYXWGlCEyDCovgsvi7b9M7cVl3jTKd5Y0wyUfADhoW2ACAPcDydTJab3LemQPLKa04prSP0tw440+w4szgjZqM4hexCqTLIO1swpHE5Kh+HHxxmI5ORmSJnUuHEtltLLOWGAe1fmDG7PhMgfx1tzfb+jbcB6NP8kcnMB2A/P3cA52usbLXAMJBwjMMOq4UnQAg5jTvnOs8XV4EmCJn84DhG7dn4Z2vQt2c2AbUG/nM+p/8AM8RtYRDgDV9vSdCOhNXTYV1Jz/h6EphrREmoIcrEBIiWYM0VQopmmyaQaYgSA0WIl9OJLBtwZKpKmtlUlKUX5U06Knnrws+ZY7+DAhQbBT0MXYHHk6B/a+2whSHlBNWBd0TvmNfs5d6lLiLHcPanY6PxXpW1pnJYxHNCE4ahg1FETr5CEYdWEaH1tcSjxmAVSFYRXEuECRxag97LIrD75MCFjpFVbvdcphghcTQXYEqggmTmNTkJIE1LNBBHLM6AgD4iOHsqYwz8IFlI9MGGoU3c+95mFD7DXZT4ygzRQ7MQwuORdunvxtLerkzkFXEuHb8nVQSCD7tsNNA58k07eN7gk/v6N3BNCPUOUsXTLjnTPN2IfiDtMlrqslRG0kFpt8qHGE8kWMxAvpT+XxQwZUREkVdmIyd/HjLt+wQ+NMln7bvZBPfabpw4WLHHOvTT2w5NuHRh0waip4QMsOnzp09dsmSJ5NLHSb8GRBl8VOFnBku8Bp0/cunrDTDEG2+63mu7y15aZ4o0T6VYePa99XEfrMKp8micm5WxZE7+V6+4iFGWj8coUfvIXLNPxdoiecRTqdLo4uCsMrAoMVfEIcMLpkpk1wqMQvWnIBhcIz0hRhYtJ3a8xvoGjMMswciNdIiCTJ3R7auKMCy0ANMj2mWgqy0AVAWWgZEBAQZpQQoIYAc0HIOEWWQFpprsssgLQtNUBlllkAERaaEABkAAKiIjQL8g7PF+7olVOOR2hbSlKHUCrNrM45dyTgiFo8MtqQrb0kqpiS5cuEB8tfjWVZ/DCaBKGjCo7MP3B58kvDJc0acvHb9uAbemzHn1vLt57AG5QkFNuJJNSLhKW7ibeuiOYHNi5iNSQFBNTIh+Y51h2BZ4YRi8Mr8vyCamPjplCWIwmsQNxehH0yDizl9s1zCisQcTYQqbyzRCzyzk8ATBrYtABjMwAvM7p5b+w1aHhKb0po+VlJAgWaEu40XUUGhWEWE40hqI1ZJZdtOmGxU05HUThwgDDx46YbE05cgy28YZEQaaYDbYnH89OgdPz+4Km+qr4M3p5k7I85OfdtxlPaRWszT9DyhMGVsZFZoLa0dmPEsKpZk+9h9WF4ynjDkRxaUcmkVHV4LeQsiE1JRYdrUPqaG+OEQlg3JuvxW3jegGWc8Y2fJ7ycMLqq5KCd/yYw4cFDMyIGYTnrS+yUKlSZZPeRtB61CMdGksmVcEEg7EppJTwekSLh83jibFgdMLQWBBlSOqDBgZjeI5zQMZwsADEiDIMRO4Zg7vbX34I3n8LRrvVJw7rdxKVfIRXKKUqZNg7N19FCc+h5aIqcJytihhHKwuwksKRQ26YmeUJNGXys+ctNJJh+DAAZdOXUpW1SyQ3+O6Nan9htCn/BJpL7vsDb5nwpCA4dmpMXdBSwjBwZNQlMfVsuQHFBUmaekTZmHYvXZJQ8tuCp5wIPyZl8mKJp24NOWgel3jTL52PbYZEM+kIS4xGLDcKgaZYgozg6TOhquKFYwDDlQNMsQUbjpl4Vbm2Nq6v8Cz7ob+pfNz/byjn/3VtX23b+s/TbuVN4zvW5TGZIaoZnS0czZZlPLFIkNByFNZdhhAlRMOZZMoEbnovj6B37AGU5TIuE9QYfqZhRMlFBoywXF0w2+k3GUrjVVDGJDkwYnTANdNdeVC0FcShQTEgzECdMI4Ae7dVvvenbz2W+6sktAM65my1jeZ6NH80CkrSKNAh5BIqZBTOQnFMWMKZt5EBooVbIMlYVNFW2HLxox8YMl2gYF2DxpmTjb+dl8IO3xki94vpYk9KeVun/V9KVZgvUAmzDPruoaVUHwHCigmFpdTBhttJRlOHZnxwbNxC2biIqcdEHyaVLtJpNRMCdZeF3bh/wD0TdiPjdwCCoCFY+8DPuopDM0GQAsd+fD7oo2jM1Z74rdx6GprMyR1S6ivwXzPbhhHjJmGPwRz2jasNr79RLJKl8tS7ljF0PB8bfJR9j4mKsB9x5DtGSrlh65aeSZ7VEdRSvKJD+FQStUJ4KcuEiX7GhV47PHZrHYYT4OYPvUWZrKYwbMxc9cojJx4a7LJBl82D5sx2QLgLygbTcYqFiJLqskEgAmJgEadtHEAcyoz0EwJgRuGeY90SQfwShuVP26H/k6asf8AkJ2P4JQ3Kn7dD/ydNWP/ACE7dv8A4TN2P/VB0If+Nen7/wB37c/6spjbuAxpY1Ll4cjzRG/iB/p/nK5QnCLFEiHqy+WXsuojYS3SS7InmjrxTeHWnDBBgmyJps0LpkuAvhYDaCXAJx2shP2T/nO3ycqwQPtIY5Hl97kfJy7m0tar5A605QJE+tM8ffhKlOuqq6iJUV/NaNIN+NKkNKL1KWyvyFH8OQrEjj4kfcvHHljKO5Lmez5Uo9fuRZeD0TtXc+C2fsQUpf8AVVnp/wAISltYj2uhLIrHVlBMaSQDQKWAJgSAcgeA/br8Y+HEsTw3BaArRXGMQocJwsgEX6muxJEqsQQkBFTSzPbMKCusKhgqnJpEux5z42cMuS7pnznjxkL7cIpm9n3YixEbqFE3X5pJNLT9+4KlnYT2l47TzZk09BwXLElx8uu0M4YfvhZdunBRRevG222GWWBFtisHW9Fh2JN5nvmtNe6ajeN4ngjSHLyTLepmd0NworPUZVm4vuRXD5JKfGnbl47elSJYjCyIkNvmHjxAdrUcrye2C0wjvCcrcVbh/dLxXKVqTreimUsPojCS4SyUYQqRUEObRBsqwIFFVmbZc81MBTVnL0QfvzEQLyw4VW2AcLZVTJC2VbridiwQLCkqSxOZAEwAMgJic+yqwxJgZCBnOvVnQZanyDUthQ0VPlSp4iZLnSRwu5NEzhR86MFTZUy7YfFzJYw5abcvy79y0w9cvnLbTp67bZbYaaZFkdoy9ce8/lvoY1D6ItO0aS1jeNl/XDM1mV8FxBC55AKo8FqbUcSwgb5SihyqmXB0yQ+OzPTDvYSXZgx8VTT7PY8q2WZbq6bvPTLvFlHWBrW3XMkN7ROTTZLLQcsMDK4GZTQ7O0pEMvopiQ6+SSr4FaMoEGDlBOS1SHjRxHTX6gitqiktF0ogkFU1lk3i28d0qat9MG8x3I7jVTr/AIt12mI01gwS+gg3FMmkOUTUsnKBP7TYxEJck7RY7jYF9mLm1hFemGzDaaKaMNuWXTJsDzwS9DdYpIRlOIKSSpAOMKw+1J3icOuelRJgGCBIE5ETIBHyyq/McOk04s9OqBssRJuGQafmzj9yVLOGWmmGGRev37Tt06ZabaZYAW22QFpoGQqIgAY6EdwPb+LOFMf9UKP0t/0X7u7lFdv8f2IDXN/qXIn/AAjwTtD5u4fg6u7E1J6D9J8+5py8mapTGm1JKCI4jM+lTfi9GTjcQLiYwaUH5JKJmGSpAu8fNCLsqXZB06DzWAANtGZg2FVBOHFJYrvjcrdtSZBgAHKdYyy5cxVtwpGEJHzLkmRimHTpt+15NwVKLaYZMvm6V7Dlw5MNvXjVAEeywyI0ARpQB7Op9UeoKF9KOnacepKNUZfiGEpKQCvTCiJEhZ2nPIiU0mHivxs4TRXasdS0x4oPnTIslmDyiRLNPKMvTDpnzmaOOtTd6o27N3x27egvdWwHDQThjmFYnjaE4d1FxrGcVS8WI6KvY7QW/nKolFpGiEikMQuWOi7LpKuQFpSdFnjbxpht67bkK3j0efCIVDQfqwJakZK7spCkMakjG7mbKxK1VnY+mInQQ2mNgtm4NdLs2lhHbiB0V7TSeypJZ8oL6nliz1m21OlMPKkFZGUss4QdYGk5iKidcjI4SeHIcdKsuaLNVsFa4NMMptVEuoeimFYLm+krKugw/GrpJcxQml0WKl2E37pXdISmtJLD58dh8yZdASVDbv4q+cC22y98o7d5VqK1P6fdJEujU2NSU24Nk7L8qbcpzMQRipAUBRVTDDb0ujIKYXdGVmI1p+5cvzDpFQE5SVHhYuaMsExcFn7x1HH8Hx/Yc9D/AP3jx9/w0TJ2iP8AhDcArMG6/d3PrG1EyYirUDu3JMk3qFPOD0iGXscQxBkSGovVlBfiSOYXaabSnqPECIdgQy5Kr7ouhRd+Ds5CCicaFQLEzElyLSvEkqpOsDFEkxJgTJ5COdM8IMbhrpnGZ5ZzXdyt8JZ0HqBptmRcntdGq5GcPXzgzFOnnTAqK6AUbciwyPxhqY8TyyVnflBaAGWPkkXrAiAPnbkRZDb6cK/CUd3a2qkUeesOas9HxtTNsE01rU5pwiaHC51p55Pyb92YlwoTPduCbXbZF4aOCVdFXXaMHBLlmWnzPWUm98Xui4yg2HWpc63tLsEQuwVcJ6JDUYRihyKfohV05dtOiDUGzJcwKoQ+ULsNA6YYfpRIkw2y26ctiLsQZ1hqr3yO5eRZTRUjTt1O6c9QUELaYppqpKeDHSPqPbjVllw05bQnsJQsRitEFlT8qJUqdih+jw9V60/MLBUm7fGnLEYnpbe/cMP+PPtqJ+8PDLdz+O/sqVuU03ZXz3l9DU1pMx9CszpbxeS+Pw1GkFrJJeh9WLsvWi79ksfIvHrpkyTNOnxJRIvvInU0+4MkD5YscLPnDrYvL3fvfV91PZarR8FwkvPOXUltYEyYtlxGMldNc+Z9k480pyjjospkVtBhVhzEzC/EJMqrNsG38PrCEelxDCWttESruIXsCH1Uq/USD8ma2tMcs45d1sY5448rXRiyqxEEjT455wdRO41IMgHjWsZ1zWh2Q8mptzxi8ktKMJyZljHs14oTobLETkRH4dl3CqpF60SQCiooI6aaWjSajmXCWXUVdKIvjzbh0bUSJdp4Zc6Q0K60pW7wXTPA2qmTKDH8My9j8/GCcjo0zkqHEaMyz+CYvWYLVWlNPhSKI0Q3LkwqIJswntFYiONvU94WemXZQw09KuGbwpKVF3QJrhQ0RNUFlaWNH+pdKSEhKJGFBUVVRRkvGhRPTU1PKOXps8fPG3zoqTJlXLwwZMPXblw6beNss7VW9zzvcoZ3fWgOUGlac2greZxNMKAFmaCisrMsdLaeswaZcRtM2K40SmExQiuZMFrj564S10oXUGTUPEmHR92ZdFmzZdh0be1Z8LgEgKVJz4giM+wnwoTBHYfGQB76ux0x7u63o+7HSxTHu/e+r7sdLV1v4JEkPb+R173LH7UeDOlv5eeLdPspnkq/hAslJrzPlxK1N0Fb0mFFGZUeQhABCKI40twkhwVDZ2MohTYdKr0YLZecyi/R4WR36iwoxAquU889T0kubNuyRptyy4bnpE/SFJHHzl8xU9vL3d3q+7Hgcs55d3q48MZ5fPV0wstJKmjHBegTVk46mGhctAw+AsfLNlX/AJJtp22yw88k9b7DTTDQMtUEWGgCgVr/AOBPN1J/S9Sf+3EQ6f6B+v3vSWLCMKhuMthjh+aZ9lDO4T3x5/CrMHLOeXd6uPDGeXwonW2IZhqIYjeF2zbEPoasttlGGwctmmEkg/PtF2XrTpsHTT4C4u2Xou2wYFoGhZaAOzt/PY+EGblDRZu1NJ0pJy6bGJtMxlGmodElktDH0eFopSvmyoS2mZFRgChFzDqO04UPlSFErsGxMPGWS3xlz5ARfdt3f4j4P4zka8f42cR8P9Cxv1R+/C1qo5ZmVlClcOjYpxTyHCgMkgiIjfOtcP7qveQwzvSNNy9qNhSVq7KNLQptxNKhqGIhiNPik+ZNQ1DUExG9WQUExKSizkuaYjJ0UdlBLtvHbRB4+aftA/ZduZLOWc8u71ceGM8qt3wRb9i/j/8AsxJq8K/5WEjeg/aH1Wl13h2610vbzpFlagamvwjCnShVIpWISYl9FpaE3onYwKIZJWaVHr9CWGjrtlwgEQKO2ALA5aaMNN+WFtjyRGY21aAzFQczhBO/MAx4UEwDqYHKpHOWc8u71ceGM8jlnPLu9XHhjPKs/wDwJ5upP6VqT/24iPT/AED9fq76H8CebqT+lak/9uIj0/0D9fvekh7o0Rf7p2fc5Ckt+iPH8PMHlNmDlnPLu9XHhjPI5Zzy7vVx4YzypH7njSzK7Rf8JH136ZZKBEf4MJUaPD5SGQixXYX4gZdRGpaN4vVPlJWdEU5g20C7EqkBdoCTjyJX4uWEGmnQvW7uHLOeXd6uPDGeUpcZgSRhIYrEz9kgSDA3gbt1AZnKIMcaOWc8u71ceGM8jlnPLu9XHhjPI5Zzy7vVx4YzyOWc8u71ceGM8tcZ8xy5dvjyqYHAef2Dwo5Zzy7vVx4YzyTl38u71bd9sZ5Lyznl3erjwxnkcs55d3q48MZ5A53+dM9O3x5Uju8/hSAGLceXd6tu+3fyKYznkGbep9fTwXlnPLu9XHhjPI5Zzy7vVx4YzytjHnu5cz4c6jCOfmPkPbSUxnPIM29T6+ngUx38sYv6HuxnkvLOeXd6uPDGeRyznl3erjwxnlIYHyeXLiY/bUYRwnTXgI+A8g0lMd/LGL+h7sZ5FMZzyx1DzM7Lyznl3erjwxnkcs55d3q48MZ5TI4+cvmKjB2bv5s+4+POkpjOeWOoeZnYpjOeWOoeZnY5d/Lu9W3fbGeQAYtx5d3q277d/KQZqMGmu7TtAPvPkZlMZzyx1DzM7FMZzyx1DzM7FMZzyDNvU+vp4FMZzyDNvU+vp4KjCeff/a/M+FJTp/a/8zYp0/tf+ZstMd/LGL+h7sZ5FMd/LGL+h7sZ5KjCeXmPmKSnT+1/5mxstMZzyx1DzM7GygX4b+Mcjx/bXhxDI2DhzEPV/OHUApUGjkfYNw9YLj5nHlet7DwA4ZwAej1Z/cwpS/L2ZZaFgZyFgD0erNg/FhyHjfuuCtx8tIG8ec9+dA8AzgfR9YAv5mccOeMbNHOMX9HHnM8ex9Q0pyC+wFPNz6IAHm8as/uYWG96dL4BoYC44D6I2GrPqdKjigcuFsJ3g908uU6E9+7KraD3Zj7u8jLLtjLIETShcQtx5c2g9TpXjevfsvLhcfo0tVgLh5PFhDhYKV4A1kKiFRr6N6esGPNGvO49eu0P+9r3tEH7s2BYJQ0qWcbzn1MT8+VkDTpK+H4XXTMPxHFZYwmJToxEMQkyAOjJcisryEX+ZkLPFSPYiNKSYnp6Ynk1MV8hR2VQWJhREkju0E5k6ASTzNUJjMnTfVfL4UtHcfapZ/Sb0V6d0s5GkR6TZHTj1mz9dIDbDb+DEQtD6WfSjJ966EDpNVhyDIeOrTogVdtmTjEyISesAAGXb1xbb0NapYP1p6SpDamoLPFjZCakvkZYWihd4XevIejcq5YSY/hM8BZkXLo/CsZkVxAOMMAy7aeEBfOAaLvXLbUZ+5i3ck1JAwxOvV5rjel4z1165FB5E87HSsyWVXEvYCUHwn0mTwOwZNJTLyj1yYi9KSg+bqawQhuBktg0kwOSU1GNoqU1Q/B1tU0Yk4IlDMrUruhdTczGYkRYdlmiGYsmBpjmXGpwomuYeRE100L1pp4aZSoXR09aflUiZKIWhVwTiElMROUyizgmO25vuCEumHESbYEC2WyORUkOBoSN2dUEgycsWvLSJ38Z3Vjvwls9NRL3ge5MU5FI0MRHO9OnarHpOQ9Gzx+4gxdmoTnXpufy8RYufFVRAMuoYVIudpBJfel1xGfu0owbbcqqc8Bk25nA3f0xd8fGMyY1IbyGQ2kmVMrysDtG4EWtPSvECjEahHzK8juPktcdLM5Jku2ERqHnqwbZeOEog2B8sWZaUWWWvixiH7fwnBUd6r8HkPiTOp4ntVcHnRIKLlkuoEhNajtK74SZ9ww29YcnSot+QNOWHr5h2/YbYZeNssg0NrKZEal5ay+jeYZtAimKysDQlEcXGYYgZEfRHGcQOIeSzKq9RYUh9wLp8txGpMFGiaOlOnrls8oPi5Vl67F4DTOtpQb19g7gK6dUHqsOiX7Qw590EVdBmxkgAgxuyAziCcp15Qdagk+EpTeOQ9u8mNM0FttHpx64J0Sk09yzhsm0wCqsPHsbw/Fy+04dtOx/hcYYQUqEFAwACLsxGqa5AAaNMtscY7rSE9Q+unc+S30hye1kxxoL1O6GdScZSonZFUIwa3GMZsIELmZlPUWWyvD5aP4AaLIp5xHsPsCvOV46TeLspVBNdp5ow7Mmk9d3HAGobfF690Pe86qYEUJZ6VZAOVVF0DSRXPjD92pLAvm3TuZjTL5gu6VgRH7LUQK0ZOSLkrEkxC8NEodMDD8t2CYbF1k6aNYO7Q3iR7ebbvqUEQai5N6qFWH4S1q6ToNcGPl87FamqFyZaZkNFiJY006+V1g41EDUVCmHxgeMFCLVCJ23kDRyrtIeZxO52jC5tMOiwgsrdFIIugCG+3JgZ4MxlTU4oOE9SMyQownFlB14QTMgVH9K3TPP3Sr8Jy3esutR+sWNtbkdKmm+acYJc2Y6g17BSwiwwpSY1mo5GX7lKfx5MJt6mpCkgra+5UWVl0D4zExosCUX+LtGzXc0hf8AHaGtb+wehPh/oI0kDytjkHs2+HqSNHDvwsHdiHVFMfIqgb0NRcaPIxkwTOGEk4/ljr3emUx+bT3hkgafEH7TZV6ZIvzBN+25aelnz1y0w2P3JC/47Q1rf2D0J+z+IjST6tqdwezYqhThWYG3KACST+9LqWJY676g5RH9lykzuXeffX2NN7B4h8LC19tLzwWnC5oGgx5BjJh3QGCLpJ0Uuzbsg007CoCppEWPm3joRu2ddi8s8YDrv4Ss0nM7mTVmB0XYGm1PT4ykA2yHaFR/RLSgbe+SEWAHynyS7VBEWRAfJA9AasiO3LW94lpP/RVr/wBNW+i07SpiidkDy9l6oyO1kywgpgDEQGJXPXi0CfGzlPcJp1RelnCdExhpRWmWmkuHFiXsvzC07KoJ5fUGOIdU2t6JfhHi9InQpocklPOEdMZaakDzN1jT9mghIUMJ8MQpDzhgw9gwq/h5ZjZAZU05wtH1BMTTC6ytRdHaPDzlFTWYQTVaJjEswRNosmTcuPcNtYJLC6OqwyiFJIJ/NwmYqpMYl3mYHEHPsyPurjPeIy331qHubIDiPVPPvSdFWjB5L7Sy9TJdQcixCUnyTRzzmCQlYSiA6akrDKS0voTb1FZjVpzHJly9MllL4qaWAFgX8gu/p/Y3tzVm87dLWQp/lDPs+aH2jnaQH4TIjpcO7mmacPoZJymoqFGenxHSE4uy0BcglpkyIXJJ5JwDVWgclShd04dA02012HbINNNDfaP7f0/sb25q/wBW3S2GKYkO+9UMd/cFNqOnR/WFxMx6CyJYlj++NOZEgZZCRUEQGGei69pq4/QPN7mQpTqA/kfm+zasv8JCmKsTfl9pb3WEoDJU9PfXjPmBS5kg2Bh8XheVEEREVUDUXxE5JMCYJozuNXaEsfG3jDbptBgeODLl08fJDTbmY7eE60knQBpcjjUwtSomPOMpCRhJSi0IS2Typk60sxGZYSYfORMpG22GIZgwVx8np65EzsksmUz5QKgTQ1Y6YLEX8PG6E0J6jJs6jY93x28gQniPqWnAnP0/TfJZYKnHTzTlKZWTWkkoYZRFMWzMHLx+EDZiFkKGXzDhcRYbV4rWI18rG0fLpRG7r5NyNnQHE4GNogW7JIxE5AS0FVXWZOQFWOeXHXkJ488xHyz+RuMowcast2NOfdoTli2OpWTy0mr0zNKM3PmBEqbDM3oLhhQiSIxhSKYRWXpFecoyhDxliJJfJKu/RzToqqS8MPHhR8y8cPTOodem4Xk1JLRLq0nEk66d5xGipK7TnOCP06EJjam4XiOAYmOwpAi2tlkKNEAtJxJMLMLqr4kwSXEtwqJ708nPjBd2dLNPAfMbQ3pGh/V1pR1WOt7/ALrRGNRNNF6kOkbV1poS0owrlZ2wgSZT3ZmJU2EExh0fis6okE1PcRahoX8VrlVRkOPIPYfRE5Xnj/vHVDPOKtS2421ST2jWTEa6fIjmboNn9EyhKWYL5OMxPC7JyVsWATaMvk8WWhIrRJ2XXUUFUihREwjqZFmIYch5ZA8kE8wilGs3kJuWbTBH62F7SghGBEDEMgynPFJEjSInqkSQIB5ZZjdI358t5rX3wbP9hj0g/wD05qE4ZpqfnP6o/aPC3Dac2uB43awHGlA9C4WwNcejtBl8Gz/YY9IQ2sa1DcK/0T85fVG/Ko06bTmdB5AAebwqA5Fjv5B3bdOz/wCx7H/I2v8AEWrLoOwe6jwsABcOdOTNwvYPFnnEdvfN50r7ruUslpmJEnU6cz2bM6CMpXyOpRqZgd2huTsNLcQfLjo8VhWKGj7x00igV+TmixQG2TAvvjjAugdvJcBABH6sBgKBX0O7p12qf/C1f5lTRv11jog0p/W4jbI9gPqqA9abNpdksO6HCygEHI/nKDkQdc8jIzqrmB7eyCPGrYOPqD0f3tf52HWmBtcaUpU6+DqknsVa4N+rOlnstpEZ6wviSOYdiLwDD0xN3U5FaqAN9hoBYZKr0PtuxZbHynl2hbBkAdi1bAeg8adNMuXjDt80w35J625F4y7eiyAO3jToGXflGWWxBpp0DxjtgHZBpmvaCKXdNbsQN2DLKdsBnJ2mJ/Lk553Kc3D0dnoAYl8puihyGofSSyEpprqKoycKJ8opkFtUMLZc+nODzS0DLpFTxctA8i4jNe2dgJW2brMZGRKYVEEyZkkEDKM4kVWSSuckHwkKOPE58TPOpXgwHWoDa/0a/QD83WmArK/CMZ/rsxYGkbumdPpt0val9dkyYDJL8Op74w2bhGSyHFLtW+cUR/EP8EJKMuxfDpV8YNmGRJvIJgmY7867AmTabakG3ne83NaEicvZXyp0+zY1I6rtQrhaTdPUtoNgeIj0Fqi8m+ScGT0WReSKuy7wogNmS6ksQtDL4/FHya0WNKjMLIKi6iovzluoN13NmUM0JibxTeERQQmnvC9QTp++NOXDxypwxp2g5VcMORgGDzDryieMRNI7BCHFg4hNNIEMQ4muYEgs2eRvl+IovreJuk7NbmWgXnEgW0MErOhuODhCjMAljAEm2owjli5CBkJ47td9YdvzZPQxp6+D5TjkPBbLQQpJyXWkKWUPtvGOw/MJMEagZAw4UOG/ObFs8fdp7J089ePHj18bfv3z148ePBbar96q5ib5pQ3EEJQnN6QukJD3e7vTpo6JI0z4UV4jez6MSzTYokm8kmrmyBic6wkMxHECsVgRxGTtmXrhw5KqS4JVMRGmHT4jZc+EjB/IYdYY832nka0p/RSyS5shStcV8b7cIa/xr8E0l4FP6DDdtXpyjzS8GQCnLI38Nufabc3NohnQJsE4UIAIDXeqwIMrlECDvkUYZnd1N3bp2VJXpp1Pw7o73LWiCfMUyznLN1HhnSHpGTX8CyDgwhH0zlR7E0vICQXBhFhhRXoYKniqa9PsqCw9bWXDRNKLGzbDBhpz5FqvxqYnJuX9Xc7451FT43QW+KiubEx3qC/i5fIyoimGCii9huF0ODUht0hw3qhS0UiLhAh1KKvAIkS4GXzls2/B4afv3ry09urxaDdnbvu/9BlpqtQf6j8IBy6hj84V4k1NSE3vkVz4mTEEgd7tJSQEnlNccv4Dk7EWmmRUaLcCJDKWnuXiUoRRFEFKC+sP3x90cUvjCkcMPnbs6wXZeC4cOqbXUdrVrqh0woMHQ2rhDYR1/wAq6DQhRmTmeJNM4XfkMonvzI7O/wAK4/zR3AI43MO+W/8AEaYn/wAFgPX74PmjuAbfyGDfLU4/xDTFx0/VY+GPbtOEGmTfuhb9PX09hX/Sg6bM2AMy+Dpfn37aK1PQpv1NNGnWdmoI5vrZHxuUkzLSLpkGYPRNJOmgosRM5hNHMKzxFTTL6Wxp04On2Swly71ss/YdvGwaadN+iPKbWEEnZ4Cgkn6tsmQABz/L8u0ydZqIPD/oDlz8yeGXTu6b12aNIeVZa6AtJmg7eM6coIW1GYsSIC9qIk+yny2h5SYRF2YMQtRHMJZnLHkSFW11tHNEEMs0UPOXq2eTk12BMs/F84sRh9Eb3ClKdwXqxYcDYA67Rg7mjUPOLVdu09L+oKf0X/P2bsw0mY5mMItCHoWhf5YfIM5JhwolN/IMFoMPQwn/ABWH0JKIdlKRiTD/AOKfGjQPjr8yZeyeB9/N/ehnsUDHGnT1e+x+9IZlWVWQYAmFGUFVwqSMuR5bqsDlrwjd+jzy1GW/cKrwbxXeZ63zOoOK92/u2NIsyog1NNIqA9ijUfMRGTCEnJWwjHKY6NJkxYXPfHT6CpFXJR8fcE4mjw8iJyXFiEooRSCo5VybxGHkZP3JWj17pUHd1xDqxgVvevnopMaxXk3ysZPX05C073yQJl2tsJJg8xMtQk8wnMiQNqT4C6mdUxfzUYKlYx8iScSlzK3/ALujpPTHmBKeYurBqGpiSvjSKJcR5D7yQeppSfIEYwMvH4biZDeKSNJVQSVBpJXE5QJNHEpQOpplpy2YIHDRZ66ft1tlze7aBSPwhArruIzlUl/S+60vjLduYaVK+aTg0EY/M44n/JYwYuwWixuLHyh5In8oMw2Kf5R+7ffGvijL8y65LzWMWJ71u8XuC1hLqFs2nPWKqrZMsDFcbPL80ZVUkTmQZyicgMvd3E65Z1OxuvtY29HdzjL6E949o3jl3GcGQcsKyZrWhN2ReSjjqGITBynFlSLFouwzB63FMQGzCKXLvYIV2InNv1xwZieWUMASWlNiDTSXN/eOym3tm+jMbvHSZLvVSsLepaI3U0yEwJkwjLlzBaaRm1Np5ChtLfRZMaXjtVeLZo0uuDTok9VGyjKY4bfuigGHTT+wnJTf46LtR0yJcy4kPLzV3NVqZEfQxABCOYV02xQ8lzDRuKF8lDrMQxlE6icT/kGEkE2bE3E6z8RNNI6YWOnXxR4wWeshwJuQf2YTf6Y/mg3AY/rxz2t6I0HrQProMMA7bKqX3cC7cAuAoXUdE0DFhKsYB6xUkic5zqd6wSdc8uA5R76sR6Poy1LzB07S7i7WFKCG5DajFf52hMWU8IxMjRnD0KiQjiJEyEfk+JUCIYySVMF2BicMRKa+KRGp/EjyyZTzAkzJR8RLQjTd3J2pLT3P+Y2qvc6avCmlCKZqHm1+ZGmmZKC9iTTpGq4/UWVQ48LugSotKw2QMGnqkKeRfy8iNRhcVxWKQNFEFopr5MdyO7wzQTODW2+lE9lVr51OaImJau45YXXWnSKIphpiZTUYtwc0mvIv+bcbQYB1uDwhk+ygidZURLhEyz8XEqD998ZjaDcNavP8/q3mlRtT8KM0L3C38u4a2GvhbFd7qs2FDYe50cYLwuoj4sIlgQVIM5HIAndEVJngTG+QDu7I38Pbl+kFT4U407BKCHd2G7bEfiXzk8pMHyjPnAwKqJf5abc3Zo/8mCAI9gaAm9v8Tt7yY3JeoufGoSXOrLfDavC+raNZVnS67LXTlLxAeQ3p1gRfcqAKhZ89cClQsViVPKm3SY8NJ5WXcKnYkeoaS6jlfjJJLgltQ9QlpI1yxLviZm7sN7vlt4sVhSAZDp04i02Xc9pwPIhUTp6HpeLTSI/hlqbrKcXKu3kbPy4HHam8eiwQcti57T5tliXhncM6vbfyevebB3TRmhalKh/Luze33rzqDcxE2b90W3Klbm0W8IZImVBUNEDMgjeKgSdzGMtRqI7J+PustgIVCvQQ82wgFAEfQGnDv2pY73ySkg9RHwkTd+ya1QpCWuSIjfRsTLR+lLcXrsApZwokr2tOIEUDUXQyvwquI7LqJ0hFfO3hBeT2jT507IPm35Y0+LP7Cm7y0BTi0TKE1jk1N4Bqg1uupjEoOKopLUXFMVRKXly9hZ/Ej0+ahIIkjmMmCb6KWV8o6WhKOyDT9hASwfNmAcOwc/e1e7pHd769Jloc39WGn/8ACtMSHIHTZbI0Q/hVndAvxKCkddiWJ05FFIltMeDkIx8XXYxiM98omkx8rPvlH4s/PPihQiXLa3ke7bUYFVsaMbdwgqQjAkEqGHWGog657xViCV00gkE5ajz4ZVH5+kZ/B5K/ynJS5p/NoT+pgBv+qMtx4j9mwG40+Dxj/lOSlwA1/RoT/wCIBYKai/r+yl40d+5uXt2noz3b01Z96bNNv4OJsw3GMpUpFiv8MM/Yv+JEImmEhIa44+Qo9mlFENGfjyWdMlfKm0cw/LeUF+UeFzDDt8zINpL+D3boKZulbTNMiN9Ivy3GkwdP0mI3i9Z/D5qeTfleKIsl1Da9ECn8nJE6CCUQ+UFY+bN/EksgSTivlvIEihYs7dOWOcJNw2/quy4lUOTOUMSBH5GZyM5d9SMzGC3kFOY4kAfm+PxFSz6FNKuh3SBAUZSx0LocJQxAyzGDqPI0Q4WmzFs2/wCKxWRU+HnKqeU40jePVhJ+PJELFCZYg5UCSY9+SzD8uTE0J1887kDDPDFKM3s0AV9Du9u3C+jDds6K93s3MdvSDJgZRtTbYhBmYQjMSbEfDEDMBtxKMKAATPjiNQSvkoYyiQaoYJvx75RD5SE38TIAW7nDAcLNX7OLh6mdutAQgBVUI/NTNRnoJVdRr1RmTHGtgMgYAy0GgkjTLeNdw9tegWFm3MfR5CFPoch+/CNzeq7wuX27a0hTBnhESqkPJlKaUpwpISBTr1lo9Hc2VAg9ZQSzpPZYEwYh6G3jTESxmdBl2WJIBB8W+MsqakklTmqd6DvjdPu7NIoUFxBDUazi1MTJQhU5MyBgdEVnZyMnpxRMIKOdW4xbRziMgIBuIy7SQ2yluYnjEwYZaZRYNVuw8adxd6J92Tq73guqKG95tvlE4ql/NgCippg0TNuzTiHpcFS510poKhHEIGnx9ygJye/dE1wIMWDihGEVxGDhQmk0Rco7EJH8btwk9FahrhyYxK2wYGJzGoGYUGSQMo1qWzKpmx1+7MCSe6YmZrtP4O7okjfSZoZamPOtwrO9Q2sSMzWomaTESFDBaKUdOiEo5ZgKGojZOlCykwtsIz07Gi8RU3LpRR4ojtfRjTDL0g0I8afCY/5a25w/s3HHCn+SOTfqM/YPcO1rYOFL3r6PRm4fixr/AG1LU61SPhMV5q7m8bX1tuMBSv8AFHJvHmM26UHuHbK9bFvZio0UIJzk9ZZJ6oEkkk8zxBrKIWBuw/4y6xl7s985VP8Aa2Zl6vJUydJxRon02w/qonC8jZGSzksYkmXCkpyDiCjaasvlqKGIqjJYh9HaMpSiUQyjpLZPNnDjtTevXJd4wWevHMP0Ratd/wBxgjm4fizcZSKilAUGPJn0SI9ZWnFbRzzugfiziapzEMkzLsA+i+ctgG1j5n6NsUEKM82WajXyQ9OP5q1ZdSK1qNJahJ3Fkj4UFo704I7ua0eij6f4vhbSI9iiSiQ9iZSepcrYgfRXMZNiZ+sQKQaLw0fML6eTV35hObfKBZyZbeO2V4FYOK4NxVDaA7SLgBznOCTxAjMeRPYIyyHHj29wyqOaeE+5wSw1KyP09zs+DTbtpK1GakTBp7J+FDatpeXXswDBIw0SNNqURw6nKsFEWnb90LkRjtcTAeMsMiwLboGB2lBllOvfbSVJPEyTfwfPSnKZOfu2XL5Plnqg0pwGSfOWOwLDp6VhaNUpw8dMdhgWGG3Yss9hkQDzQpGlM/S2/nNPOTOpSZvwpnQRFM7tPgmWpPR4YIaUSBuCmjpho0ZEokJE8k+HlMXhh429H5eR1TsiNGOyyAMh4a0dUetvS7prmLPOWHwmbS7qrjiCRg8ESQ0poK0em4/jkIljqF4RUhQi8PxTGys8CGEhePxgqiUhlS7KNDyg2YEkWZfHyvKGKlmPSgDMFTs2LDAnFAzOum6BE1AJEmW7Rg0y17e+cqsjaI9R+9lmvOM1DGtfdzwJpVk65gpbVikzYb1Iysm0oG4zKn0NwiQqMMQZGK+rOS6qnmlo88V2yIEyjSS7LPn7t4cLstRYbu16QSvhMm9+RYiB0xGqnJqEVaHWjTsGD7UH9jT2eNOijTxgXvxRsksQQ/bdu2mGHrpwTfA7F25YF1PTu55mx1OnQRo1m7M5ffRXMaZmmmTEcxzExgknEDC/FcTQGhq66rvySOnkEso8UFE2YMtl04kUJOWnvky5dw5Bh0EKu9m0r6sNMWuWT++g0DSuUJ5xjBcHhLDVlp3QHRltdmbLQsnmUxxEiSRSU0+vLJlqHXhJAVGkdPiFWhdRhCW8WEIUXEpIid073YEJauS7hWW4cQBbCyxkFAHVBxZA78zWrCArSWAYEzrBEZQB26Tzqz2LTLDItNNdhhhkWmmmgBllllkKtC0IssgyyAAIiIiAAAcOFUr4KKJIxInXyowiDsJWndccWjL/AOKMACd8SCDobfgBJthllyLoIdNQl2WXTLAMuPi4iyDDTsA1jPzf/wA5NdsqFzSbuyNDWqk5qqm7DyjLmNogmDCyQgw/p1CJihpHiFVaWUlXVSTK2QSTTs2ixPHJuXcNw2wsI8SKjw2dIvoVfTzbqDQOk7tzRLK7TS6UiS/GpRpSjqb0UprvsEIlmvGTRc3E5pPbaKlH5hGQipVJg2HDZss4PmoahhHMKDp0deP2QqSLtxWTNUBloIEsFUKMgSdSwAIERkcjIYO6lcwoMmMpaIHblJ+dQmSG/wAd0a1P7DaFP+CTSX0D7A2yH4SV/ND7kb+zpKf7+JCdPz+weGPSG/x3RrT/ALDaFP8Agj0l9LeAfm22L8JHlnPyKY13XE0JIacJ8akC+n/UyvTUjuHZDytjOZi2nokNq0oYhcOFB3CKGssIb1fYh5RIoxlZEmUNG3D5lh42BZ/5PEgm1dgE/lm0BOlxZ0qp+w//ACh/xxVo/amhup9S2nLTjvjN+2e1DT/knIYlFeoQwVhc5OeasCyuKxIaSZvTkfKhZAMRwuobpYMJjo+SeqDlObMPCbs4VbMsO2TDkWpBf09+fH+cb73L/c1Rl/xZ2i63WG7mhLXfrx3nWobeF7uedMDwFNmYSfNaRSBqoldNeVZtKeR9Hcx1mI0tIPm3MIp8QLBBMeQ85XnaaaU3JMAJvQZdOzLtt7ZmxNbwQSGJzDAAYTmTHPLnFSzSyYcyCdQ0QR2cD466Gvb4VfrB0k6iNE0gIU0/6pNOk84pRtUyPEKxDUnZ2y0mavpSA6lLNVNeLikjwVEy2okUd2oqKeQbUzRZ0SYOniZVp+D804dt3adqHvwnDdraGdFujmRkwtLunSDJOxnE+pdJg1eX4bOxQaOKUMP5WzOW3qO+YXV9WLMlniqipZ1ppy4dv/Kk3QA9B2LbDd8Labc9JdxQDFuYJI0biB7qlZxvMTCaTG/jWuJvTdlxIWWkYzhm9FRGB5aS/R3i/GUWqbk8YT0FHcvnLh6oG3SaUPHm3Dt6/dMt/Fyj9tkG+2LIMMtNBWZ1Zzj+Cza5ZrMzu1SzdlXNCZ7EMI8GsxP+EbVzBNIbQH6iZSU35Fl2twjDw/FHyqfb+OCkiff+X7Jk0+YdOWXdoKOIEgeZ0JL0ATKg2FJhQJFRB4lRPBUcQ6kRZCUSJb1pht6mr0NrxNQR1gg8bdu23hNQJGC7bTDDTTsRZZEK0Wq+eu530jz/AI/09RPuH4xmuuS9ahhk9H8i919pdjqVcQfOmDYdjUs1CsVKCvDRxVZTScSF0dZF8iEvicQp6snu/jDoowbf2uTlPR4eDqTnO7ONJ3a1L88MZfaBOc+e/wBtcHfCwFuCYZlfIMxuxz8FmZgHJ9I5OcjMPTI1MRa/Yk61Dy42qNmis3opWkwiVBaYSQaPIDouvMNiy7cmALtv2WpfvwOfA1/815V/7euvT/lC2zf9ME3LP/W7eov/AOxI6UP+Om35T28T3JaWROKan8Ho1ApyanFTB5QUD26Z0llCJEiUctmDZw4bMRu7cFSpVw7ePzBh+8YcuXLDbx42ywy00GAVQSfyBmMsBgRExwnPvisuqCT+SzAywmBG8cJn3d8sG771wbk2VCXLjRHoHn7LwgTiOLFpmXMpkhWnZFykpxVFBo2vLLBWIJnF15YePDphg2dF2pREBIoww2wWZLOGWXYTd7Q4bsdK3V+smUUFa29ImgGRkkfiEaRSiwdEC1pV06S1m7DERQgabR1FWSVWWTuKPkXy3xh67In0qLGDzwq9esP3RbttOmpj9ulJwicMQMOAELhgRE98boitlmBpujCIEQI18xVePe1bv3Vop6oNPO9R3bzuGlvVzpwQTcDRzJ2KlJhIR57yieMxE2CGUfnFFJRDK4WKxXFCEopSoqIRlcQ1hPPocTJ0TwPDKera+Wt8TvWl6HD8Dy93EGpZFn48R3Dgsrx1Fpj8BaOtnQMlXSsMYPYEhZMihOKGnDJp/D7iLIeNslXrLs7ECe5EuoG7HsWuIkMwrExaDThBOi8xD604hVQVWWm0sjEj1NMu0M4pMMlTzTZAsptFX5xlkkcaaLsPAAqYEQct0vdfeqv4R3u50WSa7O3VFoaikpPmbSbJuEHcq5dnFsymxOqFHhwufiRiLZFwO6JoLDp20y+NJb5YUGXggDCW8Zq0GdzqSwNwBs2wBSJyE9YZEzumYJiRVGGGSCwDawARMgSJ0JndPiBWwdLe4g3uUIxFMzVSpbz9J0u6o9VKqdjTUKhQJKQhNYWFU/ES1EJFBMxsbixFSXzKW0sNi+SYTR3MLor8WUJDUl5FRklUfcN7wrS1rS0zbzDcmuNYWu9Y1umYy1gwM+l+aVpZp8uBlu4QZ/ab2ImLuGCC8uArhFbxXQXjxt6JYSIw6wDAPfjbQu5RdQZb4UFptkTOTUJHOrzdyKsGSQljHE14rTITgyKT0TqEOwDDajFCwSh4kr6Z0JKNrRkgmP3KYXUlpJIvjjbl2aUSThpsw7wndtRbv4d4hBOlDWtFM7d36tabF2aLCmsw3GsqgKzyIQDLycxuDJolIUFOkFECFD0VLLiBVp7CRxMmARBp80gHjyoim3bwE/OFyULeBkNmSRAZCxK44OeuWRk7hVMK5KFcHI5ycgRJjFHs7tKl53+P7EBrm/1LkT/hHgnaHzdw/CKt2Jps0H6T5CTTmHM1NmNKWSUEQPGZBKlBF6ynFIgQ0xgqoOCSqTLtFT5d2+ZEHZou0Lp6HnMCIbXANou9Qe85hiQO8X0n7vJQlMvRJEequEzcVI8zCcUJ6eiwg6JGI8cPianDr9JMnlR40zAz5t2+KqRZloVF0w0wwBdtt7s4IYOGCyAmalpJbLRhEnL5VowghgwXRfszJJEbxwFVP9Zmv2Fd6JvlN21E27Dm0WhmaMHwtE8DQ7MCc0slsnDEKxuZeR5ELT5UhdVTzZhdTnsNPzThltwTMO3Z0y6EWQaci0zI5vJJF795A0FatFqf+uHR9HklUyR8cHJnQbBkizSBFcSwe5THjSwkIC03CBJlMVDZersqcaNlwctiDQvWc7W6NuCt6RLCPp1bu3WTKaVkMKEaTGmFIOPYVgyFEoS4KUQRArJTZdPSybRt+WKsvzT5oGGGjBhy5Z9J49YZAWgqbRwuSzFmk9XEoJwgRhDGZjv00qOjyYkkkzpKjdECTw/CuPdw+rKqDuR9Iy4goD6K1xGlNNdWRoXLG2SBiJFVOmtNM4nIDg82XNsEnywccuU50baKmWSzZll80XfAwLtrQxjes73E2XflDfwemaxoqacvS5ksY1lwG+LmC75hp2+cP3LyQjTt65fO2mnb108ZaYeMNNMNsiyIgPdW5ZktNLTtuwdJkmJ1wWqy8mjAkJxknxdBq2JRpUQzh+akeLRNwbaIGThNpowlKZA67acGXzAuTTse0DQiyGht6qkRadmPK0xD+/GlnupCvzIU3D6XEekJNGzM1DDteevBjZObmfOqV55hwlO3ztBfspScplPKO2BfnXb4WXDIBhatwWEIoIGCTkuuMQIz3jM1GE4FMn7KyAVG5R+cOXHWMqigj5XmtM9TPLccfBBJXLS4qPWn6ousTdkIlLqmYaAAaMqK0i6aE5UPGhZBlgTJo29fiwwwx5TssMAzkkrJjT8kksk4klP8Eel3AcUJ1Pk+K0CcEgi0WEaNMPP8BxS3pmexAWq8dOnjfkVFjtvHTp432m3bDTPyPm9Mv/rx/Tp/4F0k/wDwXOx83pl/9eP6dP8AwLpJ/wDgudqDFM9eeI+rTu3+PsqsHnu/OtboO/s875C4N3pe9fX4vhRBiTcJzXg6HVuJEJIXouf6wYLVXELIqkqFSapEb5LcSNKv1J0hkXz9TeEHJos9OMFWi7t+5beA8ZsDbVrfg1mrTUjqwkpq3VNSE/V3UQqy11IjAMFRysu0Jy5fwoThNPMOTCS7h8u6IAnLBlttYciyYUKsm2GXZ8w5ZdtjZS21tnEobEzYsxiCgjcfsgb6sq4gDOvEZ7huAHnXUiG/XhMzfgwlO4qlbvLTxoxmhIQYGQTRyJZ+rcSp8cMzAfKC4zESa4cI88peFfkAqmuofeEHjcPtP2jRhQBs+ZYZdsOOLvw5/Cq7fqM92JYKf4qI6/8AgrenC208WqtMQlnTXPNKiedq7pshw9K+MS67qAhiKGYJiGTaQ2imvlCYyNF7ZsixDKhChUHquWXGzhZhNeFgNtvmGXQtBVC/Apoy/wCuzNW3/wBkOTP+UParyD9ps84xooGYyAYTGu/fHCKkQRM7j9oLvXce8T2iu2vw5/Cq7fqM92Ja3+KiOen+ms6cPdsfhz+FV/tM92J/40Rz0/01nT72pxL+BTRl/wBdmatv/shyZ/yh7com5lKshd6XuuZYaXt9lqt1+yvnJPqFCU60Vb1hRPM2E0wsXj6EU0jCkTIUNRufQTyXFSYpqzRpKiQoZcqBck8YZcNuGX7I0xREs+oGT2jqQNAJP4nlFeGZ3fnA/o8O32mreWiqNd4BEGnWOYi3hkuZHSmn+mRVGDELoWn84oKkEvZdEYRhs7Da2deLceTKfDEb6KHsWljxdtaclhIJ6WIJDnttmTtW3dcTk+EQ70+REaT6ldvPpSS0QoJm2syhOocfaZdP5pWOKyNB0DRm+VSryHdOSgTZTnxOOiJR0w9fMGQMkTbTTsHTTlpq7RF7LTUJxQyyAtNNQ6tssssgItNNCmmgAAALiIjYAC4jYNqDm4E3pcIbtfSlM6QU49HuvmZEaxnqJiSbKWckTp9S4wQC8PLUtZVQcUIKBiKZgwKrOVxhTgdVfvypdGNkWSBlOeulF6YfGSpS1yA1sM7AQ8kMQSRhicMcTuipIgqCTprJ34YmO2u79Ye5L34mvqXsOyq1abzHTZNiAoUjIrMGH0H8CSHAnyfFxJEXIcKq3ypLSSMGrJrySNEq0T+TzqiYTG/jvxh4SbNFij8vbPmO4aLSkjws2INNOJcxQ4aaZAeyLTqGTrtoWasgPZEWREKgA0yAUoEDw/CCVBaCsAboXe6ReLf6xXSy/Kg9EaAyFUVeiilRGnmA8pala7dg6YtaGqTVnCmoz8N+7ym/ool7D0qDyhLqJZxRglqMTzGUFJKiFytph6BXMOICrBJhDKOU00yydfKzB4Dr9gX5R6U8k+tb6ME4SzFoknGfsgxJIy13ngOFBE5TJ7Tu59tRp/BFf2L+YH9mJNX/AIMJG9Pzh+cLSXLOOXdbGOeOPK1W74Ir+xfzA/sxJq/8GEjtrSVMdApw+/DhbabX70n6oooMDLcPh8xUaG9l3gKluz9ICzqjSpXEZvm0iPIHgz5lqEWP4JLv3cYHjBNs/wDLpaHYmeOmyHkAesl/kltkz2mmBeuKA2HdUoY5ezPlPK+ZT9OYR30w5dwVHL1IdGWjrpKexbDSWvvE10caLlmjbsk2oCWZNNFy7T9l0D0XDoWhYYgD+FUh/Ikoy/1cpKBw/wA3FDp0+9qTgaTv5ljTR/Y/yb/4Oob6fe/K0yekKzkEUxzLMCeOgFN57B8flVbjdjlXEd/CRN8pNUsDL13B0v0iU7Rhijxl0YeLsoEc0WF4AeY38ak4+YbdVZFlss2yLNXQ9m2Ny93d0931WiS3d+6ycaDtSGvvUUbnYYnGua5ZqEZoGCZuAXcFv5dN/PGasbLSAyddxbFARQ7UVaZoACr5CH+yXQibsUkHjTx+3Ldy7uWMWx7u61lsEKZEEs7EZb2JGhO6N/KiiBnkSST40nL3fvfV91PZYpj3d3q+6nssvLOOXdbGOeOPKxyzjl3WxjnjjyteppKYz4B0t6OPAbdLFMe7976vux0svLOOXdbGOeOPKxyzjl3WxjnjjyspSUx7v3vq+7HSxyznl3erjwxnkvLOOXdbGOeOPKxyzjl3WxjnjjyspScs55d3q48MZ5HLOeXd6uPDGeRy93d0931WOXu/e+r7qeyylHLOeXd6uPDGeRyznl3erjwxnkUx7u71fdT2WKYz4B0t6OPAbdLKUcs55d3q48MZ5HLOeXd6uPDGeRTHu/e+r7sdLFMe7976vux0tIJGnnQ/ClHLOeXd6uPDGeRyznl3erjwxnkcs55d3q48MZ5HLOeXd6uPDGeSTx85fIUo5Zzy7vVx4YzyOWc8u71ceGM8jlnPLu9XHhjPI5Zzy7vVx4YzysHI8jly7fHlSBw8+QPCjlnPLu9XHhjPI2OWc8u71ceGM8jZjO/zmDw5e3lUEabv2g/CK/JajPQQGzOMXD8V3cGeFw2YFPMoPL6Pdj8V3UuHAc32ApQMZD6NbgAW/W8/ZzClBQLCGPo/Rr9Fm1fJjf7247DfyHxA+NT58+c6S1WfZbs91w/FBUKCGK8LjsgfQ6CFfNHkFv1oMB05BXAAlqAIhxAR80PyWcfir55jWvGwijNqY4fRAODNP53m/Ib8eG2qjLw9w08N09vCwMEdo07j2/jMU8Ms9KAPm/V6A+z2d+2MrUFwdEqtCi9EcKw4vLkDKhlbgpZWENNU1SEVo+lHUM6rQyfOEXxpDUTiKon0kydTHpYwYTjpkk9evC7947ayULDUb0panQK/QGg+HsHZA+jSmQAPNvWjI58nfiP0s8eNABMRMgH3HhlGefuImq0gWAOoBhnqH7nYO6lKhcMbNFllplkGmQEKsNAAsV85hplthoKu7Cy0yDTI5ZaAGgEBANlD6OOAB5vMAG/4u43HgPAA5CgfR4UpS2fND1Oo8P7ukD3bhu7vO6KVUm3+P7LL8Hz/ALLaF+H+mU0t+qFfAdrbI3EM4ZEApa7QepnHv2UMAFgwHo5sA09D7jT2p+TbPZtTGBr6H5vbzolvA915npGUxEYcKhYmTMxOgq6jDJ1kr2jJTlx7AK8HDhwVcuyxVy6LFizphwXcF3TDly4cOgYdunLh07dMu3bp07ZZYdu2GWWGGABhkAZAA2fwC3EeF/o/ueyhgMeiF6UpVoPU53C+KbNz7b4C9w9TjXhXv20Hu87/AMaA5fjp9nnlqc5G8ZTVeqfujTUrGHwi7RBrTh2VigqaYpV6VItgCPJrsLcJOU6G4yUYS1eJhNGfIJtccRcafPzcyIMLsmk2HjZFn5edNPDbLouoNleZ5DX+Foa18/zD0KcP9A+kkPyR8ae7a1aFO0HT1e7j2A8KhkOmxgOPKlOYgH5H3414ZGwJEEgm8L5kAycIXCDlAIAOZaDPYKEDKDowbvhRA7x+2l4hmthpS1gDj2O4LfVSgflKEihF2LkkVLk3IvXj5pyVLOi7oXr0QbevRdunLtkXr1sRbeN0BptoRaaaFoR2/TTHH0ss3+iH9Lx9trjSza4AK4sPYHIAzcA8nj71DAbhZ8Y38uR3fPQGlQ0b+7TNPLV1u15oSP06QAdmZNOII2lIqI8Ip6pDyKZOkIdj9GWVowyoxQqISM6ZIppR+abdv1Jy8eg78m4YfPmmHbUSPwhGGVyCtAm6Ng2KE94kxLCWorTnDUQpT544fPUxcQpLn0pXT3j4q8flXzwkoEzBZt6VMPy7xp0LTl89diy2NwOl2eghTzR4AyNvxdufDZoU80L4Zv2eNQEf51S4Bmg12yubOLnSHEQ1xESYkAI2KQIUzBIic+0GYImc9QB4GfOdeL9w5MuhcmHLp+5aFlpp0+csvXbTTtt28di0w8dNMCLt4ww8YEQqw2wy0zcAFn0ALgPrBlnFAZzV3YPDhcBsCVEacONmeYs1p+K5d1PsTurgfo8fNABCjsK99Pbt1+e7dU0gB6PcHC9xZr/O8Ut770j/AN63X9LI3gWf5jrUWF2eUqYmt+tgIAHClO4OHf8AS7PKrP0bUoA2/F8eVQ4W4g0K2yNq3Z5iAXq7C9uYAHAa7Qy4lZdJUidYkRPtqOI4g9+nZOu7syqDL4NmAfpMekIf+ytQgY/00M5h/JEfr9obTm1uFeYiNsAzT1frvjI7LYR5XDIcgC4+bSnW49R2bcA525cREAH6NetBqPTattOjt27c4sCIkxE4VCzEmJiYk9pqBoAN2/wOm6ZPZVbcPg3sBWrvMN5+H/yQKPkRAOEEDbFRCvD24VG/wXPT5MwkQTZka8d4VMBOSj7ColkI3mvBcVkk5UZdNuGVEgVXpcn3BM8w4fvXLJwu7dmAdPHjsHgMPGmWrPnHwDFaUoNKdn6hoHMNk5dRqFuAUCno/VgKY2zOybOcujBGWUseG7Fxy599UYQY5CYHYOPu35bzVbj+BvoC/wA8v3n2QAP1QSPetP8AQPwr3WG+Nj+BvoBx+mX7z/8A3QSPyAaf4iOv27WRQv2bBcRHGMcez1G39rzGeA8xx2f3taj2B8Ro1zEKjV9Vsf2P/pNu/tuXv4moABIHxHKefHyDX5CqcWLOU120wyZfpxVkqWOGHTt4bYY8i4cvmwfC67bDZll07EwLAsA9FmjYUZAA/dWogF6AFBsOR7PqUtX1aXsFBogWHjagBVmn5IU/WwoFa0oPs5IA0AM1HzQtTPZqNfJgNM0G/DI46QNMszkO3WYjcDHtE1tUSe/SkRN7U1utdTckpDwKrzKmpGTySjUMQWhNEXSqs/NvUJKeKlsSrSkaIEg+TodRFZVfg+NOR+LkXwOwbeA7dtRy70CAIwlT8FwIyxmGgnYVj6XWlvd9wPG0MqPkBPw9FkKzR00ocQoh1os8flmjaWrEjZIw0XMv3DT1w2Lp89d0bG0MFAABGoUt6PLs2u7Ab34h357KVEaZpy7I8OzazGOtADkFKUxfZxdN0hipuWDYJiViXIYAwZlsxMQIqCJk8RFcG7q4A/Szt33/AGGOmngH9R+D+PZHnz58hpSb1WxduzIP36+8fPb0OV0dzVlGaZhgrL5HgJQmAmqSdMb5pSkfMqR15LyYktlNsl82Xa8V8mdUzxD4wYdNCn/GGXJhz/RWAMUr081r1f3MLeAXtsrI17IDyoA0DkyNLs8rV+qwCEXtlN1LSYl/JMp69rGrAJgzTEs5GYnIiMznUFZAHCN2scq/n1/hx+CF2/UcakK8f4qNTtOH+moHqPt42ofhx+CF2/UcakB5/wAVGp2+P9NRx+oR47f0FQ80QzS1Q7Ih+Tj8WAUAe7jQAHChkAGtw/J4h2Rp6ABxGtcXsAhbD6keOyxAM/Ul3xl++QYn8aYf1f5I+fmTyiLPc+6gdDk9dIBJJ3ecIxvAem6RsfRXKRFhOPHMRirI8QmHaVNeIXZVQi2Lo7iRWTzRmaDCg7Oq0RGnrsybNJ5Z2XIkSrlmUwL9mg04ejy7P7kA8hsAWpW2wFwCtfNtSg1+jmrvrypmoZogX5cB9EM+b+5iA+2oXoA8+pFKoqnCcKgdVcCwMhCycIGQABMVBBEDjrunNRpuygZeG+tTP9P8hjaupxAaklKM0vLp82pra2YlpBr9XWVI8+EwdUVRSeIDZ1RPHDDxt+aNm378w/fNtPHz1ptpprb66VJ6UiEYZOIkrJcoxsKUNJUDQ0nmA7AgLAg+KJDl4PZGoh540EREKCNthhwxag+jTPZ/c68Qz7BuFXBTuoPL8rs/uYfWIZCgjtICgzhHgPlyoDEd38wfGmsMssMMMMMssssssMsMssgDLLLAMgDIMgwIdlkKADIVBkAoAAG1VDchW3wm/wA/7IRwGAH/AC457hyH6g2tYBWwd4DYLYG3m29tOleLgtfIgDI07NrU9Ued6gO1LlvpHsvOHomZoicUpgiZERMzBnSrESQeE+2nBcAx6I083kLOfM6ZtXjkdvRkQqH77lgBBkA+hgb/AF+3zC4h0Fqls1AObIj9vs2czQOzgMDjkIVwwHdT7dtKdv7dPDM/Gqqkrf8AHZ+o7poiQa25QJIUBt2a2pyHv5WsAp5vt+jTiyNP1v6+OzApjpWgs9WfUzgaD/d2ezkKXqLV6Z80M0YH7dsrdvo+k6047r3NIjGQcOpmOOU8BQCJ5knTjHnTwrW06YAWJrScmxK+Ho/iiVC9MeW0dQGhzQgg0aIRnLdYi6F1JBTI8hE8ROJZ0nEsInT7iIEM0TUk404U08s9LHyj1hkw7r6BuGNXo0/k9m82CvZv+FKaFq0r/l32tbPKobWVWcB3sD6NwrT1OmLD9Wz2RuH20qFhD1K/Xw8M7lpHPWBJUZEMy5EjcpXPPMmSeW4QDru5ke4jhVWiZ/wb6dE74PPS8nRvoNe03YAVDBA2pwNNBfiyPoOUDaUbdH0w0ehmK5uqyKbMJp9y4OkH5gi8ekzbl0ZLtO3ztltnLEH4P1qhhVDRYYhjfp7yGG4ahxJTkGHoeQZgzESENBQ0go4T0lFRUlOnSXIJaSlkC5cknJxIuXKEiZdyWLOXTl0wwzZsDHHjW3MQ9W9unvBwe3iAVClMD+SFMcw7xxtj9WszOEzETjuTA0E4tBVsKiCZ8WmOqY1HE+c6rxSs3JOquXcz5cTBWt93vF5io8Cx5CEYq0votmTMg7C0dpsMRCmrZ+DYlJm5yKBQ3D8TlST1FWSxkidLv046ZdPihh2005bsPBkMDURCtOjNvQG/CtR9uyCF/aN6VtQPUHPf7tgKDQRsOcWuyHHsjy5j120S2tsEICAczLM3L84ndWigADiQNSc9OPnxrA12VEsIpjuCpnxNL2C4imNLcnESfL2OVqGUdUiuBykWgkhE7iEl06RfqUPgvMIiW6VG0owWeHHBN24fNtOReMN7CZuAYC48MVZDPmcdmBwxgLU5gHq93D37OZyzx9Dhe9Av5nOod214AkgCTqeO7PjllV8vPd+HspA4Y9oc6Z8wa8M1yHWtUn4TF/LW3OFw/m2i/wBGn+SKTg1GjIBS/CtbZyNrYArSt/OZrRmvK1PJ88hT2DkXM37I9WQx1APyM+0faNhzuoLiFJiSucTEMDpziPfWBEkDT7PblG7Wnhwx9DDPUAv+L68K8q8B/nLoU/d17p+3tm95M7zeRzc6kOJtS0YO5RFHcuSkxPm+pkplzBNxYYFyZXEQEoVJPUIed+UYaMCZEqLtph18Xq3/AEZmeAcRH8m1mmePYuIV68bBxezwClqh9Hqzw8n15D7aVHC9aNzCZAKQRiQOplQpBEjLPIzEjjpUieGWeYkGd3x13Z51RlDeLfBSbV0HmOFf1M6TXr/k8psv6Yt8FItXQc/rUK00zpV73/yehS3UfzDecZyz7Ms5HtMh/S854554FQtQeg1821mma/QCvtEadKV2y6Fv0rP97j/L8z2QC5jNRn+jppnr8e3dXFO7u1DabdTukWUszdIsOKsIaeCyepS+lpCyxDbmFH8Pocslc3AgIxVBcHlV2QS0x+hPSaWx8deiJFy4bBl2DQM7dtM+iAWyGGeoZ/F5vn2hXO3mFhDuEadn1mbeh7aCFr4zs8KBTkAD9G4ecznzPD8+24GQBiQAMhAyjQZwMtJMcZzroGQGYygcM+zd2U8Po+zh1ABv2evP2js5mlPDhTA8PND89OYZ2YH0RxkcdQ9XPK/hjZ4BcO7lTiz6oV8LcwzsIns1Om6OXLzukeYzqpdIb/HdGtP+w2hXh/Wk0mdA+wO8eNtTZA4e3hTj3BT6vbnZdsktYMWc4nZtBliIMaGY45DkJNVUYZzmWJ00k6b/ABo2NjY2th4e0fq/d87/AM6rVUh+GI/zA+m7+y+RP+BicO1t7Y2NqC0Q7tP2ggiCIwiNYzmeAjfMGqhYZmn7UZcInnvnlRsbGxtOE8D7eX3eZ8jO1G3OusD+ZL1Rf2Os7f8Ag0ibborY2gqSCMxIjQ/LzHZKq5PwV39iNgD/AFaJ3f76XX34/mCxtsbG0KmFVWZhQJg5wAJ0PHn7phRhAEzAiezvNa3nJM1IkrKGas5IgIKSogyllvHMzVtMRmSrSuopEBwwqRUpEEpk6YJkmlI4SSnxciybNlSomnjoDBhw6Ft6z/PK3yW/v0y7xyFdKSFKaUU9oKNSE1IIU5omezEIS/LOFdASk18TfJiEMNR3ETx4sPHjwGnTCg7IEhYARbOMtebt/R92NqXEdxAbCN/VxTmCN4jd2zVXUsIDQMt05gyN4qkNrR+FTaLNSmkLU/p5hGQOqJDiqeMgptSnhxZiNKlO6h9KXI/gZbhdLUFt4mTRUlFhJJnVNy/PtkE86cZKu3olihh72HTWqdyl8IU0s6RtIOlXQVHMm5/xHM5LjiLISfRbCifLp7Ajw/OKfMYRQgGHZhYj9KiD4mmk45TS6w00gsvnZkoeAk4OumS71/fP2Nq9HcxBjcEgEfvY0JBP53IZ86jA2LFjExH2d0zx5UbU8t9XGkb6fN9xu4tXRSQE+Z3S3kZI1QPxeTkhLpXjVYbfKETzmRnSWUfumCyC4VGWl8kebKKiwQa+I9p8yLQtumXlw3Y2u64hEwQQwMTBUgjLuqzLiAziCDpOhmq1X8Eoy/8A87J3o/8AueUX/jxsfwSjL/8Azsnej/7nlF/48bWVdjauG5/ZP+gtIf8ATH8kfPt8jPj/AEPav0rW/IwvPJHk5OeRZMxFcQwr8w58wsWg6YDl7DwkweKr9EKqKo6dpSj8cBpMMfG2mjDt08baYd0ANqr3wkWMtP0ud6Nuuo61WQiMd6dIdgmNT82oQZQ3cTNRBCjmMWmDaeCA9OEHamLZh+TbAs2cLg12O0DwBYoN2HY2l1LJhnPq9aJzUgzEjWNJoyllgkTlnEiQQdJ0MaTVFv8ATF/gon7Q0x/uZ0v/AJQNj9MX+CiftDTH+5nS/wDlA2vSbG1Ojbjb/uQ/yqrgPFP7n2fe5eYEQQbmrWvuqJ9qU5JObs+TC1JctDZFEmXMpIeSzKS9Q1Z+ov2YWTFJj4vEq4KgrA7KslW/xLgGCbhjtvRFl2wM7+xsbaqCAASDHAYR4SffVwIAGWXAQPCTUd+9x/Yu94J/Ygz9/wCDeINqNO7j3lu4r0+6NZQSj1l7umIJ8akITbmEMxJqkdNmm6YBWKGV6aMaxLCAOotj+bsLxarfIcDLEMw62CqhkgIPEltNICZTSZM2/wD6U2xtR7ZZgwIEAiGQMMyDvIjSOwmqspJBBAgRmuLfPEVQ4/Tk/gxn+dFxX/uOtHv/AC+bZVA2/M+DfSyjGGZhS73WcyYIjqC1tPiSEovhfSdpJRYihtfSTDBtMWUVWIagXB1OUSJp07flTZZ87fOXrDLTDQCG153Y2r0bj85Mv/ZDl97zPZEYG/SX+QPnTHbYPXbt4yAgy8YZbZAaAIA2yDQANBEK0G9BEK8R2fsbG21Xgee75CjbA5p/ysJj/wDeHF/+95R2zzY2UgeY5cuQ8xVW34Ir+xfTA/sxJq/8GEjtt8zT+D1QNNOZ0x5nGd4tvJYTMzGjyL48MQtCE90dLhOGn8XxAoxA9h+F0x5BphtOh1GeKDSciEWzD9somlixdp89F2LbVhnY2zFtcCo3WwiJzHuPxqoQAAHOO7h28PO6r/GfwXKQ0x0N5DMw94HvHI8ht6ZLnHsPxnOSDYoQ3pso0LZQ08SVyXZ4g2ZKttNNl37RcXrloRadtMiIjtkRL4NDLNNJlE5O3le8+T09PKlyRAgSn9D5UmSJlXTDgqUKFXECO3BYqWcO2HJcu5YYdOXTDDt2wywyABZe2NnRW/0fa3zqOjHAbvZh7OB9ndWq/ga6X/8Anm29H/3QyJ/xH25+3v0aagpMaw9w5oa0s6kNQSMrNxGmQlNRNhSbUXwwtzXltD8W6eoQSYtnaVhFYQE+N3D1Agaa6qtGF8iYThdNRq24LOS55RcvLa23Jr/RBpoNawSuu87LxhQ1Np8sglIlx6pLa6pFkWEfLGmhFAho8omIdQFt4TUFNIfLyMmkVMwjqqsnv37x0qH/AIxBtCITqyVkyZgEExrnlHfUG3EAQM1nU5DCD7uWXfHWWxsbG2tMHb5w8uZ8O2imOgU4ffhwtslPvbp06fe1F2NlRhO4Hv7vifMGkp96B06ff2BQDh3e62Pd3cl2NlRhPnu+YpOXdyxi2Pd3Wscs45d1sY5448rLsbKik5Zxy7rYxzxx5WOWccu62Mc8ceVl2KY6BTh9+HC2ypg8D5/aPGk5Zxy7rYxzxx5WOWccu62Mc8ceVin3t06dPvahT70Dp0+/sCioo5Zxy7rYxzxx5WTl7u7p7vqsocO73Wx7u7kcu7ljFse7utZSk5e7976vup7LFMe7u9X3U9ll5Zxy7rYxzxx5WOWccu62Mc8ceVlKSmM+AdLejjwG3SxsvLOOXdbGOeOPKxspXz7WDryDAMh6g9w2HiHQWjSnW1bYAGWfUH78qjVePHDXDNmc+b9+Q0EAaPDua+jyBkL+bwEOlq923UuoHH5znkeH460pBpYKhwvTgAM29D841uNL1FOIBa9K+b0Z9S+RvURGg5sIg3GocAHhyBn1elaCIB0DOzQuId4hj97x7NwHNL3rYc7bD9vmB7hTz5/GvSvD81rAz6g3v0ta2zeGQD2Bjss48we/I34DWorWv9twxTshfzfzB7MbJxClMDcWejPq14f3MjtRNN/7I3RHx58FJj6vo+qzw7Gedmq3zW6BYP7maAzw7IX554h0E4hjjwxZnI9kKhbmOBznY4/bboz6oV8R452vUjhxy9o7fZSs25U6s8gZ9TPPOyU9G3EOHqs+pz6e4TpzEfsZ9X8492yDyyN+HqgF/N99++myrCO3TnmcPaeMweQgkUgekAW+iFg7hp6A3D2YxszAB1AAuHUBt5vTr7eL8XHgIVCmKMhf0R/N1oOzLW4BUKiIdAH8kftvyGtdrAZ8oE9kid0+Hid9Zy7z8N/dQz9Hu4Byp6mQ+4hxMgGL0H0eoY/F49+yM5AOVKW4UZH8kOvdz5nK/S4ZsHqdQuFftrLfanhB8/j7oqKByFrUrjm0z+50+/Cw7JYB7+1hnn2f3K+a1vwuPEtQOvZD0eQhavY7/qxxaFwra9BGjPNpm363cfaNx45Gyjf5zCkeH7AKcu/wiffSDflgbdnl2Qr+tW9lgqFw4oGQGlqgI+byBnj5IBG1OfttsDwC2R+je4sgH87ze9K9BxVuaVoNmgqDIeqAB+tiH1j3cRvA4efIFROfZ+B+PD8UDAW5BTs8fNGv60Pdamchs3r0Cvm3AREK0/FXtTnwzstgpjLNuyAiNGWa/wA6EOPXNhGl257IW4Bjj5o/0sb17+oBkVT58+PkUl//ADsM8uyACH4q1KdMhUQHYZyH+tp5vQBt+LAKCPGoiPXZOABa4B9GtxFkB/nQ+IVpUKNDxVnnm4/RALBS3oBXmFxrWtL1GYyPnLLlrnx/GB2yd/s3bvxpRpT2Dw50t6P1fUI7Np9dApThQPVtfuDOBw73AGOoD+Tb6g4WHZo59rQhavKg2Z+vwa2imWXDKPZHPx78qStKe0aUpyp9H6++jWzccMM8sVoH5Pd/7Wy2t7OAXxirOKe37RbT/wA4K2C9Ker07+nOQOR93DiDxHjVCJJgTpnK8BxBPj8aT2YZAMBxpf0Ovd1xRzNqdA/Jxin87G/QBpigbNpWnVqtad3q1/8Amu7ioUGgWGo/k1qAUvd0Nrh4h521wumR3ZEdnBfj2/nRKiM8xuIOucHgPPAyKWlOyze9x83Ho0H9apw40GwVENkC4hYaANPRHAUvTyVAG3TAY2MewPN83jYAEPxXO9hHNg2QLAFKVHFGc+jUQ/Fe/ORENpjLnlnHGJP2dTpJn31ej0hDNAx5o4Cl6A6p7KBS3INl80KVr3djNOzzdB14gNrD+S3HZAKV4eb3ecH4qv2jyEabIAY8QoyPS4B5IenS4e2Y7QMshqdInKREdvMUp/aYtZoOPoB6ufxdscgH2B5pQLCHP8n96PB10oA2x3gDQZx4+iPq3D8T0+y+aoFqcQHh2eHmjUKu+7lw6CCNIkcs9Mp1z4eEcaU8LgGah6uQHsh/SxtTjxoF6eioYZyIgP5I480Q/ndQClq+bWnHg3HZEMZszwGlwo6ZAfaPLZeIBeg+qHqiFPxQAI2wOOYDbaIGWX3uw5SNOHtnLLJTgzTACFvN/ej/AEugAF8jTuGlG8WQxwuzj0fUAQrTNAryGt1DhnzRwDIjbzRv+KAb44VpcRzsg2pbAgPohelOHYZAcY86nTakcOWXLLfAE58Mt81VhlPAjdO8ZeezfSs083FwEPR5Az6g0G3DN+d3M0EAAOLNPR5Czyd++t+NNmW7wZEBGjNa45s3xxr0psoWpXg1T0edObN6VretOG1ayy5+HZz7fZxyeHClgqAgIs0sNK1oz04Dx2UOHtDGMD+SGfZ7dmh+bkN6CAcWeHtp02cGQpzqA9nNaVrRn78eW0kfD3D5+ZFbTlPGOWsc+e7s1pwZD/WjSnG2PNqPtAac+Iqzw50H6Nb1ZGnocvDiGdkC4eymMUEADLPuryHYZC4e2/Z5Azb9b6Ux9dwik8d+nsjnqeGW+vQAC3Ko/RrwZp9Cl+lPbwcGWc4YH0c2D1OvCvHht5shjvY4UoA9n1MZwP112czandgWeQs0D9bDh0AOQYoqa9GRsHQBH0eQhavY5DQA+3g8L06B+TmvZv6HKnPPQdvNkcB1p6PMWR/peM3/AD22cABXx+jTgzb9b5ZxxsG2bZEGIg+wYeA5+chUjL3HxB5cOVP/ALuA42EPoW+43pZwXoPtxzZC9eyHhUPZjZrI2DOQ+jSgiDNvQDI8bWHPAFDhfgzencH5FcCPUOQXpnSco85ka+FLgWfZ9EOIAAfRDpWoh3DXZWbUpf0eGcc2ff7NkGg04UEAx3eqH5uuyhw52tTgA/vevLu57Kupy1zkeEqPMj404KCAf636N7CAD9C1+YBx79lZwz0FnLPAGgDHY7tmBS1xEMj5t6g0zcfMHnwpW9hELODgN7AN6XyyP5A+/wBuyrEwd/HulZmfwjPfnTgs0AdQG4XCggF/MC3hXrW4zag1pxuFcNBcfN+wR5WAaC0eHdypxZ9UKcLW/Ns4OPQBra2WR/J4V68cU2a1RtY4k904fHLnPHUinBw4Zt2erI/kYryAfrHZ4YClu4KCHnM+p/fyIZ28wyId4gAs59H1B8MdOOzgsHLNPNvln1KX5d+dsm1GWp4HPJe+q/DP3d/ntr0DgOLDenJpnj2PrqNeNh2fb20GoU6s+pfngacgyPmGeF637I8mRv5leHEbbODNOYjbs04Mj+QHIMgNOAZHalPPHh5zoDlegAIU7PVgbB5O3WwdOYegV68b06scex15hx41p5hYRsNxEB83hRkbfi+nStMjwcFuA5H6PIGOPkwxS1/bwBu8fh58itZ3cMsoA/N49vw1ivQPsCgj2RoIiLPqVHPsHgFBo+tgC9gGoUHIiyP5FO+wd2RDzCwjm9fo/vbfrYWCg8PAKCDg5XyIB5vRgafrdACw8A53yCk+ZH3fn5kV6ANwyOQx3Zt7rXoNKgvj4d3T735WaGePLH7z1At7f+YvLPLA9PVsHgH5lTPZu/O7PP7TTtjZocM8sd3qhQPD3AcM+Hd6uOtvcpPZu4nh89e/jDtjZPHw7unu48rFcZxyHNunu425Kefsnl5/YaXY2SuM45Dm3T3cbcjx8O7p978rIHAef2DwqZ7fdw4xx9h30uxsnj4d3T735WXaIHkDly5eYER4+zl58eVGxsbGzCPIHLly9vZE0bGxsbRhHAezly7fJyUbGxsbRg85cvu+e80o2NjY2jDw9o/V+753/nUo2NjY2jCfMjh93z3GVGxsbGzCfM8vu8z5GajY2NjaMJ4HwPLl5jflKjY2NjaIPkHly5+ZEqNjY2NkHgfP7R40o2NjY2QeB8/tHjSjY2NjaKUbGxsbKUbGxsbKUbGxsbKUbGxsbKUbGxsbKUbGxsbKQOHnyB4UbGxsbKQOA8/sHhRsbGxsqIHu4bo5cvOUGxsbGyowj3fDlyo2NjY2VGAZZe2eHLt8fA2NjY2VBXdl4E/oj5+PaQbGxsbKjB27t36vHtPhRTHQKcPvw4W2NjY2UC8Qd2vas+8j8a+Z9Vmg9HiIshT0MD3X4ANKg3Ah/rgsHMWQ/I9g+3OAUQxkLh9H1mR/I6W7grXIIPAONcU4C0z6nTl7Rpt1qMx2n3D51Smjb+2DGLshns+72cEDIZyPDmLOPNv4j3cdlHlyviwVaZD8m2OFLctkD0gvgc0GvpBYPNHlavt57a6DsHnjSnjUKe0PR5iyGOxyGgiFONOQcpa1NY8mNBmnSPtTE9lQ4TgqCCjp0UR0dyXNRRGsVKbfxaG4HhBPNvyRc9EcRHgAuVZNHCScnlXZ1ZWjyYiJikolOrBzxtw7PNpkB/neKBnj14VfPhXcu4tijQHJ6YaXD5uLIBkhqsl/Hc20Es0+ZdMQcpwvGkFFlc95N32XRJlfiRMhd4aEQbKvIucvGWfIiZadYXGNuy7qBiVCRkd8GTxAGZ7IkZ1DGATX45W68/hDGs6G3U7tLuhHSTImQy8w5XJaltUsRRyaj6YEMn3bZpLUSopMeQMaaSz5L4qbLKxuBoTTFVyoFDaArKaf5U4z0doA3yc0JoaoTu783jGmhvRlrSeI72IIBTCym9UZZTiTHRQ4oP3MGKBo+tunR8SKWsmkUykRfHELxOwgRCTIRMWX0lpCMTLae55SY1GyggWbsgIwhmNZWxWgJp2GlKFjRB8SIFWyZZplAPESDbwEBaQmWmU1Xhs2wWPoJ0u9TThQs/LtO2au+9YjmFdTm/S3PMkdL8RJEXzz04TUOR5qFV4ONulZiBZbk47lxHSnC8XK6QwbLEVNIgSAJmnj8LqT9y+LuY2RiagwRZiwo2/ybHaVLgvPcLMilWw4bgdgCEAAwmDIgnLWajQAzMkcM5gZZZcRB7a3J8Jj1Cx9pzTN3PF8JzemLKOGHmqgw+mefgGLIwhplagVGcQoqLRGJCUGmi56Jkdwnuzz9tDfFFNk0Db504ImHz4HbcwejvepaC9fkYRZAWkqe/4WYsgeGnUXRSlfgvnJAnyXDphUKorlR+PTLl1Bqae7akbLFviaccNnmfKi+aKgXYbesQSfCvIghyEoW3bUVRgU+PwjDOqxTiCKSPxFyp/HYcRU6E1FcKfJpkGS6h8ZTCxpz8RfiDk32/IPfMeNUkg3am813W2riPZrpGjaVxCTy9LWWT6PJlxcqyQl7JRLLwAWW08sbFSidDOdp6nkzrblTOOlFtymEy5J4oGXzsSzDQSrkbVdTHbUE2+q04m6g+x1gBz6rVM9YjIaZZyeqBrpz31Gvqz3pO/l0pamNOmm2LpF7thuItX8x1mBtPjRYhPZXdGQKxXDMMpjyPFMvPZOLoT9tqMoeE4/KkDDnttKDxyXduy7Dpr42uzemfCAN3ZL+A5l6ipD7sZzDUxpkJsq4cGCCM/onPtRUqIa2vlWTxRufSaBRP8Ak+H1AXhvyrzsP/Iuwcj5QWmMF3xGsXSLM7ek7kCYUttU+nKYUAymn8pLM1I4ged0soshCWiQ8mjIlQYVZgRIgxKeRoNTXhBIVjzJ+IzicVaJpiiZZei4ImW3Xl8J61i6Rp+aUdL8PSK1T6c51xBD2sGEooX0GUc7ZaTJWkSGistpkkTMQKyVBkSrJ9PRC508SJvVQ2XckXZs6VLNPmXxhy7azZ2UbSRtDjoygt9dc8SoT+bnEnsgTnVCYnrGQRGYz03R58asPaX4l3iyvIKfJ3eHQbppgKYxFPiFqXDrS6cjh/D5iFGYKMPTB1ffRpFsXKLmIHC6D5ks0SNEy4EgcNA5bfg8eBGT8FYmHH0y923HcRTIjiMJgL7rVpM1MdrsbxKtRWsO00tLaTD8unu1NeOKB1giXfGjT5yUZf8AkHT0yYbdumWnzwWpS4a3ieh/U86mjKHT1qclROSYxCTswoxOQzL9fCI37iGUdOcJSksNHiJV4lNFip9cSi7YMnxfNNHWG3bpt2y9bYqAbhPcuyD3geiyK54zL1CaxpVREmag44l67hyQM2INgaCTSagQTLJZKrB1IX5VxodfxGZexMZJnlAFd24fECCWXdkXLRR6+f7XCResdGem6l4SXEtHREyyqQSJ4ZVbesZ5ETO6Rnzq3fvVte5fdt6L5hanHMHOpgRQlKcOQZAEJHDT1PRlON4wOiRR30RHS7IHHMPpDhyfW1VyQF2fUnCaKSTNJ5g+7UCsU8ktE2+S10Stg2dOrXevRjplQZsQlD8cIMidGkAQ/BipCEOxalJ66ikTs4kI/DS+VWC6aadtKRBh9HgODxl46LRobKkmGTM3msvRhJrXPpljXSrO4uuP4DjFOSGHK0gHnKdF8LxBDRkoowxGEPKT0iaJuV1FUyZc0DB1OOpKoXaOpCwmqCOoniD+FeXWh7f2aHIaSJSaRtbGkzU7p/gtLCH5cQpq/gCMoWjeBYYIA4dQ7DycsS/R15QWiiKnOwSioLcxXaYnkypUujICantOU5M0uqxuKXW7csG2IW0xEXJEl1VlZgViILAQZXOaGZ3kct2moBk5eHCs+dblLV/BzxpdlRvzt4ynRi4cPWE5/OGLlCesEg8badNuxUoAiqMSKMfZB66ZBp69eC+Zci9dOmmWHr1h7r3R3vA9eOnPeZIG6d3k8TywnzEM1pdmpg6fNS8s4bKwWqrieQSo2XC5SYMLpKSioLphcS5dxWmgBJBSFGHYpQwLP1GNEeJSa2lZ224+E+xy5fJDw9uo5MsGHTogMVphSeS4qp4MtMA9XEtPVGZjJJtRbdg08dE1ZK+TXrxrybZMoyPbdbS0L7nJbkvqhO7wHWzqaiXWdrgUEM2hIkaHIaTIJlvK9PUUZ/DJxxAkIp7rssHWYaNqaCSNki8Kw8npa8vOiMFFVFRMKryAhx2zYt37cODcNxmFs28sQwO7YmYZAqoIOZIAqg3RI0ndOm7frnkNR3zmhzt9IBqz+99QQx3iN7Dx5Y1talg0c6UJ7an/AJlhMb8CcBn43+Y3ziCEfnN8nvibj5L+cww9E/yKL0TXa+O/N9V8n2BZ+KNi1UOpMgHWg45tAPFn6hHvDI7Rab7T9ig12f6g0RcKD/0ek39EPvx4D13CVt3GBgqjkHgQpIOeWvGryQvYAO/Lfpl3jnUdMpt9jvK56S4g+bspNxPMiOJbR8kOV2EItSdZEIMJy8kPXrxy6PE2T2n8obZdNvXD1gAMFnTyrDXaYpcfqQxv1NVKBq50q6UNUe6minS4p6rJgJcFQhFMT6pUSLnpUgaWE5FVoiKQ4jSKT2VlhEMKhIXqa/iFDaMtP2GHZxyAtPWe+tyGP8ic0KY/lHJOQ5K6xxFkc8LiGbUGowj/AAhSeEEaaN55ucp/zK+WAgCUEQxlHsXCgJ7Cot/IMPx9Ls6fFLTWzBJg6d8gw15Eu0acA9boz5VmtQ5Ha9b2e3eO0OQTZLBkshR0hTGMrYYABjnO4VXOAZ0jKAOECd2s6Rx52O95GfOJe7u17KacbNp6gnaL9Uh8ieIPX5Y8SOE5Gxy/LHCRgt2DDg0Wfu3b4u/Ltsv3T5hh46bB4yyIR7/Bt19dibdD6d1mI1pWiBYNRTPZg0rLaicVlIyyXnhHpZwyYPH3pg0+BwXdOnDll4+aB05du3bDIMMMgEeesv4TDu1J56QNVkkoGbn+MbTi02z0lZB4LEqiCckjFMwpYRPCUPAqH2YvMNEU4VZWKfHjgOH4li3lXwOXosdhrvb4M2H8h203/wDfZPvhw/DpMDj2efX2gOLJdt3NrU23VwNnecJkA9Lb13TFSDLSM8tOGm/fGZ9lZbq93mev/T9qJmHKGSm5wnZqollCLUKBDE+YRnCaheHo8BdgiGolWBT0J1IWM3ZAYZX1pUg82yESqXxg9D5k20BNp+JAryRF+/E3l0AwlFEeRnuCNQUOQfBUOLkXRXEKnqEPOE1BhqHEwysrq0oPQ0uNC5IpaWRNnjbwGWgduHDxrsD2abSVald9TuzNIE5Iq0+6itSoS8m7BLiHzETwl+Buf8WfJjqKobSItQW/l6BZURNDB34/Dy2lqHZTlk20V+NfFDnxc64MFnUe+sf4QJui5q6RNVMr4C1a/L0dTI04TwgKC0P8A2plL+WYsjCWMTw/DiV8prUl05HTvlFZUSZP4+qqBFOKeW+MHjpUq7ev2LPcC4yPSCIRjIt/1qSpH5kFMQiAsMSxIzzmhP3wOIgGOXH41Klux9cwbxrSBAWq78F/4HPnsux2ifML56/hD+TPmTGCtCnxkIpCD4I+Oip/JYH/ACHzcKgS8v8AFfKm/IiYeQoaWosio38Ks3g8JGomXzMKpmlGHzibDJlYUX8PJ5xuXui540aJIrx+2nFDLb0+ebaflyrt608OmmhbFow+F51h8GQ/YgJDdY8ntW3AJvxZ6o9L+yvDbi7Snf4WbvFMUHSVDnDh+DvRHw7I8M1C96iNaiZmuWvRzsZZ71kschLNacnIQMznAEUOiniV91WzgAPNZ7hHzafkh/SxrWo3EB4VHnqees6pfacpNzMnzNVVeIsuJSQWvR1F6i4KNHTjtFh8g2eMF00g7YB4oqx9p2wQSE102y+UFM2UJORZeP2a7XzxCwgAeb+9AAuxmtxAK8aANb8N7yrTPEmsXQfqe01wWcJk41mlLBRToKeKJoU9NMxkhnk2K4TTVNQBy8Eglq8QoKclqZ4Xb5koRNmDDbl8ywLtv0LhYI5QS4Rio4sASo7zAq50Ma7qh9kLqz33m88h01P7ShCeljQ5pQXzCkXk+sagkeKZnTjmQmpaq+TvnUwnpBI3DxZEPPC79yD0wgIhVyYLvXSGdjFObdRA39E1vOd4Ru59QEopQ72uW0iIwkFP6MnECS41l6ZPnGiw7C0Sm37hyWIzPhOK3bDTgHTl+VVFlyXToYeJiQ0tq0OHJgF4eUSxTRO7Z35ulHSBpmlzok3iDiYejrUVpPhwhJeIkCLpSzKipKiZJg52ymw5EKW3LmEIuVSZhQRXJQVFlTTHCYfNO21mHllYSFMq/Y513l2ryC/hAcU6ft3Vu6YYjeaUGoE7ITnXPbU2qwKuwhAUr4VTUONYH8oDiNEdJiMmy4SYuXlp8ZV0tANLyiQRIUhQvEJ1UVSxLyzdUWVe3tT3NqOCLJYNiuSuK0bEAosyCQFKxOLIzScgQ0sYykb4yjd7DzqVn4S3HMay83WEeRPAEYRRA0SFptSbLl4hg5eVIYXC5c5FAODbhwrIhggfcuTTloXRh07Msu37poXb0GmBBkZhNLBw0paY9OSgfNGDx89IeUJw8dOPXho4cNmpfQ4/MmzRl8w8fGTBh88bev37548evnrbTx420020Iwk/Cfijohuh43IOW3rx0RmvIsm6bfti9ftuy0TunLDb580wy09etMsALx40PabbFpobtD2prNJoU0saZxt/M/yapVnP8bqGqhdjj4hzrQWutJ+uXhpFixluHWuSBu8KkE42E5QMvCo1tZc0t+9DM/4qRdDOm/RHMTTiWTYXbhGK51rUTEpgqKqYh1NMRY7UiyXPeBijBQlEj1RJJYhDRF42QcOG23hyoHH3LQTx+FNWANHG7NtcKRJHAjwoP81N0DHCmztYe9l3h8E7y2Nt3poe0hyY1GRNC8roUmiTYjGOmICXzCIpwygrERvzSrE8fwNB7TpJPLZcuWLujjtRMOHzHkyxlpyYe7MDWR8JatTdD6cLhQP1Tkn74EP6JWgjgL1EK0sI3wZkZ3i7t5w3GDdHbZkV1IlQRZYZZRmcu3MddW7hkNMtPn7c8WjrVJ8J8lxBEYzCijR/u0ysMQJCkQxpERksuR4cMF0GFkg2uK5guUcapGnxt+5TyJh46LOWWnr94yy6dsi20yG0l25t1wTY3huheCdTU6Yel5DEeRHGsx4bPJErkiJESEXRGEImMIqa+KEIriqNll2bflXDDZ9t9ED5y9MCLRcuWd9lyEX009RXwkyassJjSuVN0pp8TEyY8BxfAKipJ+pqTTagnkIxh9Qh44eJMmNSTxw0cKl1F4/LA/dtuWnzDsHrDbAtMj39uHNKc+9GO7qgCROpWAvwbzWQ5gzTXFOFhieDIx+LJcSRcZVEU0C5AK/FUOPvjpB6w/8AIlll8YL9sHRtyXfMi72myXO0KFO1Na6Ni31i2yqHBQLBNtQThkRrrBzmg1jraHJu7l4/jnMiHDhUKYG1KZ8wM0Hl7dogzuuudBbfXI+73dp8CfgKP6NHk/36k0hKozCCN2IpVEUCrtfBeZSGYe+KE3LYkBhsTgvxbb+U+w0DoJfAG/t5cBoH5I14/lezaoXrX0gyy1ufCN4bklNhemXDkJju70uLhUZURqagGK/lNAjyLnZNwC8TJnH3ya9ZUX4nCQOBZMtMOBabZ8kADrtRdFtG2JZr1tYxBQQdQTh0MaweOpqpWNBw4chvG/jprlnXXsw96nqdRJub8uXaWTlgTSN3XIaHZjSAPhCaq/WDcRLUvTEUmPwgvTUSPk6IiDpScsMFiqcmQ8LJQWnb18YeCD8Plamd6XqolTubtDOuCEzUv2J46gY40/IMwHyjBwHYTbT5lI8ZnYjZRYeFRdfJr1l+ikBTnonjQlWXbxlsH/lWqw+wNIKDdL0WfCfJCS+VIxWoOlzo4hNMQ1SYERPotjA2XUZZxAvv3i5ERguWfqZhg4rGHTl88cOhdE2CxfzmXINNct6pt21JiWG5U0HaxIKj2eTicc54507JKwSiCZR+IJZQ8/jpEjU8bUoXl+8KEyqWYSzyORepIOlNkSrn40XYegBlptjzWv7RhuQST0d4t14wYdpZQVOHrEKoUfZy4aVE5ZHODOfAgDTLTKRE1Pf8J9ieJoYllu/XsNREuw88UtasNpqi8Q1Y+kNn099D5tt8QOtp78uJsk9aBlp4Vfi9ctiyyLbAiAUtFAFwzSrNfN7v3MPrpWgXHO38/wD3zGhPWLpPTdFUV6kt5nNPXLDkUasoOh+HoIj6WhmCCEGLbouKk9ioiefzcmKydNvyBd8kNFWU9PFlyaafCcaBjyDd/wCwNhwAiHm3AQFkK18mIB0EB5d23Zs5Z7+1FkNsxY6rMpI6rDVSy59vbVgZLbpw7/iOPtqrHFG803lu8y1CzikBucoblXKmR8goifwTMzWrO8kVWyqpEzZwynF3kv0JSQ4oSWSTYJqyoo6YzAUfq6mllUdeXzEDElcglKe02N2BvwjroVBS36iuUWn4NGDBBM00Q4KI6ONfjPIFnjpdSnTBLynZZDyaCVdsO7MkKMg7Hi+UEP63vg8k7dRMPQ9o+j3Wtu8tQc1zEzYRjaQJQ+rTQk69fODrp2nRNC5FJWn4GU9BBGhtVaiFygQguvEVKXYejZKPnlaFGe8nXwm7QS6fEkdXk5rhh+NTpF6cdy8VdOpZiMgeOGXTL4mwnlY4NEzD52+eOXLT4qoPSLDx+4B6adg8AQwVrbA/WrtxL2Ihk6S5aRYML0YQqrKRhIaWJ1Jk0BH5xM78yB3RA0g99cxTB1074/c5RHBUUbyUJV64dEkURgRgRT1Cyfh9KgyakAHFZtswin15BR4dgxNA18mFVQWUVWhRTTIhNppZJczUTFs2VZW7VsIRXD0eQpC8cwiqF1yE4zh5EiuGFon2hKLEPRImFFdFVCrTblhsSygmmyxtwLbDDQunrHaZBqoBT11fzz147/6G0rRppk0PTc0r6T1WOoNiybWqHVcgGYRMGUOG1F+fJEkKF3ZVlMPPyCg6KK7aDA8Ux0vLCiVSyKidg2HniirmbcMlpXQ5I6T8p5KQf8Y+aUn5awHK6FgNdloz83JfQwkwiiCYaZdAyJj5MSSvlhY7LIvO1S2NLBLNcCs9ywAnRtcBJxE9dVZhjZAAMzMGQCaka5SRA11nly+OlbNDDIhzY4U5AN+wFuGfaGArFb1/XHvJYB3omkrQJoNmhJ2XRvUdI5zFJc1OSCE9bhkvGRSKJxtHzyqvuIPjGJU5PfQ1L8mTcFUtCUnfygw6b+LuWTRoyxZzZwHClR9GuGgH+l/Z+baoLvkD865H78DQHrKgvSpqN1Hy4kXp1D50lpFyuiyNHj1TUoo1BowITK0lIh1BILBZ1FiWrPyKibcGATnrp95LsmS4txtOJbanEyg3LYYrIYJiUNmBIy3ie+pOneNO0cM66nCRvwqIP6Mndk2/0KxzzAcfoU/vflaR/d5wHvYIMUpqPN5bOrS7NpLUCEIMSfcadEldTTKGoFjERNRq9iwVqUksweuD5d9C7CMBZ6sCw2UUxeuifadtmY6x+EJx9x3OG9C5UGRyx0H/ADE7vvTbvzd/bzCI9c0cR7Bq1oc1a6UnMEwqTiZzEuoyAD0HIkUvTis5ShQ4cMGk4qwdVSrLwT5pyy8Fp2UZ7YsNAPaZztmzjXDeuu2cKzXMJyGuIAHU5HeD3FIkQWPDMwdDJBy4cBpwFRa6QZlzGVfhR+8elqqTAjZSlzD2lFMVECAD8UrpyCkNTbRtFDbaijwoZOvEJMPtPFlYbbOEk9wYabVlNsXoifNC+tPM8OlvR/eep3hXw2qVaMrfCxN5rn+ZDS+HAETQsP5PTkHfx2tp8ug/k/vfUxy7vC+zyRdmT/XF4CeTad1Xtb/1m48VHCPfzIrUs/onXIIkPOuM4YPfJkSwjKOZETw6p/FSZz5PXECDFdWST3xNQKmiBr4ofKF3/wAWPFjJN+LvyRku+cNtu2qom7XV9/xvINK8N6pIU3s8v5YI8SRTGcLuoSiDRtpziBSLPoNWXiOYNvFJNlKRKPHR1468u5dMFwbcsD2W2mmgFra2BPmFFqO5HTngiGy7s3EUZSomPCqAVfP3JNyaWoig5XSEsu9NGfJlyrp8eOOHbZh+8YcuGWhePW2GGWmgqY6CJGfCSt3bpzQdMck9K2gyKICh6I4riYirzSj1UW4ven4vVG1hTcmj8Jz8ghGeE3Bh4LBF26QHD504oyYMGngeU2pfnpLci8beF8XRFx1pTCTgI0GKKhgSQetGhwzqAsZjtME+NSC/oJfhDlf2amUnH+gckF04fgw/ve28euq+fG+43dGrTdsS2njvJ4Q1AwJrE1JIkv4hQ4W0r6e4DaKwrD0ypIoMXJZ5SZlQKuyEUI01WyZc+hKKWppQkn5gsbdGnpd+X/TJvey/CF586mJ/6R5c6V93OpTq0yMEm5soyg7mklJCUyoGCxQt8mRAd1Ru0xbFp8acstAnvXgsALTTVmRp5T80db+nX5qo3fE0tXmnXSFAMFaONRENzIA5IyYDSaefwysTFlBEUeGFkhF83ZjP1p+mpMrCL1BJorCS/F8/UXD/AOUGzJNklzsQyA2htJbEBiLXSoh1DTLFdAQRu03A1mTkcOKf7aNRrOXjw7KuWgNaDzH8mwiLLPDsBz8eV9qzesbeEa+NR+83iLdMbtWJpXyCiGU0uycwp/6l5ow4VjNWSCCiiwIvmS0vYVVkhbQm3aImzFhVLF2ch1WU4iilXeMOFGDEOHDi4q2Y2Po9wXoPJn9z6ZH6shBZrr3NsQTq1Sp28G0RanYj0X6405CIoK1GZWGE2NpbzRT0xDLwwTcx5Cp912GjjUMlExBOmzxOLIdUEqH0Fyego0fTy6q42vByoCzkylwpCsU3hTIg6bwdRImrGYEcc892+PZwrWbzcm6woyesL02t+nvHFGMTBdy7UH8nItUJEQSLxntvHgp0AQrGJ9GIAL180yy9dvAftuWHTt600w6cu3WsJ16I98noVlRGE6tI29ejjU8jymhWIY7XZDay5fw/HKlGkOQolGlxXTSE31s7EcRmFt6mlX7aaS+MwP8AHDxcuWfRgnljTwHeyHbj4ULBDkukOju6enIyXdtkWYqUik8kNVPsi20y6WlQgmsy6SSp/wAmLDb4olpfxB02yLp0UMgHbe4NMHQzv8dccMK0odXut/Sbpk0/xmksw7MeFtH8voviiOo8hg8w8cRHDymsx8hw6fQyy2nNCmHPkKYT1KPFjhwurw8oJjLxMU8Sqx1LV8NuOJlgxlLF47ZxTnkSKmMpCvOkgxmQo1nj28I31KduqNfBPeT6LZb6nhhB1AUUKyhEcGzDhAmZeH0hGjyDTzKestQ+dfsNG30Pq5d4nRAkOj3lD6cTVnaUdMnTRB6fNSNhelMVEa9i41ZZuAeStX6+u3J2ibRvJrQTpvl7pgkUTWHcDQG4UHzStEp10qxVFkSLx56rxLFsUKLgkSKmVpcVTT8w9dEE9PSkwoBNHRU1PR04gRcdYM/RwPs9Vm3oDfNL+0ePQgYKoYywUYiN5jM+P7BpWg0XOTlOW8YPIPOoeNeO8P1waWp2p8tdOm6fnBrYgI1AaFFRmcECTTMwUiEYjVFRfIqMFNpLqSMwGHp5FJJKWpvz4LzsX7tdLuRIFxL+UMRWKPwkzWcj6gof0pqW5GmwS1HxUhPonh2TL7U4YZjxXh8ukrS8/WCaKGlgXzZF2jw2uKLT9oWWQLJZlv6DINWgJ5T5k7poldE8558TDhiWEsoNItnl6K4qPuiBF12XTTRdOIummGjiwuqbxgSiJD6QXPLa2oPHKclETh186Lt0EoxmPrWm/qYin4TbLeVqqf05yJ1JIUBwRKc2SOBGy5pKheEFSVUwY9KAWdg6IoD5BVlBLipYdsrSfDkcxvF6m8fGYVl6rvHnPeZ0Iw3WkmWVVtnDbH2mzUnIaSTJrNiVIhju0AIAhZzg8uPtNWqNEG8i136mJ8pUq9QG6JnPo4l0fhyJFgzOyNZsG4yQU5VRibBlLh98ivJFwI7aMRA9FoqWMtxC5Bw8YChY002y724k3V8xpgxJvy99FBkRR3GS/B0HqUOMwlCi1E62qw1CzJiKaPwhxCPHDCWiA+ZAAegmFCgPAAAbqFtp4NJGsfTtrik+gzv02TGRY/g5YKlBUihZ+XcxTBK0YKuzJiEo9hvyj1QhWKU3ttOjaWoM9h+ywyeSzSikmCSgarWbtabUqpTb+TfaH5qTMl9LQirrcOFEk7MCM4cg0oqGy8Sg+MFU4xEainuTphw5aZevnBZp48dOmmW22WWBARlsjYJfGDcJDHCJBttH2QBHdUz9iWnramNMIMZZZe/OrefLOeQ4t6nTp38quE3t7/ru1p6sZo6MNzBJOXUSpsk1h9Cs6tZM9GVFuWUILxU4spCg3Dqc4bcEXSW4W0cwnQ4rm02YC1HYpq6fhyXL2Gk91FD+zLBscQVMWHycWS+jCFo7hU+8NOiESwavpMTw+dfETLwkddk1lEMHk4w8JnHD4oaYcmW2i5l08cPQYeu22Ape7vHUjD/wfXU/q20ZbwqGYwl7J+e843s3NPuq1NhRei+AovRXrRxGK/L5tAT1RbbYNoDKGZPOkoksKMGRO4iNOiYiWKHCaw3a8xBtjHgtsTjcRlkCoxQQoY7/AJ1LMer1iAftEHMZLv3ZzmM5y31Jaxof+EWnHrpePb5aS6Ytdl4+GHErSNKk1CZV68b8qymOTJqVhMydT3VGSztQPpDSp8XDyjwXj8W22+e4i3rW9G3Uk4pbQRvgZVylm9pYmdFhaDkXWppwS1JL+QFI47UTLT2JIbdFE1PUjicnk2Fg/BLUCwBET2HiETrMHKUw36G2kNTQFd8Lusjac6VHWv8A0psFnpcTTLozOODySiDsGe12XiOcPuFZwYoH/Qj4kwbFqjIOe0IANdzfFbxCW2+ChCEd1xuw4ciDVRMqP5swdEkfzXTIVXkSUks4cgs0cMNqDcVRCkpr9goCm+LvluOGSDEIE4aKKJJJVIhVF0kTc5vgRSbd5jcywr0huYzlAwEtM6SIgZzFVMASrHFlAktJ6piM/nkOdXOkxST1lOT1hJOllJKVSRRRTFEi+dmSR9PPOHRomdJmXXadPypos9dvy790007fOnjDxhoWWgEIot4HMbfKwdMuCyG7bkJpGmtKszArBuOlvUOrxCnRInzAaX1hy2lIbpGnPLV02hsQ65RDYvH6QdbE+bNMsqTTLHxUrIxI+XTUn5LSglI2rPV5uV0r4Al02uv2XgP1pqCIUSIaaV3oPvKPfKqLSZ8ceeVeNvO2+HtvGmqtDCBvUN6prJ0j609MOjHR1pulRqFmDqWl2oRNDSLH8UGoPUjESJq9E5N8kkl09F0HwiSIiiw49Pg+XVEkAP3b10wbeNvi7gN7hASWLLmoJTNpJAgZGZJjSY0zq7EQJkafZGf5uXt4cOGesPw6fCq7fqM92Ly/xTx10/01lv7o8rH4dPhVf7TTdi/+NEddP9NZ96jysn6M34TVb+Q+6bf91DJ7p/pmegY92x+jN+E1f5z7pt/3UMnun+mZ6B96bYSP0tr/AJB5f+z7fbyqAdM7vLqkcOXmeyuk9xfvKdSO8klXqOifU3BcmoJjWSE8mpSlk6SyJGSMhvnJOHCKgpPVMIxmDMQwePOlZ6acOTaeokCTZNh1Qo23V+1OfXGcchzbp7uNuVdj4O1oq1e6MpQ6sSesST7mTUbzk1Hv5pIEPlo6lzHpY2jqcMEHR4wXPy4jKNiRJwVVwNEnRVVPlVJthyy+8g26bZfNWJg4Z8O63ohbw921kubSF5xwcWIQdTqMt0VZCcKzM75I4jv3+ZFcCbwXWZNDRXLuB44lZow1Ba11WLY0bhRSgfTxDsQxHEsJJ7KEoq7MVrhSHYOjEy4Q2zBB2kfGH5Mm4BQPlXQGWnjxl01E3+n3awP84M3nf+1XM/8A5DdrL4cM8sd1vRsHh7vnqqsmIKWpLi0fKJKMjJ5xVVlRQfuyhBMTE4s2cPnzxp/2HJUmTKuXxgyYfNsOnLl228eNMsMiLMsrkki6VHDChA0nMidx8eypMkziwjLKQf0fPfzmoLt3fvu3+uzWHHui6KtFM7NKc05aylWZsRgmToVvk6JUMkmrEu00kjrECqcHQzEiQdWisykFaTnyi6Lu3qS9cnHTp84PFXrXK/wnSY8wpdwTu730vo8jOBXsQay0VFXnsHRQuQw8W0d8kuGnqSrtop4i0pJj1oAaeEDovirbQVadCO2vvg/Bk3rC12b1/enCnvnMCTfmkTkfJRROlDbpQOwWiHCy+ZLv/jhYs9KtkoFQpH/HSwMA0CgYMF3zos0mu2Xn7fhUn+IXds/2byDwp/8AEdx0D7PdtgWZtmdmOKW6pgCVDgAwANQJ0zB4VmWJtMZMzkdDAZQPEa6a1a/2q/RBrf3gW8s3h2qLQvoJnVAOimSei9VfwhPCfq9LpJmxOaM4pJROdhBdKQFB8WlmobT091ESDESSlPAeJL92nJTyJn8XfGFpFh4tZiiKKoYg9NFZi6I0KFkgH7oq0qxGrp6GmgZf18gXE8pvypUHz7sN+SdC9B487LfYZHsj2a5OrLdpS2iDVbFevjd2bymE9Cuq+YJICk0wLrktpiScmoLRYu6Om12ClRacuEtWXTRBFU4ifnicZQypKyM5X3cFlIsPKkSG9bwYhcJMYpdVYKzLn9kkiIOZzBMQDVnJgQZEgsBkSMjkT46gxlORNbkObkuckSmXqzGm+q3uJmIzog2ffQDqMdyuhZp4DIB/CyCYcRnqOjO69oRck2uwNQrVpkWmuctW8n97LuspGRfqrkBvJoh1eSekWiOYsmbIDWnAEKRNEy/BiYoE3aweRJ1oropGqgqlE9608eprxShl+ZLOzxtwrKqr8npD75Z+N/hB6KYKpaPry3LkaJ7l24KsxQsrsSoCwdB05YYeKS6jp0DMJhI2Yeg28fOEFkyTBpoGi5cs7H4u4wyYuhTW3r7IOoD3mO+U04penhQNoihGOnXRg4gWHEaKnqM/LnnBAxMWMScNr74o7VHLhUdjF8PRwmsHyRM4Vh4gZLlXpLFsJB6O3dD/AJrF8IB3Ek3CCOIgzw4VlY6oYNpOKBOWsscu46HtqwnoV1Xw7rj0jSJ1Wwugm4WTJywYyvGIYOmvj76G4gS1VShiLYfZUfixP5ULI0Voa0mklX4mT+VCRYuofFCvxnyDvjfej73qVu7cdy6lymyzjjUlqungy9CS2m2Wbky3EUQufjb5KLL8RHySWvKCOgnlxy2gohZEh2JopidadGyaDDxkmlRAqondGnAhpjlJLaXWnTTnE0ti8FyxhAjC8EwRCUaIK+fJoCGXZZbMPnZRUOqikcfvGnqkuLJvy5xRUzZxTUjD02afvm6627/QiWqj4RlvSNRkwW2187o6huFpByaTFFkuYJQX8pg1A55XRGGy4vSR0C0BzA7Dbl87Z8pMeJ3r52+fm3Twvo7MEtqpXpHKoWgEAgAs0ZyQFyGmYndVizAIAesYUnIiYBJ5nh+yvos7/HW1pSiuB1Teq7sCOtM+nqZSqUSEueMtlc9HJOAzR984ZKu43RXfywUfv3RV6/UDyF8vw3HbxNTVQzDUERQdJvUpm0bC8Tw9G0Mw7GcIrKfEUKRchJETwxECSZdnEpdh5fTy6qirKYbdCLo0nqaabLHSRl2Iu35Z+7esCLLQDtzTru0+Qpqp0cak5AxinOVBKmTJ6OEck08cuXz5Jidwhm1KDYkTwMOTDp2rQxFhJGiBKfNuXrLpQTS7bbp4wDTtqmruP9zFp43i2hCHp9TJ1Ra7oCjRImNHcr1aF5PzxgyG5fppaD3iUZQHaGhRFKOL1NMZ+bS4jsmS7a8ZLiaYevSbkmVeOijiv5RHCfvoYFlxFVIwlQwkLByIgQMt/ACythJxAiQSYOUAiYjfl+NSsTBmNMJx8KkkZLRxHcZuZcHdFqutnIAdRQtu4JNrLEFThaZVzMKsHgQn6my0UKtMn3pBo0DRYuIPquXfZtC7Ue9LOiKX2gD4TVIeQ0tJjzqmlDb3SfHEcjE8+ovRI3jplQiKX00yhpNZWkCEoMIAiFGEZw2nkxR/LuHpg408OPwesMOrwm02ASLuIAHpmBEgxkmQOHMDPQAct4m2ScUgCXOUzuXTiOdcWbwHXRJ/d1aYo31OTmE8fRYcekEGFYPRnjh3EMw4/XvjDENQSgNmal3JxREodUFA+/ZeOEWHkpaXX7kw5THjh5CHLHUl8Jn1Xwi5nrK7TfoW0xSyiB27iKXErp+P5iPpoRNCR9PZPo7aw0TXjz8s/PO3jt2w+iFHlKefvXjoyKEnprYGm/1/CnoOiYdKmlSe7uFDsdSr036xJeR9OuFyjouacPILUSCkjFlFUJnGmCb5OMK7ZWCmm34tMMHI3JO3zAEn5x+4sWSOnhKfUfKyDZzyRjdAmFLSOkcosw3E0OHnB0m/LmHLDx4RNu3TYvUtZTHjTRFZQ1B2WVEVScmE5SKFThd85YFS91rZYqFVSAsAtIzbFGYBEZQJ11yZs7LiICgQAYJnMk8gcsu/XOtrKb4SGxp2iWONPW+T0+RNpF1Ny++SDLt9K+F16OpczHQ1d0/bLr0OkiixFRxKKVcf4FUk2Lo3hdbZ+M/EogJHyBxHccib4H4Q1oa1O7v6dEltIs5p0Ik/YqU5WmIMUyEER7LU2XLw9NaC4jigHUZOW094leWhRKWnDxhk26+UHbxtOHyjJoXbeDb3PeN6RYI38+gOZ5SYBUwg6MERYTNR0zpekWoyaKGFoxGD9mVTgYeE2aXVRAJnzZBcJk/LFUQ3MA8mGn7lSTl8qQ+pvr9/Ru6tbu7fnrprkDHcw1uakeKsozcOpq/KyKoZS37mEJwwLGS2JhZUy7BIq05Q0FRfOGXrTImH7t2Wd1ePWQHnZzhuqbtvq4lEjrtkDkQywROGcOo0JJrMsSHHSDKQARmRlGYIz3aajOrTe7CWliI92/oIiCIVZTXl9c0d6b1daW1o+aVFdYVVGUUJG1BTVFI89fnVBQPGnr0ycOm3z4yaMPXj5+9ePG2mx5x1pxjvuESdLwjoGlRoHjCQYQqgvXazqOUZrFZjNRk8aPDEZYXUGzKhdHBBcMAnAltClMmxbaN+XfvmfJCzvzdU/sY+70/sKtMf/A1B3QPvxHO3fO3SqFraZkSqmRrou/CfPYZ1USi5kdVTIOelV1fwkfCjf2v+6N/8M6gv+WzbCJmaiPhNsppbzBmpFsgd0yxCstIIiuYETNpyjqBOKDMPwagn4jWmiJQZ4uQNHGU1NMiVLC+dA/fgw6F4wDXaCzDtwnvQ4uYgXdua9YoaeMunyfpA1EOSDbQ0ZBWVJUxSkIzIjUBEG1Y+TYoAg012uyyINCA7Q1shScb5AnUbo16g5+QZFSAeu+Q4j5eZPKNR7m7W3NbeGaCZZ6pZ0w9L6F5gRnE8zEVTR5XpMSIsHOCkGR2uQulvCCfFkWRqtOjD8gmOXp9sxEJp09ONPnhd0VctMF3f5d4Xro1gaSIslwg6Z92nNLXckRhDy0rxTE0v5jmoFKS/Uk5SLEk9CUXDmUcyGFEysFXr5QdPhOJjTh0WFgSr4HjL1nnn4NbCh6FtzXpPFRcNFjMSG53RWw5bp2/iKtPqZbCU/GlQ7J1KKkjzq4j5Ay67XZa7TLPbuszehaF930twNDuryeP4I1mZSUsrUFE/wZzgj35aTIfNkiKuZ+MSxl/GhVO+KGlEm68irPyBgx5btlXT527etsVEm0rM2CVUlzEZhc8xhzk/DOJA9RSWwyFljHKdcs6iZ/Tot63/ANbw6k/90If/APgW9uzN0VvZF3ehu9TZSKdMJzS/E2mWOYVgCI4XUZrDNBQPrq6zGLpXKHxaljLVqHjkNKEHmE40TacK4mX5hsRfFBK9gxg38EoblT9uh/5OmrH/AJCdo4vgtsZQ3MWZe+AmDBql8sQhHerGHYyhVX+Jn0/5VhuJ1+ei2hqXxBVKkVQj8eSzxU18TUiRM+W8r5E4VLmGHjpiit10UXRcDYpAwZQJH2VB191VDHGgD4gcU/Z3DLQZZzWzN69FMTJW/f3KKClxEupqEuqKwC4ikFdQJpKyDmMnnkQVU4uYdk1EHVR8kBty+8nUexSu1p/aqHvbv2fbcef90lz/AH5PNrXm1kBx3cvzl/xE+Yqy/af9YeOFZ/GqmM1phzKJzRmQTdfCx9PkqXRWPoxLOpXKem/SmfUpbO3ERKLpiAVE8rznJKxw9BzLIQ6bNqhMooGTCc8fHSzgy29dMYD+EyZ3/Xgum/8A3MmkL/lw25k08aJdZ2lnUFrtiSam4JlXvF4en1qVjWYErY1nBM7SinPYNhFuNo/PlhhspMiD5tqrglGpGIklWOOGfmuYcNJpR2pJxgyyz8T7G+SJy/8AWdukT/bd0F//AANm2IxHMhxmcv65MZ8QY0zyy+GYJOZkHh+VO8bwYz3RxHfwLrz1w6ttKEgTc2pC/CVZVa0I/LxbDcPupKS50+aWEOJDKQtNm2VKJmD6LGUyjoEkBku5bNughlt08A0wDw8U7IC3eHkWvq8VySk7FEQHW1JeiSVcvV9bUXjty5eH1dYhJIUVI68dFnTgu6bNHTL5+27cOXLlhp4LLp07YBlgKuXyPOX/AKzt0if7bugr/wCBs2tEyHWYqiKSkqFyOJRuJBRgqS+hM5EkkCq6jRQVlIsPUQmJ6XRWIodT0lBWi0IPu0hl1JFS09LNuSTD0iTLlmnbpnS2DLElswIBF2BGpBubzwHCaskyesTkIBxxzPX7R41tjY2NjbataNjY2NlKNjY2NlKNjY2NlKNjY2NlKNjY2NlK+Vy9n0eoXD8Xn22tjOyCF/8AY2p6wX/W9gOHcFfN42/c+NfZYbcS1GQt9G1L5Cn0Nu4LGfYPdO7l8cpy56TI29UaUx537wb87eGNkZu1XjQOFeIDbzBxyt/rc7FqM15M4DFBrfzfEae3hsM5D2cPbbzBvbkFOm1qUchHkFQ7I/lBydgHDv7wptjMZQZCMxYTiSA4/hhBjSCIxRVKG4shGKUcivQ3EkPLBZ4RVUVdRlMoZT1RLUSb58VOkjhd6XMOHjTp6w0y0LO2TfkdafRzcMfi8Y43t3i1nLIcwDDNOIDUPxYZpQc1rkcbI3buG6OHZSq1c7fg3u7Qh1ViuaEJTw1H6G4KiLtMx6jSo1BoMCyuPEnz0waaJmzM0YYi8wnEnbx8ceEUt/ETyH01w8fFyCKXKsO3brP9Cyr8Hq3cLlYTdM2qrRyixrETlhEiya0VamZexvMKJSjBkoIpxiOVGJHickw49NEiZ1+jQi7h2DzBso4WH6a8OMCe2i90j6eoK33e8p3hqtvIo/jCOkXRvOZSljJDRsTjVdgCEofgojHMfQuEQHUWHVNKiF86TC0HpKdEKrDh1MPLsSrxg9Fas0VMw8lNWB3O5F3TblLZSGNCMiGijJZoqD56gKRhU8k0Asi2K4/U3i02Zo0IsnGj4nGWqNMvwaZZEOK2mKbtmzZRZIUvOIw2EkKqxbzBymTGcGqjioHInU5jSMxodM/bXJG9y0fzE3nxDQVGejuMZOTLhOQ2pIlNaN4kJzLRDaEYhVw8hV//ABOK6A7XE9aUnjlNMtuijBlw7FjyTTRhkHrA7T5LKOmRCkKiAtEnSijLiaeSFZPMMtC4PpakWbJHyb8GWGWxcmSr565eAy2w12Gx7LTI0aZpWbynS1LDccalNGWp3dnxXF8oosnpPRElbM7SKTjpdjKFpxwM+Mujht6UhuLVVXiB+jtmzT2FH5ZQPqxFEX4rhhSgp7CauneUOXY/ybcA+jbIcfJ27sYxbbez1nvhlw3AUDgHGplQFKnCpEgGQyz2yKkHNtxynMndlw8iqy2und+7sTRImS2XYF3JMztZT+O1SI04+k6Z4ImhM09ArtCLI5osoRgnllhXckCC60pPyyQ/MO3YGDCcdduxedhvyfDSZMTRIkAyBT4KRrUe9gQEBVNEKstiIAIU7YrMKnxeYEB7de0IiA7S2b8PeH6p9Babo7S9KSbKBQjXUpOxQlGbGckOxCuoBV+ZcQ2Xh1+5bhyIYcOJztlWWwFTNCyqiBIBFyRbesB28D/w0ANP2JDhTzNQgBcQp9Glxp324bZuqC46Ih6mGQmzWnAxKpHWIBM5kzluGWVVgTAyjdC5aZifPsB5qgjeRQZJWGohSZQfBw9f8iktVhpbQVhTlRoeTZbGnKGqlG3as2+Uoflwns9kWAE4Yfn/AIw5eGXTBs4y+aYFoeqPg2R7Sqd0DRw3o+RNQaDK0vqfmGXUSepOJZcRZH7yMhl3J5+rGSSnK+D4Nh11DDaUYQXaeTfpbxVdKDlXfGTz0s/JOi2Nqqb8J4WkpTSDbW6VZKqyecTjQuf0QbD4C58u2VfC5badPGWHoO3oi7aFhtlloAEWWgDsj0DuHt3zPTdsaNoykHqCUpfKkbL+oSM5pETMtF5ZiOH2YbiGBZWw2RdPzy3DEMHHaowoQcqtmCzCc24dlmiTxg28bfPHbmbQuG+hKOUCuCXsrbw4sAgYZBxQZy0AoNRJJy1yA/N4a55ezPOuYN61uwdzlCDc3t4nrshecbDUWxVBxeYMRQNG0ePwbW1QuhQHDYEIQhtpkHBZpynpZV+0UdCyw0y2bf1Ft68CAn/Cjn+mz48Z49KfRvxrjpThb73xWteam740HzJ1QSYQJfxNH8GxPLVGS0iZ6REazB78rGUdocMKbw+QhWJ4JWnr9wQUX74g2XiEq7dG2HLww5NuQacNx0Sv1E/CXpuy1l3NeEZCbqJqFJnwNCUw4XaUzk/ySi1DsbICdEiK0oEwnW+AodFNUiomiwPnoOH/AG3XlXgMdoYvW7fSlVt2yxXGw+q9MTiY9YsLiRMRBEzJJJM1Vok79Iy4wdQRM/sImoG/8KOc9Wff/Hx5BXhzrf6uXT+j7R98GL10TwRNPOntG1Mr0y19GiFeT09fiKb8LpjSbC6Y8Vld6+V1Vt0UdNuyjlsXLqovXzxplhhkbizL7+Eb4T/n8Am6VwP/AMVp/wBaebX/AC5rAFAxQA8Kaf0m6FN6jFO96gveOa64Q0sQkQR5JRPKRTTtO8VxW/T2HHzYWkuGjLmHYyUIoVnpp+dV3jKoaCJRcMuwcvHBFyyw9FugtdZB9XtsC6h52M24QnrNiN1wIH3edQBmMuBiDEGOZy8nhVgbTNpzlhpJkZL3TrJhPVUuWMsE0+kQmnrasbX1QqSU11TiMy7NrB4Gjh1r5SWTrTDww123blp26rR2A7cU77T9if12jzkKv1tx+UEoc9mn3zaoSl2CnQa4xQGa08wLBzt38tBao9OsE6ttPc19Ncx1SKUSBZxwkbguJ1aCDqSmxYRSzz0u/fP0E+uoUSI5U+y2XYB09UEJULgyLXbKNiINM+k6TadFAH5NlUaAdXCAOAHurQ6Ruggd8R5048uKNyIABunNCo/1jUrgFqrCx6ojnuDrWu0VO+Tp+nV7iH/VVV62/rky46X8B5X23lD3wabTTCCImw1Ceu/eoQvDiOWYJpEPw7qggJFREooDbTTJVNSkyQxYiRLMttttMuCpd06BpppoAq0NdgSo+Du6WpXag5IalT+qXX5N6YEgI2SI6gApO6d0vI/hxypo6gWUmE46XfyQT1p2jHzRZwKkURl5GMGgdOxA26eMMvGOVkvtZt2TaChTZlulUj8mUJIGEHMDLPeKqcWQjSN+/Llllxy9lSPby6n6XHvAM20SaqguGR/ATHY/k5AL8AzYBC0dXwZz9h203/8AfVP0cV/y9I/oI+aP3re1AkU3mDINbuHeAstADTI6JdVgCyLNQFkZER2DQCAsUEBqIDwELV4BHV8Gc/YdtN//AH1z7DFafx9o/GleyNh7/YPDWP69Tns1weN22J8+yrDMjjBOXPDv0OkSPZUe8Cy7l9M74V9rGhuZMCwdMOHWNJcHKTCDHMMIkWIzCkVk/padFlBhKXyCgRZOl3Rky6cGwLgYdOzD9h22yy9eA1Zk/Qc6RAp+pW04CFRH+UdLKtApb/Et1wN/VztEPqt3Eh7UTrmmfrsl5r61I6VJizQQIQhdScSCYfwcukECFIEguCX6O5jxDi5DXDSaujBaasqCc/LMEmjgF3bZd98QcP8Ab5bO4PixXZBmO98NvaYsAWGWXoManFQoy0HmgLIMrJOJwZZoNAZa7YM2qIgAhtFpLts3Z2VbmO/cuKxe0Oq5BGRk7pzA5a1EET1QSSTu0y4yflU9kIwZAks0AlC0BwnCMv4XLmH7afDkIoKNCiA5OqJhowYEojo5MgnOzR4022/feRLMvTRhtt48ZePGmhGq9pTt8LM3imA/UlQ6Nw4/g70SCFqc+leldpGdP24b0mSKnJLfUAszh1jag5tSmicpF0BxRqCn+djBlBWyjDTt08cpiBDMIkTRMXL18Xfk1J0dcmS7165Mi+dtCyEculT/AB2XvFP7EqHeHD8HeiThTl0p7NpvG4TsmO2tqNrQBVfHl0dzMwqgZyIE9udDPVkR1hvmrZoX7IWzXA4tcfNuA3sNcXHnGDvBtbGrnSWuSxI6a93JMbXUkRulRMcihZl9MoxBDUulFCNozhOS1kg5lJMYDbMRFlR+aTjTR1NEBS1ByBR52Be7Se552sFQpfzfVyGaBQc0ZC9EtUA/NnFPo160GtQ5jt3OrMpCubbGIdQpIzk5OrLmMsxvyzq9VEtU2+n1LQVADUz9YXweVaIS8ho+mJbEaz2m3D6tDSApRAeYTEkv8oRZpOOF05pQUDbBZ2DD0sw22/aBp47Zbba26Sk7rS3z0bQBCRrS/uWtPMlpWxggJMXQSsxDqflOXgZpBiVOKK6Ksu4VgozAS09cKiabJnGPiaG4MNumwB8y6boyztH4Tx+xEzkDlMmRoYpUfwmIXqgPTj3jtLJoZEGdE2jvj+pZ0+2pUbylhDNWBtb67cRHhVLp2l7TbTdhbKXMSpYViWZlIJFnTqiN9VzxRJ0ndx7PxqtxvqlTXYs7kGcyhvBoZ0+QjOF/qjlS1CiHpvNxUdgwlK8TcKfIrhcMRcrLp97GTuKAjEFF8SVHyW9SRQxcO3RgDQNWbtJjQfoWNNADn8AEmvohwl1DXHsNeN63AQuNYW/hRTQDulZhhSn8eGSf++0M+YHiI92RDaSYhqGhbShu25Y6ho0haPo2heWGmiRy0rwtK5DTokj9acnYUgdCclYZQ1dZhxOUjzJpVcP3jg0tkGAKOjLxl609YYdPb24t7VfxMSE2aySzGTAa6SSQBu4DuqBk5/V1PdrUKOqbTdvS5N76+Yu8K0gaKUHU3L9ekHCkpkkYin3JWVycbMvoThQjEBj4nFkwkaLHBhHUYfEq6AzD7koeB42+LGHzgGHjfxNXm+13uegyXcPzV1X7quU0qoCieNCUvkJf/RUQJHPx6L1BDXYkJpHyXLdejFaLeWRYXXDvygcTy6Yx8S+LPTrBoyULmN7/AME/6RbCGjLeY+bev6HaWGbZpP4OWBqH17Qnb9neuS13nuliWEj5B6XNbcIxZBeoBAmsqKE35JICBDxiHkuXUy4QMkk83BcxI+Unyy2pRmlvnBYyklSLRFwfetqDow7LljXLeu2rdu9c2fa7gdma4tsC2VLsVJyayWiIyxab9aEwCQcznGXLiOBFTyuNbnwg8w5cv3O5elM25MOnb501+jakGz5R28ZYeO2gZamQDQCLAgIstM9oO1RpkBqG0o2hia2tebkvIsXNceleGtJswk6M20mEoKhma8GzfKxHBjKGjG2IpMLsFrsRJ6aZeLZpXSfkk4ZcnWHSYwc8h5A25eNw9p3wnjSOTIESrzRnvLxeFSpZw8aY07SyFgW3Tl27aFkWp+stCyIsj2e0DIiFBEAERAOgtMnwgDTTqmnzLPT7CGlzXpA8TTRiBqHkeK5pSRgCG5fopplOOqXxmJ11LnJEKgmkG3ZB4XYfFERQeNG35d15DsvWnjHTbvWQ6/15cuE9UI+CCWgD7NlDOYjrb899SCP0iZ0mOXIcRU7ufCvHNulK1HjS4WDaEvXFuc0DVVqpY1routjU1pFmQhyeS5VGF/T/ABWTl6/KwUgqK8vKD47GBR6nrxckfaWHjxaLPVN0lNF00m9fufxAvNpswDHDIB5tOADejIU9meO2upwfyo5pf6nEb8OUMqQfkhTjy9u3TdtpcWGEgENqwzXQggggjdnvPbQqOfH846d+ufbVYGRulzdOyig7XND0Ub8CVc84n16yfLShmrM+cGr/AE2xZMIgRKEldMLRCViJRjo0oLq04TVYCLlqIzKi5dFk5PcOwZcOAdDzY/3be66VIKgKVcUfCOT8ZyblotQ0uwTJeLdc+nlelNDZuE23ooQIcvlCYZiFUQExwZOkyDaSlk3hAoeOuCbxwwYeg35fByN2HoL1fbv5bmtqT02QVNmYZbUTMaEXEURAeisufdw4kQtLo6mJTLtFiFLJ/FyhtXUn7tposL4WjTztvW2QYBme8Nw9uih/oHZXDav/AE2mFwEAHEYjnpX2beVbstdtW2FnZwrLKg3LwMOcRBgR9qTmSMzVQCQBA3xJIkSJ05/DhnGxvsYs0obwmCtJ8PyJ3je7ZTT0ktSKLNuMGpha0ZOw+XMQwmpJgi+LobxHWYjbOrDb58yLooadJ5VpgGmmzrAgADMzvA5rbwOVUEQAq7vfS/AGqWNlaKTxGPocj2YMLS8JQ1CbCO2ZILqepRTMCXxVQMmFdl0QeEyp9SfsuXvlhLOXTAvR0eG4d3RX7R2Vw5D/AKbTCDkN/wCLH84e3G0t4gDIsssgAB5oAyDNKB5oAAB2BsAUtQQClAAOPVbtXC11nIttd6MYrLMSME7nQgHQaMDnIFTBkk74zHHKNR4btZ5VrQ1k/CXbU3Qum/gIfqm5P8aU/olbVtTmI7KGsj4S9am6F03iHm41OSfvSlL/AKJbu7q7ft3CmpvUDqDnnvY0Cd03o5meiyd1Uk4OlcmRitGFgpA0L/PGeJIUSHXT8GgIEWiiEjF23bF23SaTZbaaBywAWRmahSwDxHzciAs/ud6V9amLWEaWkN1A67RtIDSIJsz1WKmYtHeMu6pGYnEeeQGfh86rXBrJ+EvBT+RCabxpQQ/VOSf4CHD9Et1CluICG0g277njvWJrxnMBP3hGiqVulmC0mFk87L5fgCa0EzFPRXFL9XYcqKQfKQrNSYZhMKEUkBOsGTZFPdP3zTLp2cbbZFw1KczThwAQ9EM1ZH+l5oPjxHi8PZkfo581kah+LH84h0DOq2WVgxv3mgyVY28J3Z4banwI0oBOcncd0buAHsy7cxSPWnrDl80XdMPjDDp405dPGxcO3r7sg06dtvgKvxcsPG+yw09By+F2yItg7boDA1sGt8xvV3bbTA/B6tSAtMNNMtC71BG3jAiyIAPYeO9LjbttioVZbdtNMNAINMtCAgI2UgD0Rtkfo1qNGcfivzDzvxczcWeI0rXs8wZ4+T/P0EeAzcts8YbrW41wrbbFpE40aIjdEznkBA5gESJjhvI4+yqnkPfCFdfUydQUT6R5dbmCJyupuDIbdRhFMpou1VpSbEyJDJtOh5VKrR1NiCRsDOWSLxOimHzoPGFZtp44WSLQMsdvbr6V+rL4QVM2O4RcLm7F04SIlk/iuG3UZxBMXUCgRcvloOeq5R3Fb+HkiDZlFlNpeKIXxx8lCqIDtPeKDRVlp2bdMv3LPH8iKfwW5rP5foOIU4VzKXSd6g/YHfeg2yGcM1rgL9mo8AD6G3FaFx8eK/c/J3riAAWlBCNhBI6OZMCYPdFSueZY5MRu0EZ6c/ZVS7Rlb4WJvNM/zIaXw/7SaF+HZ/8AmQ2tphSgUqGRqDPMAp/Ow5dNqlejP/HYm80/sQ0sP/5JoXp9Ef8AzQ7+O1tRmwgNuF6WCtPU68+4dr7N9m9y2i8Z/twI9vHuzqU/O/WPHivhpy7dKi+10af95/N2YcHLOhjXzBGkmXyZBjKZF0HxPp6ltOE3E0ZCsqhoYmLrMbQdEB5KLfIj9KSgTChtyUaekXhr4uD588ePeIg0TfCG/wDPqJSBYP6ByQXGlKfxsOtxttLtrqD9RFrH/sVdQXDP8aOLvUDv/OG1R/ci7ijd6a493dKnUZqBgaYK5NCLIqmokrKhD80IqhhMfEoUmLEEOIzLlHS3rJMu26S08s6fPHbINP3rLT54ItttbUug9KEUXGZkLn+uLtpQFKrkFDDORoB7aHNspzxH7ZXIkCIEjty+ddgSq3Je9/klqAnXqmljvXJSQzPfUYyTYnJHX6E+A1r54MkjBcyVAIYiGG1aDYe8k/LOG/4lYeQxedjsvBbYabZa6rDRN8IcoA/p1EpMM0/UOSCtWwX/AAYcPvTZP4Fv3RQgAhK+bd6ZnhHQCNwAf/hgbe8MY2hQ3sW6Z0abt6fG6wijS3CcZQ4rTR1owagxc9iiPYgjFybTocjOWaglsFHC08eMEXjsypGmnr1wHafMtMMN2YZDbFrbW1LG2QoYE4dqu/nMoJAwAEkmSZ78qqchMREfntvjkNSZ7+VWf5XaGdRk3NJE8dLG9P1OJ2sojOOIE9kIkl5LqGNP5pFl+nDCisUhJh1LuHIddvTTEWw6/WHi02XeqD0qoNJwmGS7l0yxWg1baUPgu+iSfUY6bZ+pOp5DmlAheFzcRJyEvziiVLcuIvhVFjJFaLLCYLwmaF6iLye9fssNA0XftPS7wO27a2vaM/R72cM05BUA8kPLlf69qymqDeeb04xvYprbtzQhKrRXFnzBlPB81U1V1CpM2iSwYSj8GQMuRKB6IoTm5DiM+el1iMnLlJKFoWKN/J7AMmDRl+5bMPrX7aqqSAzSEUsjXmOUxmVbnJJAEiJzowAjtAzGI/P8NM6gj/wop/ptQx/Vx9vDw2X/AAonb+a24VvPH23pw7vftYjCY/wof+oDukchlX1A8MV/j04+4baqnsj/AAmLUNI+ckgY0kfurkyDp4ypmFJ6LFKGIgnkSiZPhqZcIq8FLp6HTirNZaSyi6US1o0YSTKkjKxAufduHxxLPl2HhV7h0epFpTABA+qNBMDInpPHdqYzpGWgz+4eXPnnrHuzvdU7q/c6xIzI/eO6F4XnC2yir0bPpZxHHEcR267KojPoplhE/wApQdEjTQPXLL0V0mXA46o8ZB0ecBZ03tZHZyGMBwxYL+j/APNXv3bRU7lzSFN/Qru8ZNaZ56u4aczMgZcmofXWIQWmoiQQLxhNOLYvRxJqzRAg0YbFIWyXxpkSzryBnyzgBeA7BsZUw+jn6HD97x7Afbz5UDqtLhReoEJVWZQMMMQJy3cM+FWGQ0A4iCM8p7PfryqEnVluPZM65da6Tqd1QzwnfMuSsNIMKfNnR0bitZLShTY2Rix5OX1tg2KyYNpUKRYQdw8dVYSgtOhFSNxInrCirReqoy583CWAL+uCY8q99Vp53R8DS8kig6Ooq0sH4nfw0RgB8TXUZ0kS8m8dIwrD4kV0rB6dBztmAkQgKE1BZh2Ka9USgPgYMuhL/cnjpL37MXzvmlEkjt65KqT8jFyMlhUlZLpU0pyZjtfgqDjhgX6RDKmvrMofj6s9SHTwSbB88sqx98XdOnh1QOGhfP2+BFncT71uPdXEJa3473t8DldTUDwcYgCGJuwvpVhImpJUIm0iKUAyjBBSM+g6AD7DaTGsSuANqSIZUGXp92aYNMHE5MMksWxK027LhjcVnbqdZQQWEl5gjQGB2VGc5KZkE6ZwRz0PDLXnUqen7cfaKNKms9nWdpydTSlArPkmJyalI6D5gqadIVQVolcvSvyu9g506ZUXhBLcKCw8SYHOrx6XqQfMpqghQqjv0BLB3AVpg3fOkLeBb83fHwnq6lH+FqH5dxakRDBxD5+zPgL5HWFdbdJqic+NSyjODDqh8YJOHTn4uqGDxV12PKuHDt60021NVKTdV64kaOIDjqfe+p1fTdGDY0hiMj0FwJCELyQgSL3UNLxJcGEYpRUqIoubVIUXXZP5FiRNafOHKykGjpZtyXdmBdO+Id0t+z3b8T/unC2Q/wBFI8BDarKCbSm0EU3SSpwkEm205Akbh76R9kYYGLSAZ6vDOd2XzqSydk/dG+4b0zSXlrAem3UOrSTV4yjJCgeXundIOzsXYZVFUyox/EqpECjN+a6dEDCSpK6ufeuDD6JVgXBw0yQKlCZBhww7jwmF8JF3fc24TVICmtu7t4NMyB1xy0XWoNmBpKknGMKq7ht226bcqcPxFPNRSTztp09euxYNFHodh42zSjTQNWkq48bh3Zt9Q9bZ2OXu7s2+rvttsUeYR1RYAC9GCAAAI+0Mtcoy7s7Z6AgDLIqPu/eGW/TQdpqiQe3j/wAG7+dziHTm5c1CFo0VAbUycJhpJkWQVzjhlgybeP0+FHOosu20QYckjr4WCaZ8SdlyhkewDgu97MhMpPhD+7ZkFCrmB5G7tPXlJ2DS7QNu4Xljo8kXAyCL4O0LRl6lw1O9NKPzbxpt68fHH7p4afvXr18+fPHrx423+Kbv+O29LX9hFEH+8DUZta85Y8O7oP5+Nr3yto5Lw9tSjlJFlRMBTOTCPtERn8KqMWYBUZgaRuXnOWXh21FJu+N7zJDeNx5HsvpWyH1ZSjVZfQiUjJSUtREroQgJDV082slkRkjDxyHJkxyZPqzkyadvzBYwSJOHZOr0DTbzsuW4497ppP3iES7z7Qnrm0UaWUzUql6YpZrZNaR1icUo5VphiKFJdjZ0wiHG4/juFlxt2CRErlSA+kJSiT7YMFWzAPvKu3dkOZEcpssJdx7MpZT1hWSJeQXFMcKqVDpQufiBTTYSQzy+eT0IibNECpxZOlU96WTCpk+ScGTrxy5fGyzttt8zXV/go7SB+0s3nX+5ylf0/wBMD0+963uYQoS7cgkhgwAUyrAiAQwyMazUmIAZhuMzH6PEEZb/AMADr7Uxvdt9lo9kvFuoXUZuiJRy7k/Az2HnMUxf+i9lbFvyW9iuJUeD0Bn5AgWLonig98fiJeSU7tJyKcZK/G/jh0SxBwZNOc7lVvLN/RO2WMvJySw3N0pImlvNWCoYmJAMR/oz5Lovy9B0ZIxKIIbWPkiII9SV5L+UkhQJm/k9ZS05VJ+WAufIlTTt44YjZ3ve/Fkfr+3fk8NKMnNJOv6GpiTLOysMISzMuQsII0FlHcDzegSP1YFdRhabUZLjhswjQwoFk8CcOnwfKb4m5MtFCrx+dL9I6KvhE+mnTho90s6fY40d7xtVjOR+nuT0posU4V0+QAehhQiKX0AIEKrR2HjqxO1DVTaKZUUow+SzKkipJ58SbcvDSaSftPCzvAXB0hX6w/R4AQ3UksTEfvfCDpvGeYqs9aOkIEAzlrIkabte4VOvoJnpvIZxKsyy+vPQ7B2kBKQE+F30tD8LT2l5OV5HagomVtiJyhxxA0URI8h9iHyxRDfOXyk7KsKTSu2wVbetEn7LEkvLxx3XDzPva+1cuAfhL+k2YcdwVACbo93kKOoxxFsOQenq0RafZaJ8PpZ2JlgkilVFdPuJ7nn5JHJPzrBlTOOSRx8WJO3752WMNsA6bsZBwxyx3eqNR8ff1W2VhC3DcjUmJzzEwFHZlpWikZZ4sxn3rrGWWndzFK00ywyLTTQMsMgLbTTVAZZZZCrTQiLAAAAAVEREAAAqI02qP71feQTC3hk0zG5q3VZpxMmMJoC/hvVlqLh4w7Pyzl1KwXjBKPYUIRWQ8sSfpDgoZdk5oxcSevyDRYyxKqEgiKNooOkEOUDewaDNb+vlTk/KWROs17pj0qrSfE6Xqqh1CR3jMbReSEylvkJmHVVGLkF2ICq0nv1pAXYNU4yheDPijDlRWikVC+ZSWOsdA27g0q7t+VLuWGmyBWE02ouCDUezNiNoqsTRmeqkXYsu1WNoodkSYP2Hbx8Zep0OopNHhJCaNGvkNBTxNGmjFXFy4TbAKW9GeRiYQCVQDSdCx5wJFDiJiIGUkRJBCyAN27PnpWwNDukCWmg/S5KXS3KoHpmG5Zw/8VPxCcLOSytGkWqhl6rxhG6y7cMtsMqUTxEcPqQlQevnSWTek0Ym9EgnFGWK+fwqT/ELu2f7N5B4f9p3FODO1rsPZ4d3qDz+sL86onwqP/ELu2f7N5A4U/8AiO46B+f3xfAWwwAgAKABuAZah/3sjdAy70899WLdVWkbT1ralIckVqel8MzZVn11EiU5C3zqjiDPLLUOv3hhGO/LkvYihOI3fxN89eN/FnSu7KGO12TTh+wDLLNSGektPghOm+cEw5ETelREsNzNlXE6hB8bIRaI94kvF0xdTGmGTZVysIUfKCQou2O2yLJlPOmHDYD5rwRqDN2wOHu429Tu58L7VN1zeH72HUFvGNb+jzRTpy3cMWpWlSK2WDC9P6EJppsVKkNqJkqRIHVRdQ5vEExaW3qg9fgaaJw+juQcg7bBz2u12ovheqcKFmOEE2hcJgEwBIOknU+2jQYOUmBJUMdF/H2jeara60VX4P6Y1h6DzGjqGlsjpHLRy/a1xEjZjVu2aUIJ+dcGNOXZNuYy+cmEw2ELMxgxWVxsiqdptgWm/j4JzTEp3zi+BhW/iDizP/x7vKOn+jLGcX8bS4/HPhKn7U3cx/8A1pOr/le2541Yad/hEOsHTxNDTXMLTfunITgybKIUQV6IpaHJqoMcpZQmtpa67fw6rrcwYmSiRts0kl3D16cQlJ20UemHTLll48YfO+bAwxEW1JOcHZTAIAEDrZAxJ5kmqYSJIAMxAwdkanLUeJ51Kbu392vumpXOZaa6NAkijMIv5mS2MGICmGamTqMWDCjAEbuSzZll9Bs3JiLxIg2pOSZdoflOHC6uS7FHTZVtt4G0ZOlKKSOhv4SRruknNZ4XhOF94bA0ITbkTFCuZdkEyMIvJiXW2IbIPzTsu4eHj62oThh8q5B+D8wuwsTTCzg2ZWyIjPju5ZEx5pi0LaV9Pk0HaS6mFKGTcJQNF7CAofK6MyuIhT4ucFLU/ixYTxMW6C5MC4ci2wIC07YGrIaw3j2620zbzeX8NwxO0pEULx5Lw4bVZTTql4dLI8yJcqR0Srw46TTxokcJK0PqZggnv1WHlYq/KvX5EmoJr9JWihJWK9JtnBbZEVXQq+EAICSIddIEgkTGRArSMlIABBBgZAkhZ0358Pdnn+8m1WwNou0Sah59Rssp6a8h6WkVJUDJh064JmoumZEKIeSYBhBIYfAL00eWYiMk2X7JVwZekUpypK75wJJNNNuqsu5k1G7z7QnoTgGVUtty3N7UNCEcLq5O5Fm4GoyFZWF4uSpmFkg+gnSUFKkqYrUU0iENkUZkqYOLL16pOhBQZLlHRl2XdyPy2+DdQgvTLgKOde+urU7vCYXlK+JNSxlLN5SWE2XyYSTnjLZFKikqsRvMNUiNKZ7DsDycjqMHklx26dkF5wpozZhLf2WCpUsRLFiRIs4JkybhyVKFCrhguWKlS7th0XLl3Dp0w6cuHDphh05cumGHbp2wywwAMssgDBcuPjabWEFVAwO2ebEkhlEwAAM8jOsUAYkMSVyAWADrAJO7ORETvG4CqS+m+e8/9RPwnSQ0wdSek5f0ZzGZ0lRqgMSeiSYyZNFReQ+my+mq+TItCJkmFoQKMl1t+dPFnab8keVKClvHjZt8Bhll3dxrjOOQ5t093G3KqPMb/HbMgv7BtY4f6CJ1cKB9gfn2tb8s26Di1vRx4e5s4I6YEkkX3kmJOS55ADwAqUJ62cy2pgTkm6Oe7s1IrGY0gqD5kQjEsATBhdBjaB4yRFGGothCKkgkuw3EsPrBV4SVUVcRlJwYIKaYoFHz0sbJm3D1w/cvG2HjsQqAU1dQ2hX4NDJGdkw5YRNrLnDpTi2HYpNFpoSLlzOiZKbCoHTae0+bhlbJrctY9OtJLBJWdPSzlKih28dFm3JV0f8AiLT4o8uoBwzyx3W9GweHugy31ejXSCa3f2vafprSppuMz2ZkXG8UszqMSMli+m0zFBJMLOCcRszHeQqMYsrxRy4cuSywCyCg4dOXTt0YZYdsMsWvoGUthtsVBJxgnIZkCCCCY4xRxImFJA/Oz3DSCN/dvjOuXtGWrb4NRoIglUgnTfPeREOsxGYKm4vi6JUiZEbR/GRggJr5O+cUXxNBigqPyKWB04CShkWyEPJTZ0+/TkksZUT78zg29E107njX1onmxpYgPX5pylJE8xFCXRwhHqhLiP1IojO4KmTCkcnHbwmjQYnqD4VMlDr9KY8gccg7bOsvXvlHTDbpvfu5Y3f+g6am620ZzBmfom0jzHj2KZXmlCJo3jzTbJuMIviI+zGMTlWTy7EsQwWorKubAsXcFgNKB4w+Bw5dOgedh0wyxGJuIdHukib+v3fmQbNnS3p0mhCEpNVKfDsqYVmJJGWkbQ3LKH2506s0ptCl6hxLDCmlwWjNpcNw8mtpkOFU0k0QQUUmLn4ulkXbjAm5htJhshbwIACsMIwhiJDbwSMuPjTOEWEhxuByyWeO4+2dczY6kZAM1kPdOyGlpoqnJLCIprw/o3kzCMgJ6xSkLRSUsTqaFLqFUyHZgKKIahyJ14pCkRp5MVVyQMw0qqRcqecunpRt+w02zGX+Az4VX+3M3Yn/AIrR1/8AApbWP4ShOFYCheHoIgWGUCC4LhFFTYbhSEITRU6HIXhiHkYo5T0dBh5ARypJKRUVKIOHBJNS00oVIkSjl0WKuHTl0wwxkIe3w7ugfm42tboNoEKCzrhVVhHYDLlv7TnFaYZC5nIAZSBlGf4n4GaSG8l1d/CNd1xJyDJ3agNUGh6MIUjmZZCVaSnydlyZiCIS8QqMLRVFzg4olI1kdL5NcozCbCCk4emCysbPMnn5F0wnNuHpgyW6X1GaC/hMGrqQseyAm5rC3cJuWE2kMgkxcQQCUxoZWTqM7VExdEg5WkzSsBwi7OPU5wVUPir0GjBF6bKeUBh+00Ht8MN/Y+NO/wDZkwv/AMCU8OgfZ4bWw0n/AKVJmf8ApeT4f9jOun3vytgtsNdu2y9wqqpAxt+cM546CqhZZlLMVwjKSNYB7stO3jVb/d1aK9/JpIP6Z5LzK1I6CVTRbJkEiGIngOXidHByZijLxMLmxeEENcXtOkNfG182efOzJpQUIlS3php4aetHmHrYV5x34UPIEWb6HcYQ1FSGjxLDi5Mg+mrUPxAmEllEWE41NKXzsynqiUouDJBQJGXYi7flTZd84fMCLLxgWRHa274+Hd0+9+VoXN59udyW8im9p1nUS1TzU0xxzpuT4gcQVEUpkh0MUl1VbW0ZbcxEkxW6iSH1eGFpHMIzj5NOpLwDLl68aMMP2G3bLO17lki3hTE5xIYZgclKyAW0ELpPcTUspwwoJgggEjdGWfAbpA15TIj+gz0f/tUtNn+0XK//AIrbbJgOUcnpOFlkZYyxlrKsmr/FTMQjAcFwvA5ZU+TGDIEzCyMPJqW6O/J7s2cAq9PeV+KMGTPkmnbL572oGi24NmkoOnbmN99XvbondgyANuy2pWIk501eo9h2rqEUMuwHgy15QQG4iO363PwavSBEwi7n9qg3hmqFKbacvG4YndqeeKsLi+dN+UF8yThuDIaVwevG+wLbT1deiz5J205B08ZbeN26+6wo7WQcOCnXPTnyq0sNLYH9sBw4A/tHOuZ97b+z7bjz/ukuf78nn3z4cZy9eOi+NtaEIQHCsFax9T+jgzBkSKMQHon0vR+rS/iKMXB5L+TnSDE59JUk54fRSLwWlAsUfNPWGD3ZfMgw0zVqCrewFHSfv6dxiQcC9acEjCoUctP3rx+/adFotFy7F8/ei09fPRYYAXj14008eNi022PaaERtjbQihmvAjLGoOcH7CHUDt0I+Ihcy4O9p13Qsc4HHThM1QeiCam7ihZeW4YXvhR29yIrkOK6kgrJH5R1tGviaqkHXyeolfjJOWpgmY+LnC75z5cqYflnvY8o4fPXTTDbXyPw5bsz/AK6Y3uX/ANda4/8Akv2kWkVvP9WmsSKJ8l9JG4t0+z2h2Rc24ilZGEWP9SMgpcvxXk5QUGCj98lzOgaF1B++ViJMVJ60mirFCrb4Sz5Qbfs1b6N/DVva/wDrb/Tx/u1NGn/uHbmgnNZI3EWtoIyy1DkHfplPszEnMCRxw3Tw5+YPHOFz8OW7M/66Y3uX/wBda4/+S/a0zu4tC8UaajajOUzvFdaetqCpxS1ht/CCNqhmVFUZw6hpaw9ToqSIxhhGic88Noa0qJL50VMgaTySiwRNNlDbtw9YeuNoGd4/JTe/6/dMC7pySNxfKHTydWorhCJmZlQdq+0eLa2SYhVT+UXiW6IFVqD3rZdWD/Axh4C26B2x5zTgwHmbW4tO0Kr8CafpFwRFRD5LiiDZOSxhWJEz40SPfJy/D0EoiQsEPjqaYNpxv4mokzBf40QNmiRjyflSph84bdvGtbKEucSkABSGw3VEkkMIuEgwM+/tiyA4sxEAEGHGfDrEz+3iZ3HsbGxtvhPnu+757jO1GxsbGzCfM8vu8z5BlRsbGxtGE8D4Hly7fOqjY2NjaIPkHly5+cpUbGxsbIPnu+YpRsbGxsg8D5/aPGk9vkj5+w18gPo+GAvYLehnwHNOFT8j8wdAz5gX99Kc0AbM94ANuFvV+vvAQDigfRrwHl0ZD8iwZv3227656UKD2e4OHTA+aFB9leF8bIzens4V5cOwNBvTAU5hjZAyFxpUK0ZHgDPqY63vXuADAD3ZZuNg4di3Uezi3q7KUoZZrSws/R6ANK+TrkcV43pkUZuLNsAH0eYAP5Ac65GvrbGBAaVoIfR5Ms+oN/Cg3oFaijNr2GgB9HozmjN79R50HIqedIqGrWZuQNKurOcb/U7CUZzw0j6qTYOAVJ96XJgGZfRLE7RZOBLcPItTBKnU04Z+JsFnZxZh5mFooVWCJBwrxCeKFHZbbnP9KS3p7psE0lv/AHUA7hRl6Bd0TO6YoWUYtZRheB2iz2Onk6XR9+siWFp2yvtJ7L1kwLJr4kIM+QGxFy6UHHGgc2OGMc+VAb9tgDzb1oA/ke6nIKbZ9BbYk4SCczgd7cmQJOBlBPM9s8YgfsJHuqEjSfuJ9LunqdKFqfm/Mqf2trU7DL4kahacOqmYZ+PDMHqKe0+MElGFUJt2w6ZOEThs2oJJuLVGMjiEpmWlNCMpiiyybCbTgyFAsLNuzURsFw/F2z/d2AsFe7LOfND1M8r87DnZvAO+uOIMs+pzt7uO9u2iCEUKJkwB1jAzJIk6RMnkdIkADSoed7vuplbekwvp+RUDUqoaZl2QcfrcwkWLkeWpqYSsbVlRPSiic9S3hGZcsDkMqKEcSnKmSVyqkeMgZB004dlHrhgw1G5+kB7yioB/BFeuK9A/6An5bp/Nw8PZja1RxC1g7I+jcLM5/F1++NkDPtAcWCwZHs8OVgAOV9qPs1p3LsrFmAxEXLizAAEhXUZCdB7aqVBzOuXnXfpVVcNwHvKbU+EVa47/APa+fvTlrgGvDHurKLuzt3vqZ0OKU4DuoXeQT118F5lEoFKwoQnKWmC5cyvfQqYil8sG4e+fE8pzMNPYtdr6a4Uvk1xDzbLMOkfjT1TZEuwRliZv2e9n6NwrT1B52uPde7QyFaZClWQv5ocndON81xxvKbNaRg6q0g5TdusNI0ZyDv1B49lABIgZ5Z7p6vPPXdrOXGo/95zoXZ3jmj2PNKAzQ/A4MbrkBLbMfDBAzC+SmoJjFHisS4QsEVwMJ4VRlLaTvK/OMoBL4x8bF0a8iBZ7ERCW473mMCQrDMEQfv8AvUJD8JQdDyLCsLoKdp6U3ZBEh2Hk8qkIiQRdtaoG2mCiamFCpMswLbbTLlw7ZFpobjZ1r6IUwLNQoHIB/pfX+9W7QEPNxwAR7IBS4D/Sx9l+OOcvs9q4+Ng2LCFlblxOqCSAcDqDmTuqREzxgZGP0MsuEmfhurV/pM29TEA/wwjqPELD/M+qI3EQD9s9zp05bbbkHupd47Kqdcq5kzI330+p3wFA0cw9FEXyfXZJqCEjTJQEdSLnFKDlRYHUNELKcRXS7tsiaNNoSs7dOnjQvE80xV01PuFApUQ4fRzSn7nyrUaDXrWgoFxDgPZAadnqGPxf3DiFbwuzWgQR0kgg/v146GZguQY3iD2ETUAAdsjU5xK6jxgH260UuGcNZZ6s/ufSndTOyjQOo5xYKAHHs2GvC3sHZBvS3UPN5iz+5hyC1b1xa5S3+y4cREAD6PO1aW5hjbpIIgd8dscuXPhxrTf2/gO3v3b91NpcB6gGOgerQefEa89ngAUC16ANmcBVnH4r/wBnhcNmcg65pyp6o55DXqA3HZQ4BUOAB5vQLWd9chW9LjgZImMjEDjvgcDw3ZaRnrEnKeGY+91Yjv3jIGtJ6l5OBqJ04z/0/wDzj+Z/4dJJTXk787fkb5wfNb8J0CrkFfOMEEFBD+W/kQVv5T+SPlpIFT+K/E/lQh5f4255z3Zuh/8AS69Hct9Jv4T/AMMP4PlePVT5/hBIy/8AlgI4jlfjUXHzVGKY3Eh8lgu/JvlRiQ6B34r8cF2T8v8AFXPe4cO4Po9WePk89O6tMi2lr+tUezzp+5defc1javRLjDx1wpTF1owkq0QeqcxvAOWu4o5du/hlG+QIkcMuFFRAAzj8n8oWa/zvHWwW9LkgXpcaiIBTs8uzX+dh5ts5xeuClwzen0cWZx+L9494Ds2uLCGR9Hn2aU/FZqGLcLct6kct2Xu7/H5UBwG/EadkQv5v7nYLD635ol5U7rr8GG9l1Eb0T8OQrf4fZSJ0rRkb+DFpM+afyfDskUAV38Jnz+UAXQe/gc+N/Jv4PkUXfzj8h8oN/JHl1SWb2YoHojjzRp+tBwDAcMhySvfkAsyPDs2H8UHLAdLcqPbR8BYT0bi4mZEOAQDkROTEQZGemlSQDruM99KF+zm1x8397jzAEcdQHiI2olbdrnYLd1PoiAUDu9my0ty4Y425MhTjwAegXqnEA7uGa09X3gN8jteqzny//N5864u1+6IZd7wvTTE+l+acVRpBsGxWvQivnl6X71DLxMXMweuk4hT3JR7ESIvpTLgwbJunJzyyY9baLtNsuG3Dxpl6z0bKGW6TJ2VEsJRoJ5QU0OVkvIKlwjKKuJZpWUEqCIbS4ZTjym0SLFCjSibKJbkwdaKlSxcTLb0XBdy68m6Z2GFx7rBalceqA9ePWo0DYFq9A8aVrjmxSnGv90RrgUObkDGVClt5UEkDhAJJ76AyZ3wBpu6p48/MZx370XQP+mT6Soh0t/hX/Av8vRhBMWfPr5iDMX4p8zlYFT5P+bHzwgTy/wAo1Bx8a+cLn4p+u/FjVnY9oSlgb8FsrJaSz+VPl0Jdy/g2BRW/iAJvyx80YcTYf+Vfk340o/J/yh8n/G/iPx88JTy3xf42a8n5ZrPwEQ4j7QAeXNnr/evRQuHKmagPQK+iHf8A3cwLaB2uAddlVWMnNVJKiJgQWOYEmczQRMxmY+HPmPMSuBoPdSg9KZZH7OfC+yhxDjUBAaDxpSnm1+sLjx2aGP3vSlhxhkAt3/Xs4BwNM2x3VD0cVDkPWl9r1M93hy58/OUrbxCoVAPV9Sw04BXjYNlAa9asgNwyIdnPmdRtfuDZACgsj1pjmLPq1pQeI9QthQGlM2GmMV7PqBzv6PGw0sqacA4G/BqlM4r9HOOfcHD4EXQ+EWwnE8LCaEiESw6uQ+J0C/xkSbKymGU4TXxfyjgTAl/jPlgcfGHPlex5PyzqvbZ++A4rXFMY9H1AtT973DSyhwER/JEQEBz5o8WPERAOgWtBiM9O/wCGdPPhVRCU3wZzWBISF3kDyK35upSS0FPlU2vvoPlNLKaMuYXeLh9yTLH1l7D8H6ykZIbVjhciRLm1FsqJwy5JFHT582wWcssbQ/SBt5NYP4Io1xcbfJ8++g4/Rwe29BtgaV2tQhenOgh6I5Hsj+RyGth8KDR7IhUM+H5QAAVowFB7uyF+NBpwnYtnWAqOBoB016NBoMfOq4Rp8Tyn29vyquBuBt5MNB/ginXEFaUEU+ffEP7OD2Dy47WcJcwwrQTLqAIMiCK1GO12EYLhSGFuOFhgyCvGSugIaelKUVqrJ0+sHGVGITpR8rngNqyoZAycegYUT73tmnuas8AuPo/RG9BAOLFbdw0vYAvs1qlAp14UpcPVoHSghW+dr2rNu0eoGGKAZe4+U/fZo7ooMoyInXOc8oHPLeMss9Mq0Rj4N5DaXM6csz5WbxbW5Io7PKY0TTKjREk5FxGAkg4rxDES3ELosbYhxpOeqxdDexAolEh8qtnDRUs/fAy9ZaMPxefXD4PhHn+fF7z8LiAB+HBa9Uf81sXGtuHt2siBYaZuIYHkA2qz+YeOM7PZoOOYjgKhUAyHZpflYO++1Pquz7rcSScmcZmCdGA1zyA91RhGQg6Z5n7vDXtGQ31W6/ge+PKh/Ji96Bcafy8FrkH/AG2pxpnh3bT/AMlZdv5QyflTKg3GcVTHNyylxBEvzUwY6PNqsax0/g6GUqHn0YRcpvQevVGJokeJzayunXjb14ZUzhp822002LTWx2R9H2CHm8wAL+bXxEadLgLw+j/rbdkeNPUp7BDnbjtdLVu2SUWCRB6zHL+2JqRlEb4MSch1QfDjrup7OArSgAH0eYM/ueefPrW7g+j/AKzhWtmQ/I7wyPEON2M3oPVnIYuAX83Ht6DUbbOYGwYvQa9nkIZqzX7eOK30PnznUjh4btAO/fz4E7qjmhDdoSig3eSTR3m6fHMxzU4JsSxTZVrcCHH8MtS1TkRNhuXEMOj6UWcw05ihhVbKy0SDDx4biM0U8ueUuyUZdNlWC8j7NKAPd9GlMepmvdw79mM4AOvK+Qp9C33txFwZZ91OLIX83vvXbnCLbxBRGLrHXNmILHfmSCTBjhwqfjnwqJaTO64/BHvYdTW9B/Dn84P0RkoikqvwHfgx+SvmcJclIon8vfhL+f6mEQ9v8C3lfkv8H6GLHzl7Pyi18jdtWlrZyz3shivEA/I/OPt2YFKhUQpzpgKs39EfzVvYeLmaVZEbAF8Ws0zkeyPDqPXltZbaojYBGIlyMzLMQWOZJzImNBugTIZHLLOeO+Z8kcMhWrZ5yy/DXJGccmvlv5tDNuVUwpZfOT5M+Wfm+MdwmrQr8tgj/HUoVb5J+Vfj/wAm/Kib8d+L/FflAl5X4y7rSyT+D269tOEvEmU8id+lOiVUtkQ0qnUiCoN01HElATji2pP1ZWMFSLrVCLDt6oKRsweNNANXj988eDdra1cFqW4DanJoB/J/N9tReFAp7eF8gP5PG/fyHji9q3cIZgZAgEOykDIn7DLqQDnUgA6g5cJBzK6Qc+yq036TDvV7f4YX1I0H/S+KOagH7aHmOfbfbX0QfB6dXc2Joaf5gal98hM/UalafZtQrNeFYRmBpvNPizKggREgrSkSTVF9qUUwRX8QF0IsmGFNlNUfizvyZgSJsHPkHlpocBfgNwC/0bejn27Ly/MzXix6g8c57h40+rWjqHIyMG7dIyIIyLkGCB4DhUFRwOg1J5HieI4bpz1cGQ7wH0ajUBZoAfix526UG+RrtawtxxPOfuvyP9funfeRRjo5mBH0CwlAD5PgaRL+K1oghQ7C0NQ0olGo1czzgcTpKIHsMpym/JBDhRks26clxfG2nHxl7YkDgNhtwZrxZtdhq/3vgVD6I2rQaD2erPHyY39o/mG9y2lxYYSBmILKQwEAypBEeHhUEA69tVpg3MG9YrT+CGNSQV5afFHgIf6aGo54AOwG5h3q9g/ghjUkA1sH6HtRHDQX/moO4ccAznay3gfZypgWfUv4DfxFAoAhUf7XiIs4/Fj/AHqVrtkuz2zM9Ju/227Ogy+3pI4dh4SAJGuvE/OuDN33pV1F6TZbxpB2pLW3HuuWK4ljj5zIUwI+gkxBCjCEPfISQlBBxJOMTAmOJokCkQPLYnWFQgDT9UeOGiAi5Aw975ZwGfSAAHs9Qt+thQM0GvK4YDzZyx+Zn1mbgPkrcOPEL8BczwAO/wBHk0Fw/FVxxvQeVA2vhCCBMBRqSx1GpJJOnE8sqnTefE8vl4769AwGeAYG1w/cwpjkAYxkHcs8sD09WweAfmYFKMh1qHm8AELh+KDmHAOF+IKHDxsHC1w8y/D6r7VqPPnz404OGeWO71cdbe6KjSVuyP0LmvfXDrg/DaMc/ozTSWZ/Bj+DUYY/BuKYq/KfY+enz9iD54A/r5Dt/NKFfJ/rvZeegEq3LPhwtcPM7vq2OWc8hxb1OnTv5QVDFSRJUyuZyMETzyJ1pwy0+UfPx7KcHt8O7oH5uNrWK4zjkObdPdxtybyznkOLep06d/ID2+Hdb0OnTAeyanzoD588TUUkXbsP51b22Vm9L/Df8Q/BpJBQk3+Av8Ggmvlr4/D8xUL5x/hO+fxb5O8l+ED418kfg9Pdv5I8h8psfHxfEpXfHw7un3vysgcM+Hdb0Qt4e4Dhnlju9UKB4e6AoXFAjExY5nMkATnpkBkMqjTTt0GuXbw8yacA4/OHdm31YzbOxXHjcO7NvqHrbOzeWeWB6erYPAPzAcM8sd3q462901IPb4xw49nuO6nVx44+33D167FceOPt9w9euzQ4Z8O71cdbe5fHw7unu48rKT2+PZ8u7LhS8vd3Zt9XfbZfDw7un3vzu2uM45Dm3T3cbciuM45Dm3T3cbclPD/pcvPjyp3LHh3dB/Pxte5XGM8gxbp7+NubfHw7un3vysocM+0O7Nvve1rKDdkD3Endx7PfuIpQ9nh3dB/Pxte8UW9R3Yf6ZkhabEX8OASU/Q9TvITl+M/g0/CP87/iJN2U+bnkfn9AXyB5XseU+WPLLfYqLPyW36TUrlceNw7s2+oets7FceOPt9w9eu0MocFWEg6iSNDO6DqKESIIMGN36vOfPM04OGOWO71c9b++s7NrcIallfWdqa1i6Zd6zMDSQtanInBcieF5f6fTCsbKprpgm2WQFCLHOoWF2ohLlTxd4fdPxh5JAHr9plkqz2AabswVx44+33D167HL3d2bfV322q6K8YgTBkQzKQYiZUg6GpIBiZyjgNyjI5bvZB41Wi/SXt61/wBcOakv9z2odP8ATR9fvap+kvb1q3+GHdSV/wDS9qGeX81Fm/Day94eHd0+9+dzljw7ug/n42vevQW+D/3S5/l8h4VAUc92rkcJ0Pb+0GuR9EOn+dOmeQqVKyfuqWLdYsxiURRIsHp2xtC76EV1TTVk8yYSkF4iP4xj1pwWh8sAEiz5mIXrBhkRegVKtNNMNddB7PDu9Qef1hfm2uMZ5Bi3T38bcwPZ4d3Qfz8bXvoAFAA0AgSSchzMk95qRlGm784/d8nv4CncsY5Bm3qdevfzA4e7jb1O7nwvs0PZ4d3QfG/H2qHDHLHd6uet/fNSDp3bif0Ozh8N4NRTRHuxfnBvbIA3pX4bwKfMaRpyTH4CwlqL/wCVPjaHGiN85fwm/PxyBHyfzxAz8j/g9Odv5PBz8qs/HPKlpW+XjjuuHmfe19mhwxyx3eqNR8fecscsB09W4+I/nqqquLCIxMWbMmWMSczloMhlyoMvEHQ69Tt4eZFO5eIW7rh5nd9W1XDWD8Hp1S6sZwT/AI1eb42f0DSlnpHMZxKGnpuXcxorl1CsKRYrmVF1L0ExrVdDsMrcPpJYwwnO3AQcjpphw5YFlGKOxBwxaNDhjljut6Nx8fevLF+gZtb0c+Pvh7a3AA4JAzyZl/xSJ76EAgAiRlvjcnMefGqfkHfBi9Ycu4ZR4Kl/v1dS0CwbD5YSSBCUHSwmnDMMoZJp88MNFUdBRNZxFKTSwmH75+LgkUcOhfPnj0We28baHGoH+CsalJZrsaxTLffVTxl9E0ylRlcmNEUDyTj+FF2P1lg4qKLKxGqug6xCChFSoyoLq2eZPrpg+aZOLKoaB95dRNtvrlAezw7vUHn9YX5nLGOQZt6nXr388/q1nLqnLTr3Mt2XWyyyqoRcsju3n7nPn5iueNJclIt046b5PyOjub0RT8jCWkIFYbiGckWlFMnEkw1AuZMv3sRLJVZiaNVRydMsv2Hbxg7Fa4/o5ZFo+8AWWWOiQ9vh3eoHL6gvyaHDHhxt6nXrkL815Y8ONrh5nd9W2wAAAGgAA35Dmc6uDECdw1P6nPt9vOol98NuuP02LT3LuRH4cxkH8wZypc2/nV+DEZp/K3ybBEbwb83/AJDCP5cfEfLfPP5R+Vflc55P5NAn8mt/HPjRSWIo4+KlSpbti38XLuXHb7PZ7fknbDvtdmjXZBrs1p2hpjtDkPbl447rh5n3tfY5eIW7rh5nd9W0BFDM4HWYAMZOYGmUwI5CgiZjM4QTnuwxv5n407lnlgenq2DwD8xyzywPT1bB4B+ZvLxx3XDzPva+y8s+HC1w8zu+ra1SDyG7d+rz5+wcM1Dhnlju9XHW3uUPb4d3QPG3H2NDh7uFvU7uXC+xyznkOLep06d/JUg9u7cBrhj3++NBUUerbdhfoptfeh3XH+G8YF/QZmTxj8F/4NPnP+Ef46sir9j57fP6Hfmf5PtfF+0MJRR26eV7LF3QSvVxnHIc26e7jbk0Pb4d3qBy+oL8gPb4d1vQ6dMB7IChSxAgsZbM5mAJ5ZAaVAjMiZaCZI+78DoPlVU6Avg7OsSR0WziXtNG+hmnp6Qp0TLiKZsTQnL/AE1GSZJ8rramfOFWVA051NkgVTKUTPfJrtQaJExfunQvPipcGxdMbT/SXd63/wBcPalP9z2of/BSdft5DtZfDhnljut6Ng8PcBwzyx3eqFA8Pdl0FoaBh2XLgHgHqAiiAAR/bt93geJ8QOIqtB+ku71v/rh7Un/ue1D/AOCk2nc0pykmVIjT7LWUs4J6xDqYmTBqWpEornnFaI9hyIJhHTsQK6uXU1JEfRJF7xOeEE9RJoblw1EaoAlkty8YeuWG2SrjoPlnlgenq2DwD8wHDPLHd6uOtvddbaIZXFpGbuw3bmYjcM4ndpUgAHLs+0x/R4yOHdG7R2xslcZ8Bzb1cdbcfYB7fDu6B+bja1r1aZ0PsPL5+YNLsbJXGcchzbp7uNuRyz4d3QPzcbWsgcB5/YPCg85EcPPs3Gl2Nk8fDu6fe/Ky8s4+9bZ8ONtogee75CncfZy5+YMbqNjY2NkDyBy5cvMCJ85+Yo2NjY2jCOA8By5dvnSJ7PHs+fu40bGxsbQQARkN3vUcBz8ecUMeY4jjzj9sV8XgFsCA46B6v5vaGNk5ezAdA9S+Pq4YBeH9z1f3vsx7tmjmn5uQBnzBvfpQOWNuusKOHH/Y8KBT+d3x1x3UUMAA863Z5AGQ7Hd9H3bN4h3X83j5vqDztfZQ4dzVqZsHq++teOyoJA1MZjz578qB5W4/RxZnPm+6nS2wH5gwzwoz6g2pgBGvMLiOyZpnA/R4gDOfMz0tbljb4UUxPD8Ew1EcZxWrE0GFoRQVeJ4lXFBoXRBFQEBOfqqyrHXoO2xdE01OKGThlsGRFhy5baBkaUFRdB2CvvceOB+jyBkKehigjel+fAG8eNKfk4oDGfxduPIArwwEYX6dLupa/wA3np2sAh/i1c5tf/oOnDZob6XdS/t89O30v8mjmn0QD/4Tpw4cgvkNoW7aB/fE4fbXlrnpGdJHEeIqT0cUuACH5NcAzb0Oo8b7NHgFOA/RvhgPyAsN9ow/06TdTDT9Xlp14h/i1c4AGQDJTpbHAeu0hUvpgQXNeB4SmXLiJEqMYCjtATYog+KkN98aR4ih1ZKuTqUsphoHTIGCKgUeujBZ8AAy8dNsNshQQ22R0bJXVjEmGDHhJjPvIFJHEHsrMBzTPTs4oyyH5HX7dgeXtxYKAznzR59LeAJYRD/XV8394H9Lvj6s8lG4hbgPDl2Q/I6X+9L+fPn8BOnaPeJ99JyDNg+jmjIeoPP81A2bhkR4iAcONGfUr7fqHZeIj++C7OKAwH5H1dNuK9O+vvTlqjnlqV07SjXYkUpm6SoqGDJzp6vCimiJiQuhEESwwDhHVzrpkovl21aEFtgDKeLboHLly+bFlkw7AYLKCoJALEhQTBYgSQOJAz7KykHLiYH/AEQNTwHHvrtEcB0EOFqgyz6nO3js0Ms1pbs37IB9FmtfM+oaU5cR0lPTUnp+0yQ8jxbqHnNLWSUML6x83ESIJnRciQYkKq80QMKQIxBQXTBIsZUmk8geOsk3Txp+0VKGXwMC7cvGmeXx3te7B/b/AGkj/b2l5agAH+bQgNegcO/aC6KYZ1U8CwB8CaneBMDIzuOS/t0PMampCw4YsIZZzUAt6A19tQ6DnZGeAWwH0cVpnzL9KB7hjz/Ta92DS2v7SQA2v+HWXtcByWx49edQG+2QQhvPt3RHsVwxAsFa3tL8VxlGkQokJwlC6BOaBVReiWJoiUSiOgoCKmFFd6aUVdZVThVOTSJZ09MGzhhyXcsNvHjLLUrdtT++292jrmZXKBnnIiBmd51qViRJ0EAGMzlp2GOemZru1n6PcHDlT1AHn/c4mb8wAaU5iHqh7bXxfGyMZDpSlqWoz6vX+6GyhgOvZAbdw/khXhz7h20b7U8I88uGfKrk+Gu/KCNfOW8U3A9QrkLAAiAZ7I8eFu4K7Fe4KiNfND6IMh+QNa+0R4gIDUQAsHczw9YPV9mPdtp3UBPSXumWS8x5+TWOqCdLmVMMnYujE+kpZlaUSqIRadMmn5NKJsiaPvnflWWgLFwF82ANdhgWgABtAUS0QoLEnQQBJkjQDOZ7cxNQToTwnXfkOQjPUZayK3Dy7w4cKB6luvWtw4sCmbXAPo9Q/cx/PW9hsI6V056gZb6qZIy71ByhPqanLWaSI8iGED6wkGkJTNpjs+cS/Lm0k6wBsi8aMkDHZcvwB52Ow0LIdvshuriAW4BgOg0uxfmACNA5BtYEEAqQVYAgiIIIEEHeCN/DTdQSddDBnsA3DXtG+cqS9Q6VHHLs0H9b/P7NkpjHCnmjf0Rt+KtTjwxcB2Tgz3BkOYs1+hke4e8OLREAu1YAq0I9kRoDIM1t5MRG3EKjcAAR4zUyDrxEewjTTPjxHEClrcO8Rr2eXZCofivr7vO2QB9H/Zej+984PxQB7bfvg24T0B7xLTzvI5YxdNrTh8+WoSgeOn8uVsY9hdxC6l843CAgRI9AmScKSwBgiCbESd2TTT92ImGnzryP4rtt92BcQsFgCnmhxBkf6Xm4jYfZzhGV1DoQykSGGYImMiMqSI5AboIyGg8j3U6geaAd9Kd3q99rh37N4VpkaY5/62lg7h7g2UbV9gY7q/R4XzfmNNi1Q93Olb9nutcM52msZ858ufLzlDRsABzzbADT1afXSnIBuoAFK/WIU5BwDu+zkGyBzHh07gp6Id16141G2yZz9ncHFj7+NFSDpoNOf6OuY4e8djgEBpQb+3jSnDrwrw6VTFBDh0C+Ap6I/foFuXtY+riUmhjT7GWpeePznCWsCnIWIroweiOYgXwfRhFKPB6R8TSnx1MYMsfLC4RA00Jx2LgsL1+DLfkxYHakk5twnPyTsqZ4wH8p/MickuYKmlBwrRIE5YGF4+hxNilB+VU929MsEVH5LVSonSjJkwyXM+UcsvnvY7bdcS4sGIYwobDOeEkgNHAkETxFTMR3buS8xw/aDls+wCA5DGO6uWRpmtKVte19gLV9g/Z06BkQ6V2aAZDlfHdyZALD1489nB9ER42x3B+Rz5B37WoDp3bx9zny8wYWgDwG4AIW6hnzBpztTF+YAWoIVrYQ80PVt+tYDpyvTgWGledMV5UpVkQGnWtOFB24u07699OeqKeOpTTvKRdiNTmbpMipqDJzp6tCamiJiQuBEMSwyy6Rlc65ZKL7htVhFaYZMEWm3YOHLl80LIGHYDBZQVBZQWJCgmCxAkgDfABJjcDV1OQk8APAefZrlXaYBQWaVzQPN59nk7CgZxTFx5KzwzgQDzaUCrNv1sKWD1a8xHDAtSlRsFwZ/J7OKur09tKBjZ4BWmQ84fo9Gcfiq+AjwuG0x589tTp5jU6+daeFAEO/8kcCDNMu+lMchAA4PZoNLiHo37I8OzX6AUAMVr4cPIOHIOzlmn5P7nQKU6cLjtwrqn3iOnnR3OjSpIWcAxyEeaxY9YlxJ75rQw4W0YYjexbAcGshFCi9Uk9tEIgszFh2pp2VPtAVE8/B0IlQdvcnKopLthUQskgCSVAzjUkgZnXhnCRA4c8tCIyOff4613gAWDNAAfo9WeHkwpzwACPPgDdnlQRAKhbDHqAPPA8fYCBSvtEbM14M3/W+7AhW2xwDrQbM2vT9yranGvDAX2qNR2j4VEzHPPWc8ojiOYy40gXpXvxkRALU7NOHLu2cFhAejIY7gz2evP3bNZoPd5oY9n5Nvq9u2kI+1L6f5VTHlrJ6ZE4ICguak4jrshKyXy/EBEjF0fGmjztOB1DCG8b+UFVlg69dlnr0s5bcuHrQMvnjsB2MVGZIAOHUxmYyGgkk6eA0pw5wZ5gr3Z8q3mzwz9GtuICAfkcO617BSzmeADXhw5CAfkdegZsNLeYWEBuNAGwh6zI8Hf2hTlUbg4LewBwyNvOZHPkw5cw4XxSKEwSctYHfh1PzExpAr0ZH0a1AMjbIgLPHsVtUcDS9BAODgtTNaD9H1mafQ8bcxoHD4q6voMKoylEUTraTDkPIxR6dV15eUCaOjJRJz2GnxxSU1BosSIlHQCAvDBl+6dOwu02zwiwmtv1t0jJhRBKjLXFKdSOAZeFGglgRjieJV0/dBV4y/UJKQdMBPLO2Rdtsi+fmXTgXgMuweC8aYZ2q1xEEu6IOLMFHtIoDETw4iPzRlyz48dZFS1s442Afo3yz6gUHpavIdn8s1AB+j1ZyPZzi1eI8qbRJyn36+6RnOpClQbrilOmnPjLsoz+FAjHEjirx++8iLtlwozrg+XyeYdtC2DHlnBttyDdXbTwG2GmWJVEBfQopRk2IoYW0mI4fWSjs8kLyCoE1hGVSL5lhpycTVRPbMEjxN8yAtOjJV+9cthdhugWzDpcgo6OJnqsG/RH5uevfUiIABHdy8a+wOeFgH6NKXZzVkPzfm2UMDTkNxAaZZH8nkPGoh0ps0eGb2xizI/kB7cZHZwWGlxrUPRp+TT6F/CnGlLhcHJR2ewjl53TNTT8gAcgG1OrI/k91hD2ZHZwDfx4DYPNyNPsHgNs7YorRvBcPnyqUvRfDCIpnmwYJJquupSafONNMMtMMlSRww4MGGmgAWgB07aEQARABAKhlDDbLxlh4w0DbDbINMNsD2mG2WmWWmW2WmWaNMtAICDQD2RAahWlAznKOBPtAqRmR3Du08gbqfnpnhcK0vcPqqOMclDj7eGPR9Ube3nnG3E+q3eA6btF8d6cJcz1XolR4p1Vx2alxJ4shQmqxGWVopKK8EIT0qrnE5205Qi3yjMGGnbBw+LBdp2/NPRbBkm9AO1w+3p0C/o2xz5921QyksAQSsYgDmJEieEjPsqZBIz0iTwyA5HLt5iNaUPfwrT0b3ZEPr4Y4C6tuFqh6Ic2bj5vAOICN687t/u8P3uRp0tf3bfjOKScmsu21FQJJ7D555Jy2dMuCrD5612AZdO2jDTvyjwah2XbItNiI2ZDYfiPeKrX0M1DkA2p1ZxRjxqHXjXZvhgQszUQuz6g1H2+OBcHvtT97w7P1Ur4CO3mHHHHh+9uI9nFsV5921U0PnQeHs7SakefH2e3sr0C1O4aD2bCICxx8nnNLj+YXhkO4Q9HqyNA/F3HPAaDyyPkHG4cb9m2WBv5mK9R5WAaC/kFsCFOzi7I/kX62HuuIjD9+eXIDq8Rx59p3CKeH0cU/e3yz+55z9Q1tUX+Hh3ep165D2+YWAPbwCtKhS3YGlaXsPGw5F1cYzyDFunv42550p3LGOQZt6nXr38wOHu42p9Dr14X5t8PDu6e/jzv+JQVE1IL/ABxVUSCYUBtl2JpQNFyRcHjz0HYvzLTt0Dxug9lkWhaaoPZAaXUr6HLHhxtcPM7vq2A4eNg42uHmW4fVfb5ptXSiDRNk+ppxJpRfMl09k2cLFmjz9sXYMOCYPm2BNPmxeMAy7c+UbaFtnssj2me189Ni2FFhTWURIiaHlRZhtt06iJITllNPKaC8fdvyTtaIFn700ltvfIvvJsnnThpvyT3sA15NrZSsi5eIW7rh5nd9Wxy8cd1w8z72vtrFem/L9EljGs3isQpsVQPAMLxVFi4pwYoJkSstp8HIxpdWypB6QONEjKm6Ik3oOibZxyIv23Tt68csvO3tpXRLrTkxr9kIi6j5CfOz8HC8vxLDae1GqC5hxdaUYUURSlYXqW4PqrLsuBthtks9E2LT5gPKC7YAWe1EiQJEkEgbyBAJ7Mx40rrgOHjYOFrh5l+H1X2Xlnw4WuHmd31bND2eHdb0OvXIe05YxyDNvU69e/nNKdyznkOLep06d/I5ZzyHFvU6dO/k3ljHIM29Tr17+a8seHG1w8zu+rZSlD2+Hdb0OnTAexQ4Z8O63ohbw9zQ4eNg42uHmW4fVfY5eOO64eZ97X2Uk8fPkCnBwzyx3eqFA8Pccs8sD09WweAfmwNYmjLOHYwh+XsQTEgVCj6K3IGYWgdYi2H0yMIkLi8MugMQ/DJ064WllyL0kcdg9TiRhgXhQyx2u04egxnQcPGwcLXDzL8PqvspTg4Z5Y7vVCgeHuA4Z8O71cdbe7jqZevLTJKLVZJjRXHkcKSTqIn+gPYnlbBziDotUyC8jOHsUuXpkxFachmYXRm2G4LiH/A6wrEX7QEnYsO2vjRUHvYgcPdwtT6HTpwvygEGYIMGDyMAwecEHvp593nv7Kd4+Hd093HlYrjOOQ5t093G3LTc79Qsi9NEIE4/1CTcl7JaBzy+ThcnFszIqR4Oh81EagSUVIghuFVbMEybxUOEEZVOFiTL3y70unG3rDLTDh4LO3CxhwbLuDRZ6w/LGXLowXfuhBt0+cPmGHjp67bZZ7Lbt47aZbYaZGjTIsiA0EKTI0nMajhOlK/RXGcchzbp7uNuR4+Hd0+9+VuWJf61dM00dTM4NHcCzLFc1GyDQkqJZsy6+ZkwEz5poi2Xhs0mHfncsQknQKuAZcRZD7fxaGonWDbn4+DJhw6bKnWSuH6WN4Dpu1jzM1OSjkcvRKsRppDj0rLWdZRchFXh0ikRUciCP4ZclEVSUHLBWIS3ytLKLHTZtObbcsOSxN+0IOz5cRrjUkAMCSSBBBkrmR2jeNRUz2eA3R8j5JrtgOGfaHdm33va1iuPG4d2bfUPW2dtEz21O6dtL6IhxLqMnbLGR8PRIqvUKH1qaMZIcFpiysuSjZ98lJp1dNEi5s+7IuXxtoq5bafAXdPHvY7DDQs8xBvct13/AJ4FpF/2+Jd9P+3gcvvagsoMFlB4EgHwJ5jxpPP2gbx5njB7ZE648cfb7h69diuPHH2+4evXaOz9Ny3Xdv5IHpF/2+Jd9P8At538vspvmQ+s/SVqiVl5C05akZMTxWYVTiqtEqXK2YUNRqeQUw6ZEmTPqpdBPnXhEoaNsNl3D8wy7YevWW2GBFpkQZB0JgMpJ0AYE++k8zu0bs/Dsy4Z9Ncvd3Zt9XfbZa4x4d2bf3c87trjOOQ5t093G3IrjOOQ5t093G3K1J5j/pcvl7DG6ncseHd0H8/G17lcYzyDFunv425t8fDu6fe/K3JhjXPpYKauiGhIxNIHeqxTg1uYBGVYwVMRoX8Iu0g4vNq3z3YhFqXLsQSU84b+Tn0Xu1QWXQuQIi/eOnTcEgRJAkgCSBJOgE6k7hqaA6abtxJ3eY7RvFdah7PDu6D+fja9wPZ4d3QfG/H2py93dm31d9tiuPHH2+4evXaanhlw0X9Xn+2eeTg4Y5Y7vVz1v7wOGOWO71RqPj721x44+33D167HL3d2bfV322VIOmu7gP0ePZ7jxp3LHLAdPVuPiP5wOGOWO63o3Hx96Bwx7Q7s2+97XvxJpa3g2mvWLNTU5JqR6/EivHOkOOXEup1k1yElWHiKPFBiI49hV0WRlFQdslohLCsS0ip0JxOaeOAclSz8WvJnXItQSAQCQC0wOMCTHYM6iYju1I+6fhv94Ndu8sX6Bm1vRz4+88PDu9Tr1yHtbXGM8gxbp7+NuZXGM8gxbp7+Nuc1I3abvzj93zyz/RFO5YxyDNvU69e/mBw93G1PodevC/PjmY+vPTHKbVlJvRHHMcKKXqNn3DT2LpYQY5g2LVJPXUFy3F7D02YixPRTUKozxgYDiapZYVyRloCLsWHTXxwp5fsUOGPDu9XPW/vgEGYIMGDG4wDB5wRQEcc8uJ/Q+Wn4U7ljw42uHmd31bAcPGwcbXDzLcPqvtxZq619ac9EClIxJn6txIjHNRUw3crZYMw/CilErCjGD4wjFnRJTeJzDTKQWberpAAPnOyWZBp6028ZB2Pa7R5Y5YDp6tx8R/OBBJAIJWJG8TmJ7aA6Z6ROR+55594p3LxC3dcPM7vq2OXjjuuHmfe19mhwxyx3W9G4+PvA4Y8O63ojfx981PDu4fc8/hT+WfDha4eZ3fVsBw93C3qd3LhfbVc75vwjp9kzNie8f/KfzFkzLiNJpRkKIRYUlkIWgKHVCKF4UpPbelWDyiCWmGhJlGjRdkwY8k6F+7Bvt7av0aavJR669PEEanZGfOcZZTANRWTQBjFEdQ/EAvoNi1agpY+OpLk4psFmPlpAUAKiBx6L8qDh+IOxe+TCMQxYZ60Fo3wCAT4kUDZgSZy/mfj48TXUnLOeQ4t6nTp38gPb4d3qBy+oL8udp96uNL2lcIUa1J6gJRSKZjoVwINamrHcOwQEUNQyCOMQAhCvnCQKQooRAiCpgUF6JMFZPF/2PjTnt86/pue66t/JA9IfP+XxLvNv+3du7PhtBdAYLKDwLAHdunmPEUxCdeGRPHB2cfbzqRMPb4d1vQ6dMB7FDhnljut6Ng8PdHX+m57rq38kD0h8/wCXxLvNv+3du7Pht0PIPV5pb1TtRUxps1CSfnq3AzKI3GTEqo9hyNmoXZiUVYIfaXGUA4eaTGVkUFaBNE0DsDYpR4HItiWe9kHQmAyk8AwJ47jwoGBIzE5byf0OfmM99dGhwzyx3eqFA8Pccs8sD09WweAfmby8cd1w8z72vsBw8bBwtcPMvw+q+1qkHTIbt36nPn7BwpwcM8sd3q4629y1xnwHNvVx1tx9jeWfDha4eZ3fVscs55Di3qdOnfyUB+G4fd+fmBTvHw7unu48rFcZxyHNunu425N5ZzyHFvU6dO/kB7fDut6HTpgPYqZ7d2sD9H5+8cKdXGcchzbp7uNuRsgcM+Hdb0Qt4e42gjMfjxU/DznTMx3c96ncPOumnxh4dw8OjIY7Psx7tkHPsG1LBZn1Rv4W5bLkeOGss0rZnPm/mzboDf8AnZDGM+b9VAoFrY26axpLVDlQQqIcgZ5sD/e4cdlDhnDX0f3vqY63rwEeDK4HPpfR6gH5PXAiFgrTjs7gGe7sjzY/c7h4iPMeE8Bz98d/nKqsYjzl7uGfdlJIUPeFOzSlmbU7Ae23Tptj0WEoVUYWiVOjopD5+CD6AtkoxIRYXTjUKnIWNJz8vEBSJiqw6eJBhAMpLw25WXCo7aTXqa2ZdnmGizT1nbIAxxu0P0aV85gL+YH2DilQwEeG8R1yadtG0vUBG1HwNOiPYOn2TjuAniRJuX6vHR14luUUiViUoutISsjKqAWUUqIQLElEkadGPKi/EuZKGXLl4NWIUEsQANSchwzop6oJ7PbFVavhHMvN2lB0jNKB3SLA2hiFoiNapEgrH5vTjDEgkJaMwKEHxC9NlowMSyTyh59CQHnZV6YdLbxtH+NsF23rIvmHbQWLvwG7hqgfxn90X/te6Nvymf8AtJwuGBAO4KbVqez8FzD/AOdra5M/5jaywyIW/mke/wDv7Y4/i34KQWiIpB5jd/awnEWH3DRsjDD5rVy6iI6UYdmDDZkoiPNTTKkYcMlyR1+0+clXjtlyVMvBa7Dh60xwowV3cnY+vgAU3GgYQRl+RMzPKI31UHMmVkxvMCI5dnZ3VsvceS83aUSald7qR1LwNoZX4QQNUxMpIQnPSF5BKsNosCvI+1BuBLShLx+nmExNhNtLJQu6FzBjsujNECiAwLHxcunMsXZpbJkt0WX0FJUnk6CEmVRCGkcrLtNlqSQSMviUGuyJYIfLwWUhcu6hwtDLCYJcEZyhO2Epkj5H4kyDjye1G4Q+C6cN2trjtn+E+sq9w/0yNrV8drKG7212aWNRMnIskTozllPuVsLaWJMQtDcHoU4ZexNCLlMhgkgqMNwGjQ8vRavxNEEUmkgvC7pweOKageUwZAoaUDxoycF43vsjKgFsts5PWwm0zF2JZnggougPEzGnAukSDmDr2HTs/ZUPUQRLrA3+OtnUpJaTupmOtJ+7V0fRkzLeIoplC2eS44n3HxU2eTjrLpcTziYC2TUz6GsrBBwpKRmFYQhJmDFQ7Bi3EsRAcZxSckJ6vfg5s1ZFzqQNVU3dWW7VmrM9FlfPGW87n56KIslAZXHL0x854dNumzZQqo/IKWsraGrQuShEgtK6E6gqLUE78pISuPU3wS0ogs7s+PlVOeOzK+s6uJpGIzNtP2jZ1tccy/k+5KOTrx42+eOngIHyQcZcNC7AQPtnfJC8PPX7/qj4Smmox/c26rDCsLIGEdUkIpILXknbx6wst6iZUpQA5YeNuPOepamqOH7xh4LxyTemnzLox5IS7yuDFsx2rE3T4GvBwxhcMsLYWcOAKMJUjPM61UnTWePPLnwy03eE5ieoElUgSVEw2XPpqkUcH08+UbYflDhI66dGCpss+dstO3xcyXeu37l67aaYeO22WmRFkQHaqluPLb3zf704ajWaW/r06gAx2RpnAgHs2+FpOn18JjN6WdNRmWGljd+xdLUxIKTr6XkVzFXYxJzAiiB3svocbhKIo5KFtR8Oli0XriEKepxK4LQ+huHSwaOsOUdMdMsEnGCfBxlKcKxvE99IqahEGFYVnooTPhM3N+G4FevjMFIkxn8056Nxelwm/MrESmXsOlFxo65R3hheVzDRBlwL9QNPe29au14Xb2ydS4nXZpdCoM2myBIz13HTPPdE+zt4Dny85AWi9ROlfTlqvhdFg7UrJ+B5yQlDK6MUoiFHaSyqpiSvsJ5tKBZLOW/JsOjjCaoniflxERZLmn7IUBtrar7vLz24f0oQNEkqNPuj3S9qY1uxqybgCUkiZLQoXmUvI0w14sJFFUI8LwaZVHqSCMcOFDziDXbXz2io4JFJR0pwWOm1tKzffYav90tOecDrSdq71S6zJIRTp8UVJGmZCGnFKiZPhyYiTMSGoOid3DcZtvYeiiD4pTiyY2lm04y/QTZxLeKawRcmHDJs47b0nor3kfwZrQC9FZ04wvHqPHz8s/KHpsRhJ2ZEfTRMFzbos5OlSUXRQ7UDMMJp92UcfH0SDHMOIRx66AwZTHpht49bXrlpnZMWypHVa7cZGuCMiAkCGUyOs0AiYOlJ7N2ZExEaa/s4aVGDp90SwVub5xy0WN8dpFhOc2lnVTLCG2W5qOoQPTLLaXZwlnhxTfQXETpF+Ng8WCqcbeFYwS0Vk6aiMkw5W5fPIqGCl9Ke3AtL+hDcyTICAtRGkqQukeNghSI0CNYGmTKhwhr7yGIvhdUKLSEoOzSUfNPUOJIeW08uZaTlRyVVEpTJNFzxNwaLvXLHEExfhH+5Pm7BUQy4mmtRhMWAYsIPkuJYNjTTnE0SQ0uJ74We2WUkdWSzRE0wDTIPXQvHPacPmHb9w06fO3bbMEaxGXwYpNnZCc8ZFzr1vaZ1iH4sTYhVoPk8lTHJwXE6W5Xk9aWoWMDEKKuxsgoy65JvUtsrC8bIyenkjbbBNNBkqQYLZ22sbOQLb7JetzIW46LdtkxMXCrK4mWAOEiYBjSwIBEQRl2g5b4Hw3zBq6dvLosimA93jrijaBoliCDIzhLSlPiI4Vi6FFhRh2J4ZiBHlpEJ9IXofX0d+SVUZZSzzhwcTVRONljxE25dGCph2+dsNhybuAJnzLnJultK8yJvzDjma0w4gMT0Bfj2ZMWL8dRouso+o2biGksq8UROeVVxTBLRExOR04Dp98BFKTyKeWB0UKOHTv7GrvUlK3V7uVNYOo2Sqiqq0r5m6LdUR+E1FbRjcPqhkqiQbH0KnmzSQfYZOEhZVkJQYdMP+y28csu3wB2XrIbat+Db/sMmkD/6PqH4f6aKdHHsj9oezO3aWx7ZbhpRtlZxElSDctw2WRkHJuB13UJ63IR4ZGR59mVTkhw6dmgU9X96H2dL42i/30/7FLru/sfIt4euR40tw5d3DaUCtOHXFK0BnPmca4vxsPCL7fUfsU2u0P8AS+xbw6kvVDn05VpbbovZWLv/ACL/AOIaHMdgnfOYUZ+8Z9orGtxaP8iS0N/6kL3hzjKKAH6PfxGvIdq/ElZL6xt49vSN61KIjvRtcmmaBdNk8loIIhqVk6ZpvYaLo8QzAjhHKw8lw25mVDqPDKOhFIbLsJpJIKsFXbp8Lh2XcO3LADYH3F1P0pPQ1/qQPcBX/JlFI/kjel6V9nHaLTctD/Jlt/JQMzqIZCuZrzbD8kefIPzbcbKHT0ajThdVDAMyyBs5YSVIORAOuoodV7p8B36b8uWhJ23+kP6urfyeXeY5C34UJncgG38e36/Co5nP0wybijT7p/lxJuNpyx9qFieBEQ8lq85Zon1FUj+PXxpZUlR0pRKoq6tESgaPlSp9wlO3ppXPtiUTy4Mi7dAw4d7/APbxHLPKlqdmvsG48Q47ebdAYarcOwIWClAoAjcWB7sUDlmvbbsWrRLIGBIgzcuNIkZAOzAHIZxoI5VYQNJnLkI6vGfZ2cKqb/BBgroT1HddWysA+bWofgelJb0Wr9406c7ZbAVvwrns0t5o380PbXzfz/z0dwDPje0Sq0wzfRdAGh6VOp+WB+fKgqxhGMezegaXqmgx41L6Aij+GSiVFE2pfnThB1DxRBVGVEulnCrRhTMFmT7T0u+LuL8UklqZ0RyblTEU7IOTJeTjXZcQUrzXgFFUya4jwRMhShtMNxtCaUtJyktp6unQ7Ej5RSSaoRWVYqeLlHZospnnL1gy95vR9wNs1pMLgqn2mtsqHrH7LlcLbvskxnxNVnqR4ZZajKd+8+PCtnfk8a3x3er32xawbcua1NUsGaKdK87dUMeMMmkKUkFHl4sjCZdE3sTROcfFkWCoQKmXoAw5NRbGCohQ2XfCDQuHqmy/Fhtl2LA9RiNK4wABbNaX9HqN/wC22rmfClzKwX3T8WOUxt6ySOzwkwViFl2LTLDxHZV1I64YfdlmjToF8ohvAZaFljyzt00FW2WQHpvubVi7cX7SW3YdoUkTyBzPKqVwzpa3bWuLfESySNdGvbXnP+TCXOUq/irT/ILT4qPYPhaAoDMHDLyEoleJb4+Zh4iUWyrBRTRSZZIORgsQ0wiLcUzBOLKg0USt+6DdRWsbd07x1F3SWuedSlqUlXOWBzEYaONRkWulNuLjDaeXVn5KCl9bVTaqoPnB4tC8TQ+YQV5eiVRhqKk+FyiArvIYitOdM2LdNJBDSdOUgEyGHZdzDabJSVRCHnJVlkCrtEKQKgF0l0WZdgLAF2CDouw5BgRY8mDIMiIU2rb/AAgZtygbwfcLxbDht+VmN+i5OJBFyTBt29U0IJv6WwbLG37pkHgFhNqr9NZKPKulAquqzlp2+dsP2A43tDZ7SbQrObqta6Ry7HphcdFuBwThIOLEuXVIGGKV2l8JZGu501M/98cghDP9X6WvMAr48e/bvndeh/I1d30P+kp0ujgB/wApOCPVH+73Y4G+EsgAbnTUzT/qjkFwp/l/S16B9+63au7sfqBXdUaJDCSLbKo40D6eH6Y077QPGVF1ICEmyTTAssCPbAyy77IgDQ9qggAiFB2H+z3Of+xLZP8AdnGXs450qBmIIm1fb+zWvqTkvJ7UvHWlDdsaQIxYlxEUUSienkyN59R6UNHk46y6XCBxMBbJqh9CWlggXUVExC0IQkzBimdgxaiSIvjgYpOOFNXfwdKakjZ0oGqmburDdsTUmciywnhLidhg9E8VyiMrbl6YCJ4eNuGzhQsoggpaytIStC5KEiC0rITuC4rQjwKSErD1N8E0KILO7Rj9VTnjsyvLOreaBiMjTT9oycbW3Ev5QuSjk68ePHrx08BA+RzjBdoXYD8ebOg7F4eev3/Uvwk1NRj+5w1UGVYWWTKQqSEUUJrybt49ZWW9Q8q0oAcsvG3FGnqWpqjl+27bF45JvTL9l0Y8mLl5zC3i2Q7WWb6xgbaA4doXDLrbCzhwBRgKxBzJzzpU5ieoEVUiSVEw2XPJqkTKqCeeKvGH5Q4SOOXZgqbLPnYNO3xcy4eu3zl67EWHrttltlppkQEaq+5A/Zed/mI8NRjvh/Xpn9w7A08GeXTb4mk+fPwl83pa01mpYaWt39FstTEg5PPZexXMRdjEnH8UQO8l7DrcJxFHJQrqOh0sXi9cQRT1OJHBaH0Mu6WTRxhyjpjsGSTjBPg5SlOBY3iW+gVNQaBCkLTzUJnQobm9DcCvXxmC0SYz6aU824uTITfmViJjL6HSi20dco7wwurBhogy4F+oGnvbetXN4Xr+xDBdT8o5l7bKpmy/2Scm7u3SrLqO3z+Pxq4QzwsHEPR7hqH4oKfV7dqtGuWNYnSvhNO64hJNi1dToeWdN6k/XoZIrqgTRlUXr3VgBZ6rIrh+6JHxeP00v5B4dKvxbfEHPkxFsq77FpYOFKcKebz7NQEQdiFaWAajm48/5+G8g1gxAY34P6YJL9DOxVpr3aU4NMul6bkeI7ptSJE3K0pzNNTDJuHZNw9aaFlXOTkg0sZdAadsLhBC7XaaiBMLPNNvcW7dqTrtFomMzhRukcwNyqpJ3DfFXY6HmJE9+nhX9BQMB3DSjORqzcB8nX6+XStTff8Av7J78H74fquynD/TB6SPUZv7B98yWtPS/qv1dPJSRno+3kkSaNISIwwpHFd3BEl4fnGlTVLxQKKqwvErKkqR9BrCaXTUx2YAj8TdKLpTLLAP2n7kHDpl5Vp3helnVlpl3me5JcapdfEV65n8Z6w4EfQSbiiTiJKNqWjlBn9ptYiAuSdo0cRoyvBFrawjPDDZhtOFNGHHLLpk18eeCXptzubTL0T4Oks/lcVvB++2zpj6TXq/Z1g6ZiGORECMtD2btTnyGUHfV9BkcYGtOHEQZ4+TuPjTmFRq6wgGPo/R5UClPJ5r4cxyLAyz1Fm1AwAh6n/zI8bXER/EplzhtMUCieoNJKgZIHC5FVYKFzraYcfuWnZZQZJmnbZU22TftMGWSxkGnBgXYOnzLTttsB7WWZI1/Zy9s+81buzOem8Fct0wd8gca+LGkbwdLaE1+PZhRVD0EQTCaWZW4mi2K1cggQ4gJBMAeGlJYWVR8WT08m4Z9MwZMOnYCIM9oWmmWRoM67NQup3eMa24i3ouhGXKrMPSnukDUqzMML5wqqo34XDcJTCZj2YqvCSW+QW1RXcnCht8ci9LHsmYdk+gJETKZFPVYgLIh6ZZ/uQda+tuJk1Z3vO8UiOc8tUCIH60j6atOSM5lpLM/wCTO+WTG19TKoMKp/lCxB05IvBdQAqxaScmT7pKmW5MNvlVQ3ZqG1LK27g1vbrXduaTJTySl3pa1EHV1AjKFnUFqbxXSCjqJSZU2ahpUKRGnl/llabUDihES5FCZFCuvq5kwqqpw2fMmX77zdox3wDcVtns40j7LXmuEqtskKWVEVmVjmWMRkKgyY3CQRzJgAnXTnrp2SqaKtcWnXX1JdCnZp2jtLihHOlCLuK4XEy4dxnLaJTBV2YOwfHkP0+PIS2Qeg9dOnj518mLhVywsQ+eVUU0TPvuuwt31a+j0YHPkugceV+G1dzULuA4TIzkUdUm7P1Fxzu6NQak9MmVpOl2TeK8j4taNNsPThI9LxwdSXaAnKD8WjBtGKNrcCMP2HL8vL90ZYEw1LfowgvVlLbT8iIGtuc8Hz9n6TVIlMRBH0voPTYOhs4guzzbiFSZJJTYXhBw+UmkEoUU14w1D6eyxEKqpppH4wlJ6ecMdFtr04L1rCR/tqEG02mk9dWOuEqYzznUSZAYROU7pkEZjMae7WKrofCfl5fKR5u3oYnYpzGR93JE073gatX0AgrsElAE6K5eGWS0SNIJZ6ovlJNl6Mcq8CJ7Dl+aNHnERH0IieXEYo0TnB0jSR3TZKXqK80by/0UrcEvy5QsUX5Yp0qo3VVVt4Wc+RdRJFoMLkWra95Bh26N/OtXORAy268gfEHzlphiNeO9/vpQmlCK1AEzN15vP5hwNExF6mRJBsb6KpbxVCy+nPmQB8RWEBcnGeSlIq8AKtODhR87EaNCyLQAO0N0xG9wXMdVOrb/AHIu9og1SUB7b9uXMnYrg5Ldt8GiMLJ+qZqEU1kMA6TUEo4ELtOmmr7cbXLa3Xuo1m7jw5XMasmEAQji2/VMTELBk51WRM66a7tOR5zkNMs8qtcatpL7pc9L5d/RjQHolRYMJujhBQWpmkZTwYrIr8CIPnpaHosaZRItQIj+JmakmYVVyMRNfGnbCeIvTTth5CP8F+iCIDUd7yCFJJqUxlvdxQzO92Okg1H7KuBRNBSiuYRl6ShkV1w7UGFBSl+ECq8dkXjsuZKH24dU1tNS12ID4GuApbvdwXLdVIrjjch72eNFRPEG3DcxpORVGaU9btVo9Cqlql+aCmyNP1pRQDTgAuy6ZERHaZSA9/1pQlbCSDAMtN15vQZewLC5F0mQ3BkEaKZbQrCyAnuAo6IoyAhzjIpSaUd5YLkyjl0AiIgz2hERgPba7buM1m3gxZW8bMwZYAdjbQEDWMJkgZjOgImSQI4b9B4cABly1qydnsjjjXs+qyPB2A05YtfaBnf86357aWNP0lZLaVVEYb1Ja2ZzpchJeRswYAkcgdNUATiq8uoJ0SxgCESm1NfhSGktV8j5ZCLL6lEKe9dK6QmNbTwuHgPnTl6DLTDL10w9BltgGW2QeO2WgZbY7AgDQAIA0yAjQagAjnaEPfsaBJz61dOcr440vGCoao9Ik2EmfUm0Q49JFWYyMpbou2swmnnVNpwkkogfmUxAiCHniu+dpSgqw24QT5giXWG1Ml1bQGNhzbBxBcsH2oJGLDp1sMxvnSDVpOHfu7cwJjnn2zXNMnvguG79Iy/BrVEpTk1Nz+igqCnMWdK7NaNoaMGYyUCLALShCyQhHyjAprKm2+OpzUeP42Wn7TLtpWUzrtt4UZ5q0gFp27lTeySi3ZqhOSPZ46DdZMEH1vT48mafKqcSSijhKIr/AJJFIvSzoiRIPQWoZ+b0RJsMpCFCi8QjeE4ocI5FdTFYltvOCvhQOmeA4WdQhra066p9NmqSF0kmWjiTTUpmlBldidgfiBluXr5eXIdVWExVUSxltNLxsRhv4o0DacyrrIFWVQ5rrSLLrVdvaN6bLLehT1kRHOlrR/pPhJSQdK0vJnEPkmYE0l1TcRMVcRUeRjBYufcFgPRA3Fy9EDou7hsHiPBMGwkoxeySiqIS3D+QJtfVli7jT7AMi2T1+lyBjDM4zimIBOdSCJXDrI0G7LXj4TPE6Yx8Jxi+G5f6ldyZHsZKxdAhCCdUccRfFa4cYfNFEWG4aj7SqsrisaYLuHxhoumpZI0bfMuC75806ctA6dPHgsuxsO6W94fot1qrkUw3pan9CU5FyB0oiuRWnw0QiYq9REpTNtECBw28XYfSHAuzZty9cOmHD169Fp22Iu2WGRaCvh8JeQUKKtU+48heJ0VKiSGoj1YRagxDDq8mk1dDXkJYmLpRTlZFWUhQLv09VSVRPMGCKimnSpgmeJv3xYy4euXrbsbMMmtKGlrTqoLKvp801SBkUqxKTLJ0Rqkm5Ny7lgoL6cSfNmSRBaOwTDSGZVSRMy8emCpU89fuHD942+dO2HjbQjpbx/WdojDgxWsUg4v3pYwkGO2QakTLaRlO86Lw03a9mtQFbwPWhrb1g6+VLdCbtSNCsj1GBYOTIw1e6s/IHG1uV6GrEENYeIEEKBMGH6WbKJMUQqTaPw6YcRctRpEDqGk5cgghDMUrrf3Ye+C56G14u7XNTc6tXWqqah0kLuIJiTFnA8INGFB4xV+ZQk4kjm1tNIiYabNuSEQxdGBh2YePRMqRt00y7d87QRNWHN2J8Ig1YvdUyiQl5JLeOy+hWI5JTwiUyKfBTmK0IIZYahiIYhOunaUgF3MQOIvhpTfnFFy5RTLUvjqowTR4qKniltkmbKnypQ8RMuDpI64cmiZwo9dmCpsoZcu3xcyWMOWW3T8u/dNsvXL50027eu2mHjDbTLQNbQiJea4bvXZbjrgY9VFB6sLpmsNijOdcqgCZnMyRmMh2DTgZ51U1nzubtW27PhFX1Nbn7WhqBAvKFFPRhE+jadsQMzIl9MmGEBh0qLiLCyYVJIUMmzbCIUUXZKHFmEDMUqDRl+zCMxIaX2U9g3OLuuNe8PbyPRrLbU4kobiEokVTCxB0z4LKmvjpWEZmQi+clIkTCBhp4Yftoqk4fpkUw2B58KkzDMQo4KYMn/jLAZzr011yC3f2nuNZ2zyjBBSm05AWvmDAJlRIMxbNiM3SY9eosDQYgP3ro4sn1Y6y4cHjDl2CchprRpbXjiejkTh1xFJ8F+0yTJ06bs4uvTQTDsPquo+c0W6gIZhs+TFONJUBLkHy/giEzhpOp2SzyKSkBvouT22XZYH0NrsPgJZ15PtPJQC1fFu3OAozOkyEIw4WA0XFJWBExMZUEAwDuzGsZiNdO6pYddug6RO8UkoUkDqHGM/mCSjlDmE6ZgWIHMMrLcQQ4nLaYnMvVJ+kqwCQZLxCfaflmCzDb18yXa8sww7bYeQ7/wACh7qe/wCL1JcbfhhI+r/oH68vsEdvq/Cn4kiKFN10yrwsvrUNqrOo+UjhhTQFM8jKDLh+lRuD5yydTnpUyy6fMgAPXQPew8AABtloAtreXPwZfSdF8vYDixS1mby5woxRBsMRCoOCOoiW7ok5OrSEQUzTom7fyDNP3ZV2/NPGC7D8wYesuWWGXj982DTxql0K90qLC3WVUJZiAYaYGakwMJ35E91Dr9kHLU8zHDl535p/AoW6nv8Ai9SXH/LhI8KZ/iHzf28K3pHvu+dGEmdAvwliNNN0hAisJcQ5o5VYgTgjRcdRGvfKEWQ5AC0rfGFR0npbD1x8dfvPizr4mwLl12XYtNiHaGQgPgumkAf6NHecf7ouWPTnp86+HcNOp9C24e0raBNSf6KmWc6NWczZntQNEEvngT1mLLmNEV6hxEKV8ZePQQJPQbELw8TZSSztObaiL4oWdNPmHhJ+AseSy6I4kIsJbwurFgwJwjdAUHPKojTqgQQZnhHLPeO6ptq48cfb7h69dq5fwp4f5EjHf+rVJMcf6JTH3p/d2sZ+Ph3dPdx5Wrl/Cnv2JGO8/wAuqSf++V/0D71ty1v/ALzd/Ub3VZtD2H3VE7vAd59p/wBd89tzLL+T8GT8hhalhvAdO6yvm5vSmUJeoxwqajGXyI7doKkcUTrCsaZNumnjwu7duxYKiy/qID2ds4knvFJIaAd8BvtjE5oTnZFLE25hymTYaCTksj0x2yD+E0KM3ii3EjBI8SFGcPwiYgCc9eeV+Oi5PgyDPxVrtfI3jW8/0Na754blyX+lOeH4VIuljvA9PCzHKR+DSb8D/Iiaai6XqI4M/H5jy/g9MU+2punhbyKOdPv2ez5ZtyyXFl7tmenneKaONAG+A335jVxOH8EzmbcwJQpsvm/wfTSjz5wHYTQo3biBz2ZZwRGTaV8nsxMiD5RbZTHRr49Qk2ZEsbAvyz1wekTK4v5TLBlZb70ctRnwqs75H2td32e341pjc+7y3Qvp93KE2dN85NRsGQFPBeTNVblIl2rEYpfrJ57HMNKJOE2HT9Nh88mAK2aeunJXyh9jsNNgJjyLIiO0w3wWz9iJld/quTx/38meg/n7ucaW5W0eaR5qbiacU3pn6WtOcx5sJaVq8eJsz49khLOMJhp7yGoWUjEOPCMaxDDCjEpRuHzDDt+iNl1N2KU+YZekRcNsA0ElnwW39iKlf/qtzx/38mdtLGKbMxHQNhgGYxW9ZOvZUierMfZy/wCjrXU+vndkz51lTlQJpSx3nWsXRlD6NLhFgU1KzT9GkZQ5BayrJURxauGI7USMPTHhEk9iVVKRKRQjpp4mPjTxNhpIdPDr125cuS/EX6Qrq/8A8/w3nH+2nND/AJcfvQelbLfL3d2bfV322jl137yyUegCM9KcETOgaY8YqOreabyU0CmoDLQy/JQ6usKsFJHyhFrUQxEgv3KSL+N05520hwrHAdFDo/EhbByw+2e3azdxEkScTASSAMgYzJA0qSBqeI8ZEe4VF8G4V1f/AOf4bzj/AG05odP6+H3p3VwP4NVNDUHGETbzaXM99SM8tSbMiNRULSvgqJZ4TLjaYqoSTIeUJuIR40ksRlEER/N35xAhJp9VIpRhgu+MOC4PWn/xVw2FpeuPHH2+4evXaqL8FreuYsRd51N4k0D5NmPraV3pA2Ag2BhyVKLcTsNeUCrLYCXjks8AQsIPe0FQa2oUVL1nDInpJ6zGYUbiToT7aiIYRwM5ncAB8PCrXnLHLAdPVuPiP5wOGOWO71RqPj72gOPzh3Zt9Wc2ztGHvJN7RpK3ZkAnlSckakFycKpDxlVlnp+ho2ydmPHZptk84SDJsmVcnAguCzaknGyhuPIodkkN2JFQKJQra85LoZvdmVQWYhQNSTA88BvqxMZmoEd6rP8Al/BvwlfdUFVxVcFScvYRlxDMVKLTbLRVHXp2TAmvC0NEVJpgGhJMuPl2HFY+aNMOypRKWi58w+YKun713ctD2eHdb0OvXIe2llIPcgzm3kumjV9rV1yP2ZYa7tcUQQ1NPTmZU00wSPabofgZ47OSzIHybDlpfh1OjNALIsEH0J6+PRLDErEWEzh1n5+O1EkT713cG+PmRD014O3ZW9LljMCT2utCfpUv4LmEELrkVQbqZ8iLwgixc6OQsinnaSqrpEi9UD8aFWTsr18CKvETcSQm+bewwS5rTlWY3BhW82NCe5QrZZMVCkAnOSNaqDnmIxHLwiDwOU+zWuX96jMSX8p/hIO6lmHNOOYOlpAEMSEUDkSxzH8TIkGwdDxQws6kCDg0uRLERxNRUks+PGypN0/PnXDp4bMly7DbT586YasTRZrYlxE+nedM6tFarLXXtFUpUN6ZJys07zkgyMjcUxY27dP0yCH0TwI6mG4hlXVSrbw2VA4iH34lnLb9gi9cg08Zrc73mS8r9Q/wiLdcSYnTBybH8r480/nUyL4PV3p5ymrhAnEGopXLFjT1MNETzDDpRTiRtkS5py2LwuwDTTTAtsNWcdLeifSxopQ4qhrS1JuG5NoUbqxFditMhs2vmy6yrJpNtPInjHy8rK7bt+XJvGy4CWbcsNsU8ow20ywIXTFjvRhCm4RP5wPRpECCCBlrzyqRMnhPfMCqRW/33iWtfVHougiWepDdVTb0QwO51FQTE6VNqPZqGYzR1uK0qX81CpKASqQ+krLxl2pK6QqLi86OguP2nJWGTbr5Nfg/EwVsJaUd6bvFZozVklKOZW5NnxI6WsVq0NwrE89F6cx1dQYDQnpN24bjJRQh08w+ydIuWXbp68KNRGnMAw+AWlFhlgW2o9vhhs1Ux1pk0maeSflj8XxrPGKp3MJZFwYNmCsKSZljEsNrSqddlnbwCpR01NoDDJgz2GWiqWsmXbQl0tReOZZY/wBZWvmN9FuiPUFuxtLkttWr+dksECJJmpMezJhGXbEBuX0GQy9cFyxuKJlS+LqCuVituKYaXiBM0tPSB9EeMvQLsAy9NZLK3rs3HJVbZOFFZmG8EBCcpGagGCSTlVR9pszlHAz3Rz3RrXCugL/HMO+B/wBQuVuA/wC0OnT1R+z288S+DriA6/PhBLN6hrQQmq9kaUGdOtIAo12BZEQ7I1ZAQFmrItAANM11HuUou1FR3v3d5xFmrOVMPSP1DLGn2BXsyZVwrEiTF8PwkfLGZHkkYqmxGhxFFyUpsKEMFkRYfPCcQqTLg0ovyrx45fOHpVztT4OqI/pgnwg5nzaBrJhoQ81mtWp2a2gEBa7ItCFGQ7LIiIMiLQsgAtNdqLRlrRzzv3zmIOatqDoeVAcwPvNx58dNdPjNd37+rVxKfSLJHT7EU1NDcjNdrmYk9HcvYWl7PYlBplDhaIlGEls8XiVEexrLuYSaVVTbBIUN4+YIpbQFD7xt8psl2G3LzgL8FOrX/rSDd3/7cu7q6f6CfvUPb+res67twzvCYeheQOoLeCzTlAsafZzqkUAdlJI7UA4iIhHkNEV2C1BMfq6ppti9Ielk40bOPXJ1EHtNHiRU0RVGy13/AAf+H3dH2/wzdvn+v8cLWP4fzNefEPzncG4x6RCvVww9gEaYpxqx10z0kb8xOeojKM1y0nUHt7uyu5/wU6tbf4Ug3d4//Vl3dV8f6Cce/O20Nx/oS1g6dtc2vHUdP/RZB2iaWGoWHIXGV8qJfTFkXGkFQiYJRQ/UDcHw2myaiE25SkxMJiyacvX0Kw2nPGn7bss7F8DbAxkfh93R/wD1zbvn/wDbC1j9LfzNY9fvnrLRrvIdz5pFmwfmirb9veGapip6C1iEAltqnc6v5pS3JPlZTQlJiKyUNmtOpN04ixLBEbT0xWB600WTlhYLAwIHBaZhTbxozOOqZE3dngSIzwKpOR0nUE9oRIJIy5rwA3AdndVxHx8O71OnTAexQ4Z8O63ohbw92NwhFaBHcKQvHEKHwVYXjKHkWK4bVPih0j8pIMRJpVXR1ACSkTJqJP44nHCxj4qfKFTpfyoOjRdw/YbdMx97zfUTo6lZItRkpq31XLukZxqThmMIel/MaCV+M4TmKRPwe8hg6rL0ERJBiOpGk89DJ5fhZ8fKHmnZBbIKTxFPl1BKPKZYe0kAEkiANSQByzOQk5VeY3x5+dfc1770TR3u5ICUYq1CzQSnUZCmPzkHyThU4nLc44+NMugaKlECDmTbgwQTjL0Xbp9FcSvUOEU4XjsD645fPizh9UVNSP3skSzIefCTykqBYmMiTaLxVC2i18lq7uMnmigrL1Ql+dVAAAeK7bo5AR4UZ4TcQw7iM6SMrs6CiMyTepqO97w0lHvgtukeMyk10nUrBE8p3ln7Kg1OnUqozLm5GbS6LYP30TFktRl+QgJLid4aqadxKlQaSiAo9Efiao4BpsG5jf0+vdCft5pWf+CJhdP9BP3oG3MYuwbl1EjNFRwcLDRmYxiI3CAO2q66kDeADocoM9+kRmNa29u/d6jo73kECJsRyDmUmOI+YTHRuMpFxaeTkab8Cm2XLDZ5yows0ZbfLaKWei07cRhDDavC51kOywpujrsyRKSNhwz4d3q46291PDWea+C+a0YtezVVtVcJSAnu8UnK0M8dMxiOZXxubWy5l2cdrC0nDLJbgdcWnxl0yJyJT8JNRg+dtNg4iUq/ZcGC8v8Aoi1G6RYu0SzNkbos1fRRq+X9NMkomaiWY0cRNHcXzOMLUYJcerUOLUVRNGiUTNPnqotJa24Qk1KbFNh9LSCqKkkk5KT08qxolwk4WNtiBkyOCWj7moMSTBIqQeMciCc9N27KOOvZUOxNY1hfCGNWeo+GpaapZhaTd17pWmE+lenqclThhKjTUPGBATjh+fbW0tWJu1ospuSzMXugiEyehaEYWVoCZLwKpxUqqq2Ux6dKNrI+DdzSknOdK1RTh1ibsua0yUuWk5JZTjMGYnj2UZ5UKPjrK5Cp98YeJpRZbQktcW4aPQ4MGIUSqqG8gyMkEGzqDEbHd3wU0ggk904hGEhyXdqCrqBnOoRU24BnyphddmIcSy744LICImWYYTIccM+Uo38UcFQD8WDsdtzfCYE1FP7mfVSZVuyBtGWpAKUPNCww28ZWnmoiViQ15EGxdee2iqiy6etMNeUdlWzDwGHoMC5bxCTZN/Eelwm7ixHKOthwzGGBhwkERNRuxZzE698Qco5RpWif4LA3UtvxupLF/wCM6Qz/AOO3u7uXIXwX6Z0Mzs1g772c0FCojBs3J/S0mdCQq5RkgqjDMfTQ1eRUgiqEWHxlkko/JSsU+OlGTD9ksZ8q5B89Bjyg2T93QuRFEu770MRFF3l/nQu6PtNSxELRlh4wZerClJqCzii+NO3rAPXJl+afPXxhw9/GuHzbbl4002wI7V8vg7f7Iz8IL/swUjh/X11nerb6vdbr9Js5dwwJcgBMJE2m1OJp9lJMoZ4n7Mfm78yD39ucmLbFcZ8O7Nv7meVoUdas09/HC8/4iRtB+m7RFMbTiXR4YeQzFc8VyJyMwTy4YRCj6LHKgWSZ9wIUYIkV1s2USx+bRN42UdMtNvTlQMvJreWeWB6erYPAPzRD76TeHxdu79JpGK5PQ6VjDUjPGYaBIvT3Dh0i2qE2I7ikudNPYlPJDPk/ldxDqanvvk5KbeMuFSKVKGk46w2mmzoM7XICElmQLmShAJ5ZgzMxGpMVYmN5AHCBw5HhwmYqA+cWkf4RnO3Xnp23h8V6YNDyfOrTPBhiB4DhiH5imikrlZJMtzBbeGIuRFKeCtFh9RAZkrgMPUeNkEsAFEkGibXkDgnpTJTTo+EwKE05aEJyaSd3OhShPTAg0pNRbhCJIzfRYjS3MxGmuY5VYYdGtTSyWexEnww2qG0R0ZSFVw2pOSzL1NPOxbKvdDQhuTN5zMCXwzMn3vttYEJasVgmK6URZTRlF5CQsALZkuTNswmYhhFjGFCUTpTlRYNllc5DSNAyEZKv3RUtDB4mnC8V8n3eu9B1iwVDOvrSFrLlqu6mtcu7mSisSJSVJpNeGY01SS1UHpEujGUBHQYdMm1SKHTlVhtUKK5ODyRyIYbjSF21dCLRKUXzx7nUYWAY37eMlgSyEMwAJDBVJDFV035gZxUDI/nCea5xHAZaeSM9ffCZ/wDF7uf/AOznSe//AKcyy2syTrgBYmvJubEroemBFEp1+ZEtY6gNDmlA5s0nxrLZYi6GFNATI9hI8ROph0nE0IHVBxECEZJqScacKaeWeFzxN6ywYd0Td67vDp1a2Jy7siH5qbu3VZolJQJrJg1ZSIh1FQjFkNJcdmleKpfETKNDL2I4Ag10aUEh0VYPH3ZZ+deOy5pw08cumGmW2rvurKa8RSH0r6l54wgSRlKLJNafpyzWhhPiQseOQ6fiKXcuYji9EJrxRMUEdSNIppSSCzhULpyslHnxF4YdFFEkYadmXOltlZ9oYElYSciDAQzrBqQftdo1ncF+XZw3VBH+kJ6v/wDP8t51/tqTP/5cdor9emnvW1uvdVe6+TSm9t196iIb1L6pkCEoyheYk8JtJaGyhwlMeSbg0mHE51NVeIRAlRKQjtSTlpKVSbRR+UcsuHjD5yYfumut9Im8r+Ee64pFQzqM0+aTt27EErouUYkS0VTXTEzYXUnxyE14/DSyw+RlfVM4PF2XKqmmnTl48dssGHTLL93V22yO2B6kNHu/13gmorQfHurfTlo9gOCtJGoSG5mMHZGTBeJiiYQlGOZZLMaPVcnGM4ZjNq7wgky9KvUUmjukp+0/enXT9o6L8syVxYIVBtW72IlCrRcIjEpJkkiCu/t51WRlE6j9PiJ1MaT4nlFj7eoj/Iyt4V/YUaoOHD8C0Z9PvfFxHgz4M1+wzaWMf9PdQeQ/0xU0ug/n42595b1H9jK3hX9hRqg4f1l4zzb3ccZDgn4M+9Yc7mHS4+eD2Xbpa1CvW2uyLXZYd6iZqNNjRkGmmqMgI9kAERwACNtug/7IX/kW/wAdKt+cN3V4c1z/AB399Yzv29WkrdNi3ofg2N93Vp33hMaahJgzDltKqHJ9lpdgzA8UGjcpkpyThVUmLLePUlIaj9WiWHyC2beG4aT2Ah9JMq558WKu3pLjX8FOrW3+FHt3byD+PLu6f+JVx+vx2wneU6+Pg/u8zeafz0xt5ZOyTa9puiiJ4yl3FMjpI6jYdiUpEMStQg+ZVAWFzTLEJpOPoR2C0hRQlBEaTFAgoMtGnZryjtyLvk78P26O/wCub99D/th6yP8A4GvbB2BuMekQqSuHDcsDcoM41YnMHfpI3wazJzbLICCo3AZyDzz7+R7n/BTq1t/hR7d28g/jy7un/iVcfr8dt0fB8dBer3SDOreTzN1N6XEHSjDGpuPZXxlJ6WsLTCk3HMMQ2kEIs1AxAqwHDbiUEULpJFQpep8fwsgI7B5GhcmaTxLsIqaw6JmyhCLD8P26O/65w30P+2HrI/8Aga9u1dE29C3O+jeNIxi9Y34Gu/Vo4i6GHENuoU1apWr6bMLQs9cKxVU+cMLJZrTySYSl98wXaTTB9hp409TjD4v2QBoRGENvGjM69UkibuzwJWMwiqTrlnqJ7ZBEgzpmJZOXDPefIzt4Bwx4d1vRG/j718PDu9Tr1yHt/ISOF1AoUPlHgPSh0u4NlnvYbd+VLGXTD5w88m9YYeMdt22y12XjDLxmog2wy1UNv01xjPIMW6e/jbn3VoN2m784/d88s/0RTuWMcgzb1OvXv5gcPdxtT6HXrwvzb4eHd09/HndQ4Y8O71c9b+9QHTu4n9D5fDtdyx4cbXDzO76tgOHjYONrh5luH1X2aHDHLHd6uet/ecscsB09W4+I/nUB07tx+55/aKdy8Qt3XDzO76tjZocMcsd3qjUfH3mypG7u/mV8jHTIejz7Af0vH22uP0WjYAzkfoja7Ff53YMgI0AOoYAH7R4M+sxcPxV/rra48EHhnPBnh2mAAaeS6UG3DPDbpAzHb7o8ezX2Vn58aTx4/Rtljj2Ap0uz3BwdagB1r6PAWmbgPk71pzHvHIM40/8AmbAFWQz5IOWKs0Dw2dx8Po8mmRoH4qo55jnPEZIzGW5T7hw+BrNjMeY+ye3wg/FQ77V/JpXzgvTyYBfAj9Y4Dyfi+By9+Lgy0/B02Lll4A+TF/8AzsG6Msj2Rb7IN0FkQZrQWeHoHAc4H0L5ZvZ1eoUsFc5G2zGqiy12a17A0AGbgNqAFHQCA93EAvegSFziO+Ad4kaHTP4xnVxkB2D4fE1Xg/CP8KCr/KC3SlaUH+G2oD8oP69FqDTkABUaWqEfcS6JfhCEU7w6Xu8uUJWbupzPaW0rjkpkKEycZzSdSlNw4fR43RHp1WQX8XmIwMLbJWPlh47ME48IkQMFk1tpNbdOTTo5Bpu4JoaAZlSijVX3mO9f3ienicpCZJ1LgqEpQzGnUsoKtLR1DMMGicQqT9KkDPJy5WXkUmoqTXpd7EqU+ZJphJsUNyw2wfPyE/G/g89v5O3vasf9V0/s1DH6hjGfaAd+3li4lxUZrhgEOofa7KMrLBBKlJBkTy07M5mM/Fhrlujzmd+fdevTeh/CA93JJ1AnnqNkNux3UCxHMVFlentwMSn5FCsETrsOxXFCeJlOeT6S/JpwpsFrDL02y/eNuzIlHXkGmX7b1zbbhpSfrUOQ8sGmHLs0qoaSpmGC7DbLhgwfJFjT1hyy8F68ZcsvHrTLtlt68bZYAAaeNtVEaAscwH8GlmgkFkCZe+e3m8w0ImouVcoiRy+nFFqSVVi5Y0ScKhZNX9BSgTcKLgmoKBR0ddOWTLssdNuGHoOjL5hu95IiZUtpxSZlZNGTkRvovlVHcCw1EUvYofpKyivl+Ej6YWeIiq+SYhRkFcT3p0kDp89KqiKlnXTbTTL4iWaq6Y7Nldme5N1XXCmFemS6wIxYiSgEAyu6pG+TOXEHh2Rz04zlNVJdPs+ynwdPW5qe02aqYVjRO3f2q+aB2eOmmfMIwgqRDC0v1JSA2wfhVeTUd0oKiiZSYbcoUExUSQXClFZE1A8MxQSg55C8asnUz9G8M1qkN/PMGVW7B3crqNIykyZmhDMwNXGqF5CS1D8v4Wl/Ch02JUgnuYjSSSmaJODjJiJCBlbJQ9864wQYOh+FhViZ9WOk7fcbQBAczodOQdMmCYSmFCKmLn5RhaOIaRoshw+LlsG3InUNfIKCYbF01Vp2L8q32Ghqx2RHb5UspRSnkrDbiDZNywl5KaEHLbL1zCss4IhuAobcvQYdugeukOFklJS3bwHLp268owUBrybthgB7LLIBP1Z8Jsi6Pq5M4cP5QKTJtB8UYCZzK4gvV51TyZ+MbqyCD4VRIGhOF4Jhooynw5B0OocKw+RAO0ySRIeTSiQlFAaF2AiyWIEy7kGhoIg7qNK7VaNx5+y9b/brqMd8K/5dU/reiNPAO7a1uGA60r5vcP8ASw/NtVI3Hn7L3v8ATIfqjWMB/Xp1ADT0elsXALcr3h+X2QDL8o4j/wB00ewZDfuBqKl+3s+qF/oO0Pzi1dQhKqW8yI2l+oyzKlUOPEptpIVmY1mbBsAm3ikdTAKqwvCKfED40UadmwATJQu6e1ci07HX+mzedbuCaeneQ8zZr6nt37LCaMxJOy0jeY0tj8+pEIZ6X8cxTCCKuRXBZxFiOLXcQJBqF1w8fRTCYuu3awRekmyyk7ZOOnzLOlvhK/7Ddqi/7t6f+FP6IeV3qh9+PDaNHRYPwaz9B5pT/D3+gS/Dl+h0kp+GX54gV+dv4Ufwcw58/vnR2mBa+cPzpBVBZ7Q1+UBMdq42reuOm1FFe0q9AjRdYqMRdgSpABkgCQYEDQGrKczoMozyG721tnc4vtFuhctrIdahNfe7AiJue2otSmnL0YP1dyPioE2ETjCiy5IrQr6igilKTAmnPlCKf8oEmQBoXZxsWb9ZQNvT5YTi3ucFaB5EoulKdWnyJ5Jq0xzU9ZWr0PTEPl4sR4biVZPQoXWYOWFaChbJv0dNA8XeOmlIqVP9l87dNvXD4NGV+Cp2/Y7xsFbFOYZ8zlUMVHrXaP3SD+ge/glGUn6Xz+Cb9D/+hTjLs/gXB2MGfPf5iRwMSfrYdn5V8l8l/H6gA9n4vWlts1drQ2e0lzZyvT21ItuXcqzZgyIw5mTrJHbUjLCJGbbiTwngP29tWbt6aRJJu7A1+EU4mVIE3GjnUYDgoSLOSpZyDyV8UvWwdOHDph07Bt4228a7AM9pttptoO00LQ1ddzjv7tNWj7d8yJ0qxRpv1rTTmPK57NX5bWJKylgCMIHPNxvOiYMwUp2kqyjNyH1560WR4sTial8bhkk04VnJ0uWZOFXbg6ZvJBw9mQrxZuPmj05YGwbNDNedK1ZxcObNbeNPEOy5YuNfF23dFsqhtkG0LkglWylgAZUbjA7ag5ntjhwETn8h7hWzefCEo9jRgHGn/c/byiayk/HyRF2syoOQglPDLzsg5A+tQ0izNcJZPtCyJg++cPHJVy00/esiwwI7Zpq0n/qX1IbkLeDzA1UaTlrRvH7qXsxURBlUvRcTjVQUYFKocFqCPGD5XKpyO9cPFFVVV9Gfpygiox8s/h949aI/FjJYw/sL1G2eH0eAiFQ9CoB4YyFREIwN9PbdTa7f7H2L+HNshyYC1ufDA5Bct3VtXme+bg6G6MPRoi5oc8gWkbutHEVHndyHkdvOsa3FtP0pTQ2PKUTzhj+LGKOPZHxqAAHEOFdLRtvGNJm7v3wG+iW9WEwFaXydNCfR9Lgt6nwJG0atqZyG5lTGPqzL5xBqAuPk9hwUWk166fH3ZZ0aAwIFmnou3gM2LNxd+xJ6Gv8AUhfcOUYxPzYHre/IGuASKqUlpNrKgbVliU8tFVUUTLw4oqalAULn1A+bftA8MGjhw0jvTJow/eNNPHr8w9bevW2habFpoRHai2XuWdjdHVGtW0YYkLqcVnAQQGQ6HjThnEQZ11jdy/DdUHK38J+3RqUy20RmzNGJRYAeyyiSPmA4aeYswMRpcPsgI0t22nQVuNNusNAu9ykvvHZhxxB0j5KalYWg6EYKajAnN+bUtycJS9jRkFpJRGkmD1VLX4kdHVIPlZ2oMlFF6lqL0iXNP3JB47Lv23UlqNLeXcPA7Zh+AoLQ+wLHY+R4VQ0sGBZp2RYAinOOyIcBZAKVGggFtsveDR22IZ7DYgIWuIUsPZralQyI8uO26JtGIF71srOapZKlv7Zrrx3DcM9amYjPhu7OY4eznVTf4IN/MJ6jx/02isGK/wCU9KW3oj4X7trZwYAOfTlT1e639ra1TD4IOFdCeo7n+i1VuHD8DspuNB+sac9pTd4e53uzzUpowb3fbUCs6dy8XuXuqn5xvpXOnwo7UToTo4ESMR807iwxCXzNeLIkHUn2HsYsrQGnxhkGnKG27x2R+j2HZ2wO/VAw21xMQz4QYkSBmWM5AE0P2VHb7/xqYIBrS2RrjGLej1x/a7cLbyjR6S156JJ96Xnh0skrkw4UdG4FWjvl2SaNMaD1ZOjGAjp94Xo/dpLUUoaWRXBdA29aQjik7Zcvhb8i33OPCw2ZABtz7N/Q4V7s1xZK0EM2ZDgIVEez6nGvC3qjS3YyC4rIwxKylWHEMII75iq1Uy3cm/VkrpLkPD+iLeiuJj6XtTekiGAlWcai6XsaRQmTChOASD0jBT9NOQckRQdYiD5ppiekuzx5gYWjcSqbEsJRYrOYnckifwtM6xHW/G3scrdfBKXUZwFu+NBKcoEpCqkeJgJh6cU3WTxwy5X0oqDJgs7NOYoBJiVdYTT6sWhxKl5BqIqvycRRGbLkrRUz9Pkg52vUgxOeSEoZumEFpltCfzPlnBsfPkVtl8wZBtJeRUhKzaa0yZBkwy0TFyIPwB9XyjNQ2ajo6RD6WnoiElpyIipJRyQS0hJIFkxLTSRZhl2XJkCBNw4Kkyrh2yDtyWLunbp0wAMO2ABmjPKuzXT0aXbyvZtMpUC2Ve4UgoLjYipCEAmFGMgExpSoLvhLAD+k66mf++OQXPP4fpa3uAcvvcdu+t17Qd2ru++YaKtLtQpX/KTgi92R4YpmnIK7cDfCWBZHc6amaCI/xRSC4U/y/pahewUG2Ld1gp3xuvbbtfd9D/pKdLoDbnJSCOIM8OVajtI/2e+Ry2O3I0/2588xv955GlVwNPs+ivwdjW1qc03ap4WjRO0A6rJoHZ4aa58QjCCrEELQApqbJxg/Cq8mpDo+qKJlKhtyhwVFRJBcKUVkTUEQzFBKD3kLxoydTP07wnWkQ38cwJV7sPdzuYzjKTRiaEMzA1baoHsJrMPy/haX8JmzfxUinuYjSyakaJODYGYkIGFsnD/zqi9Bg6H4WFWJn1c6Ut5xvAECTMh07B0yYKhKYMIqXk2lGFo4hpGiuHFBpy0DboTqIukD6WaF00ItOxflmxYaGrHZa2+ZLOUcqJLw44g2TksJeSmhFy2DxzCstIKhyBIccvGXbtyDx0hwslJSY7eeSdu3QNMFWWvJsMsVFllkAodluYTYF1RszGSmD8oEJxG0HxYcBJOZTEFOGcppWRwfCqJAkJwxBMNEwIQ5BsPIcLw+RYEWmSSJD6aVSEooDQsh2mSxAmXcsiIM1BivGgVbtyCAfpvW/wA62ANRrIXCv+XTP8OLIh4gHdw2tYgFaZuAgHmiGKZ822OGeO1U3cgj/Jed/kP+mMYGoh/Xpn8Nw7Nq8vN7uVr+W0bFA0u3IAHCy+6rL9oV1Hvgd7WtyEUh3f8AoohuNpo7x+eianQzAiHC8KqLRaVBCNSLxsnH4qywRLIa1EbhFZUVWHHREwow9Czaebi6YR9HQkJsgtbK0bblmUcoN2DHehGejxiPIr1LEVWNNTMduDD5WMmpyxAXRzSYuwioqzlt/wBmU6kgQw/gw8ZdO2FCIYdfxedIOD0RqhVqYtuWcu30wy8230DQk9mkUhZuBSsxXsOpTyNikFvFJtZeQqWiZsk0sF4efKz14pPkh0bdknx1oTDxw29BloM5Z4Xr6PAb1pXLN/7b2badBjuvdusLnVa2iYYVLTQGkEnE76M2WQgACr7zPYAOBj2mRPfyqpfu1daep3dmah4A3M28Cl9G8ao51aZg7RJqOgKEl6KCEXwI8PNOkBIPkiDhQUD8vkUg0A/LJQDarJgk4fw5HZVzCKOWXof/AG7/AL/ZPfg/Q/6bspw5ag9JPQK0xkdrWxhKSzptLUDqaQOHkV+YNox02SLvziSZNFH6aaMppl65afEH5lPNGiD96UeOXj4kZMFXjTbl88dtVSd/5+ye/B/A5auynCmdQekkfyQr4Detr7cu0WmtbI6G4biC5Y6PEBiROmtAKWnrRmASAYgGag6RMyctDn1cspmBwjvkVbKClPYIWC+QtTs8ugW57cca5tJSrrQkuTlAj6h52aZDZWOEOMRmPIOJDMKR0+coqctEW4aeKxUwVe/ISm0ssGlAsL1th8/TSQiwIu2RZ7HC2MVHhQaUD1Q49Q9uNnBwEbXHhbAerXpx5DTG3e6h1KsJVhBEkZSN4z8CD7xOWvGDrGmHUnf2kZRGpNVLJa7quVk4JzTY08y137+8ii2c0jGwYm1AJCckbOVaCG2zjCewyqPz4lEx4Lw42y5d/EDxzyn64xV0yLwNmRJ8GSQo1i+EZhRjvOtfcWR9L942+gOOIljoouxhBL168YfvHsIxKqPDa1Dbx6/YYfPG0c6SabesMPGhabZZa24B05bwzSnu9N+LvfYx1WR+pwBD8w4scQzChtNgiM42eKCwlxEUVDpZ6Vg1BXDJFh0SbZegYOuHDh4I+TdvG3gdnaZpn4THudgp+qQirAf5Qc9LUC/+V79lNvIQbGykXTaRluXFwteIICOVUkM8gkKDz1AAAqownWNTvOWkb9+cnPwrUwfB8Y8/z4ref4D/AC8FsMgH/bbuxXgA0tXsjQxupon0XzqNTfWN4FrP1OFDUELkHBLif8x1GLYGLvVtQQzzuJnCWaPGnTtfTAR2yZA55EWnRRTUXQNMg/Guj/4Ji3O1v1SEVcK/xg56cKf1vOnLwuIzGyCntLTU3JyX8+pOLZiJJYzORHcRQYuHEdWQDKmkNHDJJk09RlwiQV09powTfs+QPkSxgGWQaadgDQCPVbTYyQbLI7oAxCXS5GaiSMTCN2YjTI5RJiAREgA68IB3xOm4zwNcla8Yb3pS+clg1u4Zg6RIHIFSsWszdY1RkJgnDCibfPYb+ZDUF/MWBYvZduSrl3FQRACm2QabbMI/xRkyAGhcx+hLn4T9UB/D5ulKjSn8JNQHEApf8CnHFh50zeOf4U6lyrW9Tm51R56qAo8j1eas20qcauBk8QFLlWdmDpYKzEUAPJjl8pFBIwi/VjXxpOcvzxfsA+KOnhhl2y1qUNLHwRq1dSb/AIV/jtT6p1/yK1D69ua7cJvXVDYMBQdbazZBxIrdVOjbITnnmc99VORjP83fGcDPPs36HM8Kl0Zlz8J/DE/N0n9HKJqA6AH+UpcOeeNM7e+423hGsjWZNLeHSf1iqUo1WKdHMypcSuTD0oYUPw6gG1wzEc+IXjs25MqbwVBYSTahLFKfIBg8loxx2SaevDSeXfmmy7iIUNLHwRnjqTf934Wp9cw4hCvKv3ptM1ucE/ctygjuc0qt1/OkvHMezOheF47mZDD+KJjRWeGFZUKqkhJK2WeRogECicVTlSbTZE6wTMi/OPVciLbltgoLbuLZY3rX5ZMILYl+t9MXlSFAU20zDQd+m4gUE5ZnXjJgx7c+87sqn6CwsjYfRAfNpYQD1OQ2v1vxUOHcz9GtbAH5A3D23rs0BqDI9Wfo9wXHshywI8/arPs4XoNLDTiz7/Zt6B+I948+ctFM98HXgFnfPj38DVo1vb3Xez6HIXiWc8+d1TKBBkVC0wxhCFZpHdTcu4jNqXywpnyMIKTuFYOiCKYwSDMRpxJ2cesNIzsEwXollF8WaZ7I7ghnX38IBi6HUCLId3MkpVGH4oREmIUI/wDo1pFlPj6OtkC6kmHAKnpiFTpb40RNOH/xc4WcGnHlAdmHDl6y27ZjN+EF737d16xdAkT6e9OOob8Is33M5pdLDyEPwSzyhHsp0JKCu7iAyK/HUsYXhhr5PbesADllbafmu0IknRkAEQlXkh8Ik3OkISXlFCcRawQTogheWEv4dXU/9D9qjN/EFhDhVITVMn8bIyQNEjPxY6WfufLkzJgq+7AvC7966aYeN+aLiG9cU7aRbCIytj2cSxJxLiNsg4QqmAJG850ndjyyOq65zu5D41FxA+vTXRvenkLThhXcmSG1LP8ARxN9TSYRihZ1bQ9ARqVU3XDUGRQpfJJKLI1gJ+rG2W4fg5R+UHRBbRBeJ5d04NNNgdct3Vk14bfESD5RLsEz70mVeHirDbL52VOPHDtoyWYfO+2w9ZcvxbdMvGHjTLYMg0y0ICFaIPwfXe17vjRBJTVVCOqHUB+DCIZkaqokmRBaf+CmdkaCtQUoQnC6YUWvjUvZaxaRTvLHU444+TlY0QVXfkfKPSDDl46ePLl094fj3UnpciRM0yTzNSOjWbEEwytSonwShd+tmYTKrBpDiQhETmFFdpFMmWlOHwekhTVJtPMuGFNpk25dPXLwvtOzMHtlxc6S4VxOs25kHCo6qqQSIAxsdMoFSpymZMAkZcNMo7Mzup+qrRvpo1uyzfSj1QSlhma0FiYbUEp0sujRNchZYeFXhQF+DYqSH6fEsJLjJZ68LtKcPqhAw/KPHpE40YIP35V5CEV+DcQnAoNoEgd5hvIpFy1cvzL5ElrCs7WmIfht0aMvzYp6Owhp8LOGE4u2/adlmTRAyoCwHlTykfNPHxp5+gN1fvrbCG/mi76P9DLD9Lh/383oHTZQ3V2+trbfyxdW39DGgcrf5OeXjUM7Q8OcTbJcLQOtNoNGWUrdBIncT3DOoIBMlT7Pbn863Fp7+DuaJJZTMJzt1CRTPHXjN5NAl8kxLq5jpqYSCjfJ758ZJgXhFhOJkV1y5MGTL92Qj07GSWXMPmjREiUN1fDPS6du3Lt25dMMOXTphl27dO2AYdu3bDDLLDDDDDDLLDDDIAywyyAMsgAMgAAFNq2obq7fW1Cm/mi4LAID+hjh+oVAKX+fPcFa3t3bb00y7vHeryonzLOYk8N8JEs/5TwovCpRtJw5IRHhQrHqUKceLMI7+ICsXKBhMYdnX5U8L5gmY7YkwLtMAw+aaC1s4OquzOgJEmbXISx6Qs0amZOtSMtFPs+c13zvBtAUnN5Np/DTfPOJZmQpA4xxDcffKkp1iF0KK/liFyyoXTy3x6L4KjpI+THzCwZE65+QvjTxt2X8gdLgy8B7FYY+DgyDSEZ+KfvCN7MWcpaa9+JFHWrCDnJRw7JExEuXdOHEi3bLou7YdMOmHTrybLDpkHbvsgDNM/1B6V9//F075oxLp53nshZUyPW4zWlGVct1/TzLCJlqC4KMGGmkRAVF5W0+L6krHiJQGHZg4dWlZ+8eV7Z8zTyrWmH2i74S+ZcPiz7e96bW3Jh08cvXf6F6UTPadPXfk3jPaZ0ysts9phrs9phoGgrUGgGg7VuYGYltmvM2QxDAJAOX+2abxInsNROf2TOm7iOfGOzPnUQm4d3c7veh6VJnTzn9rm3i8IRbBeoSIZTpSfJ7U0CBDr+HUmW8r4wLHVApGkDTBUnq22pRqquH5kusFCLREunumE50YdGDRuxlpi3H8otLc9peT8h7WpvHZnrMulBTUSEBzq1GwzGsr4heKkPq0PNuIshclKSHjSsVKOVh6okXblZItOFcmnnBePGS7Tl5E9o+3Km/C0Ey6X5T6Td5fpulRAEUxqdmIuIAyRQ46+PRiooUPw2cWPlWZUkYxWivlkSFkEl8QJqRdKdiR+MOiTBs0cfmOsP0GvwmS38l+028w/UuSf8AEP1Mndtz20KqmLZ7pdYlhhOYORzuDgN26oGQHVacvHLnyHhyNWXA4Z5Y7rejYPD3fCiKF4Zi9NFGi2HUOKEhp+6MNJURI6etprRhwIi5ftEVIqZKi+ci00Lp6LrtuxaHsNM1GmsdOUOTshCRkroZ1HzCRZrz1RITTiE0ZkQ2hp8NoUZxa57YKC8loKSgQ0mpJU7+LaYJEkJLLuRZFl2VYC47q8fDu9Tp9QbdgBIGRExkQZExkYnMTnE8pym9VmNZ29La0r7wA1oZ03bomHNW01IfgCE5sJCxLyMoXgWKWix9OYXTRohCpPTtG5ol8122HDwVdxEjT1psXZlhwTaZZZDAlbeb6915SOLC58GOmQtK6g+aMqCqrTHRVFSPGGgAGn5w8c0jvjRl80DIA09fPW2xAAAWrBTl/VFq3096JvhPaxPTU7MD8GUqyOj5Cho1FIwnG8ZeSWohglyXRiQIkv4ZiuInnxx84esfGXSO0ULix2jRhwyLLTUvf8Elblm36s4M/tdtV+Lf1iOnTv5cYeWuBtoFvDcZQv5IZCIPWWe/lVScz1og6ZcBx764rU96PvFFGXkWSqd/BuZ8osBRtD8RwzEMOwvPR/C5M2lRYlGEZeZcsoOlcgJM0eTzT500eKi6OMNCw9dvmXjt20zJ9uYYQcwDoqTYNKaIJgbvtOQZmx86TdPsyZnRVN6I3RdRfJS0/jQIzjKGoXWjCfEygpnWSxBtPeliDac/dFzjxkRcltKh8JK3LH7c7/yddV3T+sQHL6gvy7q0ya5tMW8VlTNCJNFc7244IQ09UYAUI1dS+mTBryDo2V4bA+kGGEmZcHwQoqrae5PklZh6nF35Ftp2BZs67fg2w70t4S4i8LjQQFHRTBIJjAoaMhlMaSMhQa/aBy5cuHnThXcPLOOXdbGOeOPK1T74Sv8AzQW5R/s0n/8Av10+dA/N3WtvD9Kt313+f0Rh/uYof6f6O/vQPZzlPj4PpvHtTq1KiI59b487MtbkdFTUbynUF7TOVdvoJito2iHmltKBNmYQdtmhNw4iP6HnZtx2k5wAOgZF6y3F0u6FRaeSVObWgOq6sdLh3DhrQydx1HDcQeNWto3IxCqQXFyZCRwmnxWowuvkIZUFJsw7TyMQnEk0XRTh94UcGDbskWUnhZ+aeFi78ww4YeNOXD14DLsYkNxru3pj7sDSBFUiJvL0AxRMWLJ6xrNJaXpbKkQLELmk9WhqB4Th5yVNxPDMJq7t85SYNcvjhJ8jOXJU6aNeRfmmXjRhvkb9Kt311v5PRGHL+Zjh/p/o7x9VvDIIR3YG+VRYrhhYiLflxdE8PpMQoqkuw03puQiDEQoxBSKmlRCbPOo3evSTCsSdPyDRt26eNlwf+WYdttMAztaSWVjZuSoIBxWoAaJy6XkKnfoeG7fHPlVjDlnw7ugfm42tbnqZGk3TTOGbcsp7zUkjLqYM3ZNE1IjLCOothsktq8GuVU8QVHzxKZPMPiXx0kpJ7lQQlE0UMKEMnX6kah0ylv1ZWbOdCcs8sD09WweAfmwqZUMqMbS5j6DEdYfQ6rxbBMVQwlRA48oD5CUl5CPJRFYci6Bl6DxMNGnR12LsWXgNuAFgQaABDUiRmAd8HiMxrz8DU1DBOffzSJSJyxdpz0c6fdSW8RnRAT9+QjYnpegoF6WUGqrh68LNEIomg9bMEy7pk45ME3q6hoMQQu4Nk1Ak9XGVEk9Iho81vRd48/X4TjqZ3wdqdTZeCn6geSouhue0DTUmXBjtYSDSWrG4GhliRiUvCpqiWZfpCiTTFlFfnE44bJGnzx28aKPo99z7rsknuWIEjrd27yuXEV6RZwJ05YnixJnMYl/EcUyvnokxEyjJqfERaM4Mh9UOqRRDcESSWSiYSihCziGhS2Ty0iKJJXSSM66xv5t0Qhoja+a1ySrMk3ZI8d+Ko6bHi6ttuk9y0+fOXcPI0Hnl0Tj5lgWCREU9k2oPhZckXJh60yxtzK+MS14W232wEGEz9lg4LSOOWemlVmdWjlkI7ZE9++uDJATN3fW9k3l0k9UQxXqW05a7NEsEHoaHRnPKFoalovmkVl9HT9RV1VBU0peUYkaJMTFOmjZaGowTVpHTWUNRiCGkksaFo1PrqV1KSb0iSTjnULP2LnMDyrl2nuD8RLzwifU34PT54qko6UnJiYWNn1JZXVo8QRUZOLOG3hxTPFS4CwDxp4zVigCOTu+H32uk/W3o4k3HcIaVtGkKrCTMnVvGkKmoDLzpfvCsali0Dwm4PFHJ6InTg1EJqFHSY+ftrSUjLUWqURp0PEmUUorW5Y6gSC5nwbE0u5jQqgRzAkaIp6HYtg+KkkkuQ5EaEpuBLKCSsJCi4fkj5E24badvnBhy2wID2gAGmWWmb2SWW4RBJcw4BCucIAaJ0EBThMHCYqRoffGuQzj5ZGMqqsbtWVsdb4/WdPTew6spXHkLTAzLONdLuieT0bFRbYOy1i5OXoTj+L3hd47eFTgHIUiSLUNcX0wwbTVmLo/i9JRz7xOgQgyzhegud869xrrGL7pvU7C0wJj6Pp9TMUlLQRPmFoXV4tUU03HcQMNjBaqiw+TOHFAicVlJ38+UVCIPF2BI/NH4qdoivAcfl19Gt6oyOkQ6kpaBD6UnISEip5RKRkVHIFkxJSUwg4dlSCamJpJy4JkCBIs7dlyhMq5clyzh2w5cumHbDLLLjqSlKb9MMqSYnqBlFOipo5g8SLm36SpCUMkBUEx6/ctvCB4SJ46SE2Vacv8A4ocNFhb8i/fMNBZjCwaLgYszxOPFGMEToQAFE9WBGlI0zMzJPHjlwy7sqq86A/8AHMG+A/1DJW/+odOm2GfB1mh/TBPhBrNqBrJhoa9lmvnTs1tgNWqC0IeaFGREQZq0LIALTXa6G0RSMnZCfwhPeoTqimT004ak5MOTUt0uAJtRBL2LUaWccqZFFkM6Op0Hx2opBaFomPk3qOruzZRFVTpgu8S1Jh87YaImgdc+/B2GGQ1+/CCXgAPba1nILDQ3uy7nTrTaYAQwAgLxsbAAj2r1AApkgh7eRH5faNeGF41A91UE4hP6TR2RUvOviVOrRJQ4CO7uzTBoEmBGalEC+8msOqiBjTpMLIokyb1FNw0+gpZhI8YWDiq8UBVW1IwoOmi7Dttlh0+babexm/Mn4Qj+0W3Gn/ihNDp/XR+9+d8b+FEzfj6VEA6CmITntNuQMMxlqUVYdmfF8oZhxRLpcZgN8iogLZk0owwZdtnGUZPfHVQi5UCSqVLnHTL8E4yPacvONvkvcm/9cX70z/djRZ/8DNtNxh0jKGZcOGfyqIMwCIDKeGeeoHGrE5xwjeBqV3a+SN9d2/Mn4Qj+0W3Gn/ifM/p/XR+9B9v7N1Pqwnzqa1x6wtFetvSjoFguK9K8HIiidf6eJPqzhyaihSXUgm/LPluN40jcqqpDCWqunroSaOlGWTgNdoy8dMi6b4G+S9yb/wBcX70z/djRZ/8AAzbd97oOG9zrJ3VtMVT0cbw6durjU7qSg0yjRKQnrGrMwIhX0uDRGMlJcYXHMjJcqD9WJkUZoTZ6IYkUmHieXZKly3xjyA7QpONIfLF1gbyNIiAAAAZxR4DsqBOWfbJByhfbw59tWayhUqQKlSJEsXJkiZdyUJkyjh0XKlSpd2w5cFixdy7YdOHDh0wy6cuXTDLt07ZZYYZBlkAHnzUTp80uTph8vEuprTvJKfadKtGixch4Jvyhl/NczCxI4SIH4qZhN1HaCssI79ecQ2kApsJzwiyrPEdIZPvHgECjTronl7u7Nvq77bL4eHd0+9+d+wgEQQCOBzFXql/+nA/Be/8AO9ZV/wD2OnTn0/7F7/vmIc7rx3Nr3fFo+pgtpZgtjQCWkE8g9QksGlGU7uHn00GkJUKMRC1JFlz8yHxoFIwSf/ONt2Kky26ZMAIvHLA7f0uOWPDu6D+fja9yuMZ5Bi3T38bc+ZrDtEvbEMGysxJG4/lMxxFVg8RkQfs8O+qX/wCnA/Be/wDO9ZV//Y6dOfT/ALEHr982vJG6Y9LMi09YUdPGm6REjC0xUtFbitmUUnJdyweRYnknB1+iFYqYgmHEdlcdpbtcVAIF1No66ItKiiBXyYHTAvq4/wAMD/Y5JC/2bECf8BWobp+f+7aag/8AxJwvj/E6icP+1hToPjfj7ZtyLjowQ4VUhlTAetM724cakEyQYyj295qm1pE1GJ3wcXVRqQ0R6xUCPkTQjPGZxyduknUQhwpE8ZwygOVUo6SVNAiJlMdrS2rnSsLo8Iw9FhBAKKkWIESQkwvGYeU4bj9KXSn7t4PrPc7/AMmTKvdh7uQtGsUSIczQhuYmrrVSahRYh6AYdgWFTJ1gmTSisQpxFSNEXL9o5EKQC+Uh4zGkbIsIIUNujSaKwqurhEeS6l9NSGzUGzPgSDJjwgfeOnh6FY8hdEjCGzrxwIi5bNocQkFFMMvHItti6bfFXjTsWmuwIdoe1+KW8qJWSbhx1B8oZay/lVCTl6L9zC0t4NhyB4cdP2mHbtp87RIYTEtMYfC7du3YvGSoNiwwwwLQsssgLoWw9HjHRE6YeuFmcAaYw654cUZZ61Ebp6vt7J4fDLsgJSNwZOGH0lLQUHfY719EQ0ROJJKKipGoeKk1JSEpNLOiScmJacSXnJNPTiBNy5KEiRRy6LFSzp04cO3bp2wwHEnwYeCjsttZO/Dl0pRlFMxlGAdQkuILPzCjhQfK8bR2dhWaer1CNRnF6qYafv1OKYnfkW1uIFF+9ePjqseNmXjxtt600NxDljlgOnq3HxH89Sr4O5+yMfCCv7MBI6/5ems7oP2e7aDbRLtjCCOs4+0xy6NtxJFCACsc/YI+VW1+XjjuuHmfe19q9HwjfTdOWaulKS+omQULm48mNob1DwfqRewIRJGVE9EUEoDp8ESvU9PJM/HlB/D58tDq+olCbt6ZahhOiJ+XdvDJdw6eWFuWL9Aza3o58feB7PDu9Qef1hfnu6B1ZTkCNRuOoPcQDViJyqCCWPwkjdMx3JNxN2JNRH4LlwqklTMTyci+C44MTPQ156SdmH8OJiUgQwqEI0F2YH4o4X4RUFSHWhF28PqSW0yaclOPNycixtrT3j28E3zyhL6KZZSXnzDyDp+05EIuKCmq0cwVC7mWSUrReJB35Uq9dE0ySMBOTikQNqKP86V2KofS1ZRew2pvmJ84n0HaIY3mC5mxGWj7TDFUznJhg4zH8QyIlgsRc2edNg8Lnn6+oQqYUjJ8q8/GEzpkw+NE3g9sq+ctCIj1OTKFE8oVIkCpYiRJuHRYmTJl3RYqULuGGXbguWLuHTDlw4cu2WHbpy6YZdu2AZYYAGQANswlxmU3GUhCSAqkYmggM0kxAJgAa5zGVRBnMjLSBy35nnVVn4TN/i93QH9nOk8P+3MsvVDly2nj3jv7Hlryz/MY6ouH9ZCOLeiFvD3QN/CZv8Xu6A/s50nAUv8ALMs/VDpz99p9XR0mIUlTQF9LTlxCXE48kLSKrkCymkrCSplnhJSTFNNOl35NQTlAm/fFDxI25fFjZZ88cP3bx08bYahRNzaBxFseKEUGrdvwFUwtxNvqd2foy3a0oJB6kdSbUupuQpFM3VNdhBmTk/IvaJkonmZE0QoTxlegWVkTwuZFQSFAmbB2VXHzwsL4C51ksZdvXTuUxW+E8bntPEWEufMfxU/Eew4LoEg5xu35p60IMu3JdmIYOQAF6+bow7ZeNOgFppkGhZr5sxiPpc0yw82DxA06SJQ3le0DaPKGX6Y3XItA0Shty1Wt61r122ukwnCqADAIUNICKDAADAJKKnJwMMhjsATJuQZAK2AKAHt2lUuqqqLluFUKPybEwAAJ/KDOBnl3cABAAkZcj86g2nFvBZcbwLdU706LpYSj1ESyhmANI2odCKqk/ZZfg2+frtZkNHig6X4DcsrK38sQ+W+KvCho0YekDxc2LDBlOLu3xZ49X4M4ANbmXSyy0FQaXNQbIgIVAQHUVNKoCAgICyIWGtriHd3nvUP2MveE/wBhRqf4Wp+BeM/UDpxClr7cGfBm/wBhn0sf93dQXD/TFTS9Uft5X5QARfUEyehaTET103ZxTeN+R96863hr2lPrch8/LBnduaUt3LHCaaJxa1N15qlgRSKGU085fw6EFMQUECr0HsPC5pw8ihpfFTdn2mXjhJ+KNlgEyD2Pf5k/CE/2i240/wDFCaPT+uj978raL+E0zji2XGpHdPQgOpeeGmWSkzZjTQQdQUYyUmjFstFMjLJqPNNyXE8VGH8NiZKH1OC4SXIoVEAwrw9EjlMMPTLbtIPOjJkia0J8l7kr/rjDemf7seLP/gZO/wC+MnI6R1BK4SsjpEQZqpyDKTvM569uUTmRwjeN8cp/b4d3/Mn4Qn+0W3Gn/ihNHp/XR+9+Vvu7mDV5M/XJPnX5p/1g6WNDsFxhosjSFZcPvwAycUE5OPxh88pvwVHbB5RjmMI9ZWUsoqS1L/N42nFEJttw/NmDbBkDBd2Tj0+S9yV/1xhvTf8AdjRZ/wDAyd/3G0lO5VhPdESSnlqEQdBmuubGrGeWo1HSI/mqWnJFDiMonNlJerkRHFCMna0SklK98ZUlNdmibfxUpRArLp9WOmyJh2Dl/wDHnxkk9InXEScQN228ypiAFBnFFSJkZjnoZyHLj7+cVZFYYYdsMO3bLLt27YZYYdsMAwwwwyAMsMsssgDLLLLIADLLIAyyAUAAALP5e7uzb6u+2zeWeWB6erYPAPzHLPLA9PVsHgH5uyrT5GXDly8c6dXHjj7fcPXrsVx44+33D167NDhnlju9XHW3uWuM+A5t6uOtuPsUnt8ezz4cKWuPG4d2bfUPW2dlDhj2h3Zt972vdoe3w7ugfm42tYrjOOQ5t093G3JSefiTy4dngOIFO8PDu6fe/O5s3lnw7ugfm42tY2VI5Ru/S4jhz9sxur5A0Hlm/m82mQ/pd6353p6VLs48MfkgH0gC/wCL68AHgFeArx5XC9A/KZ9T843rUBuIttXhenDIdpn1OmRrXrUQHrUTkRoZ0PLzrHEaVQ+eMSJ879O1QzgOfo4uH7nbPTvDAuAa0GgXp9EAuLTIiH63zEeI/nHzY+jjAcOoep9ffcMC8Bp2ccAqIcKhSnmDy53DhUajpA0+A87qyJ05QfYvypWcB0APo8xZx+Lv4iNR45FocONgpRnI1Dk66VrQeAVHAgfRxegY6gP5A3tzHnQcigfRxegejnH7mNeX0r8+MLp4e4eNaA5L2D+bzHH9uh4dHdj7tloQaa3e2h5ppoatNDpMkK000IjVppoRl4ItCIjURG41uIbM/Sxt2xRn+R7aHb0/oTJCiAh3/g8G/t27jCg9jH0Q9HjQLU8mN+FaDfjwFgXEMZZD0eQM2r5Mb14WDnTjHR2/7Gn8lflUA6CB+b/Nz1/blwNcPfpY27Y83+R7aHr/AOlMkL0x/G8vX2h9u3XkHQbCEvYXh6BoAhWG4HgmFEskhwvB8HoKZDMLQ0iEHLDggjoEPopEiko6WScMsOSienEy5Qs5ZZduXTDDIMhkgfR72fo0yDI0/W+Y2uOQ7xayFwwNwwzQcM/udPCvftIVFnCqgngAPGBnVTpzIHLKF+O4eyCKcFxZ6dMXx6A+ywWp7EC4s9OyFmc2Af6Vjlca2uNabAZC4DSnC16fuY+zuCnDZoWGtshhm+Gbh+L5j1HGeNqqfPcB5+AoZ4VxUAszzAP3P2h7A6bangWQ8jpYxhH0wpayalRL2PprqQLE0Y4geXUIwnGEylcDZ9S+VY+iVBRE9ajFRBRVlVQ+PREdUTXx5TPmvKgYOmXj3a4WCwgGKebetGeHk7j48O7ZKWHhbizkOyzw7AX8dpgHOBIORMZZRwymTnIkSMzUVgUypWSwnRBqpLqcUuYDmxL5ceJz1bgSZcHw/HcGrD1JPlFhKeqsMRSmKiGoNpisRJKie2bIvmiaiTKnSwuzJd08Y5b/AEsfdtW/ke+h7IB/MmyFuHZD+t714hkQxt3BS3hkPVZyHZv3Ua9uwOLW4+iH5AcOxx8OuAG3Ro2bIrHISyqTAA0JBy10MeMjRQI713dk68Z791cO/pY+7aqz/I99D30f6E2Q3EAH+p7Qft22FK/RHowkjFxKYMl9ImmCUEep5U8RIRvK+QMqYAi8kSVCzZNTJlIlhSEklaLFVEo8eFT7hwcYdGyzbbgwy26aaY26eHh/rfo4oyzx7F84+4rjHMOHQMh2fYP28NpFq2DItoCIghFkEbwQoIM+RpUmAREZ8tc18cqT8n2cO71R/N7k5Ur4da28yn2YDZcUtgQHHQPUHly9wN41uNKfRuFAC1mK916921957vZnw49tZzOf4+/d2z7aAwGeH0e79zDlyClAxwxaNYHguZUKLsCTFhCGI+gaKU94kxPBkaw8lRVCcRpJhpgTCYvQ8uEDyQsJ7/sMeWJKBQwWe9lkXjoeyAhlABinSlGegfudg+9Qxsn5PO2Ge4a/rVuHLPCgbTrrTzoOXy8yaxKBYCgWV0JIUASzgqE5dwJC5QU+GoJgWGkeEYSh5PaftmBJIUNw+npyMklBMPn78SyeSLuRfvnr3sNNvG2hyrjUa27X0eAdm362FKAFsY4UAQUMB3B9HjUBGn4q4e0a9dmDgOWQ83m0F7Oh6VEMcB4bAIgAQBGQyyygAR7geWVSJOk+J5aQN2XHdllm4KBTxpS9mQr9AA6YqPXZg3sIWsFw4WEQ9GnsGgcw2fQKBy84K07reiGeAceXHZtQtyrXHIAAfo8PzWEMbSOzs7cvHs51WtSyfkHIrT4hKELSDktKaR8MLKu3ECvDkoJcQfLRCVV14TJJza2pI8FoiKnnlZtPTyJFtSMlnpxomSKFRMC4LOXbG3KYuOWWQ8z96P8ASwtmg5G1+TWQCocaU4cahjzBr0yPTjsuBCtQCoiPm8qY/FZ6WwFg4QFAgKIAAyAgCY0AGmfDxynR4kARkN/d8PHwkAMXG40DzeXZt+thb+2Gng2tQDNxp6I4Ds83eOtuVaYMAFxC35I2xb9arWwWoAWD2IA4t6Pq9GcfigHkFAoPIOVgD2+RxHEj27s6rB17PhujPUaT3zShSoXGjNg80bejUBqwABcLiAgABcKBhmRDNACgeaNqdmoWYpQeNgD2AGxgAC9a380ceb+5ANxAAxfiI2oVBmlQGuQ83l2cj5MB7uNs19G4AGY10UchGemXHv4mgHLsn9kbxwy7awOZUqpYzog5Tl1OKXECTYl+tPE98swLMuDkCOoOVnySoFFZLeqcMRQlqiKfeJqqSJqZB4aIvWySgVLHS4uzJd28YyGFYXhmCIZh6C4Mh1DhCD4RREqGoVhOF0ZPQIahmG0MiWTERAh9CSihRLRkRHTSxZPS0pNKFSKeRLuSpQu5LuXbDH2gaxUP7Wn5OasUpbhTAYtRcdloMAIX7NK17Nho7ClPG3AbBBXOSBiy6wAnIiFmJzMngOedQBPmOEePZwJOtPDDNe1UKV80fVqHoVCoDyDjWtLOAacLBQcZHzfU99L2DgwMgF6CFvNz6I0/WwCmc8sgOHM27Nhx2cDanZr/ADsKANB/J7x4VIiPcZ5b8uyN3bnUefP7ezfTgG4WHIVsN69kPyL8edOQUGmqYIkRI6WUWx9MGW0mpUy+j6a6j8sTSjeB5dQhCcXzKVwOn1IFWP4lQUUgsxipAoq6qf8AjsRHVIyB1TUDXlAfnDLx5tUBG1K4C9BAQEOzX+dhTj+TXrwcIAIcbeqOKM0/nYBSoDmgcg5VAEqSAcJkEiSOMcO6rDUaDMcePOfPOvMMhyGghbFaVuDNL4sIddncAvwxStwEKW7P2hjAbNAeXLlWvZEAAfRH8/s2cHTqGKCGB/JoF+oW57SfgPcKsxhj3c/0efLzM08L/WADT96I1Hs18BHbVEfyEkXNmKJfRvNKS8pplxnKZXCIZVxdMCW8HxlFEtF5lQR1dlcl+vxEhqKtBawyrICCpgpQ6aTDgKCKkHQffGU0m9cbWCgiFO+wcwZ9QfbmnTIKzwzhkMYqDIY7AAFa+rxqA0tUgEQQCMsiJGRkZHgcxzqBnHdGWkFRr59sV6APo176iF7gHHs+zNfs2czkKcez9HuD8nIV4hbkGzGcB/rbiyObB+R33rYeWAcyNeyA14WpyEPUDnyDuyITQZHsAOo34Z104cN2k1rhTkzJ9dUDautyolqrqyi/EyoKapAkLqKieMPGg8qYOHTaQ+MmX7waC29fvGnjf0mms7fhCQki6MiMlpTVqH+VxB9aA0Af5h8uvt22sHC48xCnHtMjfzB8QpxyOzgpQBHgA3FmvFkfyB/ubZlBJ6ozEjIayOWuU67zpmagabvZGqd3b7a1N+ASRVafgXlN6QZlvB3AQ4fIf5sAI0HbYyOjI8PJpNFQEpNQ0cgwLogkpCeVTU0k6F6LwXRMiScOSpZ0Lx428Fhy6YZFtptugtNCI/TGw1rcArWnUOHZAO7FeuyYvyARxWlw6D9t+uNpCqFEKASAJAG8jz8Qc60Gi/q/Lzp3jfo+cmmHTVqNbhtvULp4kZPdqD2VZmEm5zSkgGaDULMrzaYK6zDrUbw6uCiMrQoyOKsymNFgUhSk0TgPxIlQdaSDdj7tioV3e2h2nP8AQmyFp6Qf1vhoFLCN6BW4bdvhYAHkAiFQyICGfN/P0GgW2XkF8D9Hr+868s1xxwKIxkopJ3lVJyAGeU+d9RGQO/IjLsAExHsnhoZ4gDdjbtirP8j20O3EbfoTJC82b/yvvZjiPPba0n9HOkTT9E5qNZDaV9OMkoyPopmGz8WyikbLKW0TnIdOnkxSOoBteg2FEZVMohtRSEo+aS3xpsiYOpieael235Is266K/uiAdnN2ePk/v9jwtS96VDza0o2zf9bvwt+bYLaAyEQEaEKAR3xVJy7J/mzw9kmPGns4Z5W4cmgD8gOYgI1DZ7OQDn0tZoA/IvnrxsGdvMLdkb0Ct6DgGmfUrw2eFmg9tfN6s+pfu2t58KsDpnw9uD5n21xG93Zu7fNv3po3u/NERo0ZfNmDJkxpQkQ/fmTD96Lb58/fPJftPHr588babevXjTTbbbTTbYi0Ijt5huxd2vb+R66HK4p+hMkLUfOD+t715Ytfh2+zSrOafveTTNhDyfCnLhW2QeGWQ77dnqz+5+3hjjW1Ojt/oJ/JX5VfLgN3DfEfDwy3Vw+zuxN2sIB/I9NDuaV/QlyE5hn+N915hbgNNu1khKS0JLTERDTSCMioxAilI6QlESyclpSWnF3RMgmppAo4cFCJAiUcuSpMmVdOi5Uu6duHLth27ZYD9jNbB1DhQQuyFBHsYuPEO8MA5n6PDF6CFaNMh+QFh9nDHCpQLiwqoBA+yADqNYHI/DfU16M8M/R+jTAgAfQC/s522T6VubIVFm/0bfreeX5+Iz9HNKgHo4uHDydgHjan2gBkMZZ4esHqW/vhfA0Ofs9gilOD6Pcx9H97kfJ+A1HOeAgDQf8AYhcLBw/J6+PANkZwGLtB9Gw3C3oZ5XH2cTl/rfo2C4epfr44uCnnzxpwZDuZyHTl2Qv7LcuIqz+Zm1MWDHmce7lfZoDcONmQ9EeNAx2M3vYACmNlZyHcAU7NuHqXG9PZjgKlODAdwcA5Bb9b6+PHgKhgMYDh3fuYc8U4hs0OHcAeiHT1LiF+7lzUMM4xTHdb0M+y32xHnLl8vOUKXw8O71PvUNl5eOO64eZ97X2aHDHLHdb0bj4+9eWMcu71c+Oc80DyBy5cvOUK5jmpol0ZT1i19H87tI2mGccdmSBJMMRrNSQUqphRaYTUx206Tk99EcXQgrrD0gnum23ZIo2daLlXbbTDh27ZEQHXH6WFu1bfyPLQ1j9qVIS/UP43uNu4w4Y8O71R59ch7Tw8O71OvXIe2ptoTJRDzKrJ0+72+dEDh58geFcOfpYW7V/zvLQ3/uS5B4/2vduhJOaeZA6dkhWh/T9I6T8i0FfUmFldRJOSyguWSQtK7oq6JOlZWTYKQUQkpKTsk6dFGDxxy+MsFXTouy9B0wywG3+WMcgzb1OvXv5nLGOQZt6nXr384FtQZCqDyC8vu8u/vNIHDz5ApeXjjuuHmfe19jl447rh5n3tfZPDw7vU6/WGx4eHd6n3qGzCPdu7Pu+d++FO8fDu9Tp9QbHLPh3ep06YC/JOXjjuuHmfe19jl447rh5n3tfaMJ8933fPcZUvLOeQ4t6nTp38gPb4d3qBy+oL8k5eOO64eZ97X2OXiFu64eZ3fVswnzPL7vM+RmrGoqgqDY7S2kSOIShqMkVtvyjaRFaAlxEltt9nsdtogrkjhRprsi0z2hddrsjStBoGiEfRJoxh5afxIgaRdMKHERt4w8NLyPIKVKYtGXjunYbMKhKEXB582xUew28ftNM8BDh05y8cd1w8z72vscvHHdcPM+9r7VKTqviCeHLmfOqvAkSJpxUsRTyhcgRKOmC5QmTLuipUs4dMssO3Bcu4dO3Lhy7ZAGXbt2wwwyyAAyAAFA/SHDPLHdb0bB4e5vLxx3XDzPva+y+Ph3ep0+oNkHyDy5c/MiVKHDPLHd6oUDw9xyzywPT1bB4B+ZOWfDu9Tp0wF+RyznkOLep06d/JB893zFKUOGeWO71cdbe7U8upCyLk+vzAiuUsl5TyuimbS0xEk1Yll1LiD4JX5mRE6OrKk7XpgrMNIqYoxmsu1GJIiPsKsRmVE8wdX1o0y/B+qHnj7a4e3w7vUDl9QX5Hj4d3qdOmA9kRplpplx4ds+3nStOTk056e9Raaio2oORMm56o8NnTCnDqVOSV8ETOTUBSOOGCptQRSMbIS2VSzpoqyyWMmyLouYfOGQcvG2nbIMs8/wD6WFu1P87y0N/7kqQfT+t97uPK3cnLOeXd6uPDGeQHDPh3eqFvDGeUFVJkqpPEgE0rhv8ASwt2p/neWhv/AHJUg+n9b73ceVtgyv0OaKZIRiQmHJfR9pclDMBLLHyiZHMr9P0p4AjFOKqpN4nqZYhE0KQikrRQupEDD8ifclzrp0cJvnxYww8cvG2B6jDhnljut6Ng8PcBwzyx3eqFA8PdGFRoq+A+VIHAef2Dwpa4zjkObdPdxtyPHw7un3vysnLPLA9PVsHgH5gOGeWO71cdbe61KXx8O7p978rLy/OHdm31d9tmhwzyx3erjrb3Lyzjl3WxjnjjyspWqJwSGkbqGhxPg6f0mJUTyhFKW3ETJcLThlzB8zIcTYjKkFBLKxAQQ40RlpMJrZZMV1ZOcKpcq7PuSCook3b9kudNO3u1HLpyXcuS5d07cOHDth04cOXbLpy5cumWWHbp07YZZYdu3bDLLDt2yyDLDIAyyyABTZ4cM+Hd093HlY8fDu6e7jysgaxmdTxjSlLXHjj7fcPXrscvd3Zt9XfbZK4zjkObdPdxtyK4zjkObdPdxtyUp3h4d3T73531JLqQUiZQRHMGMZTSVlJK+LptrDEQzWimXct4OgmI5mr7s+sqjtdmCuQ0ipqnGawwpxHESiwpxGZUzrJ9eWjgPgMKp54Y2z4+Hd0+9+Vjx8O7p978rIHDTTlSnVxjPIMW6e/jbmB7PDu6D+fja905fnDuzb6u+2xXHjcO7NvqHrbOylKHs8O7oPjfj7VDhjlju9XPW/vbXHjj7fcPXrsVx44+33D167KVquZkiJHzqMQeanJJqVM2jUvV1iJ4AMzNl3CEeGIHiZ22UeMRFB76KkZWeQ0uu3hIm8YV0VokoMtlCzbJgGnDoQ2tyxywHT1bj4j+dvL3d2bfV322WuMeHdm393PO6Bnlrrz7aUocMcsd1vRuPj715Yv0DNrejnx97eWPDu6D+fja9yuMZ5Bi3T38bc1K+FFUKwvHUMxDBUbw2gRjBsXIipDUVwlFSMnRDDMTw4uEnyatQ/EKCrlDiUtIiwnGjBBUSlIoaIKBIw+Km3D5w9bYb+DLKVcr5KwYlS4k3LeApSy8Qm1B6iQHLODoegODEZ6rqJpYVXiVC8LJaUhpzxTVz51UUGyZF00dUTpo8ZaeGTD168zsPZ4d3Qfz8bXuB7PDu6D434+1AmYz0nfHClaMnPpc0y6j3kOPdQ+nWRM+XsIMKruE3k55RS/mi8hdhdaTmltiHW44hxdaRGFlpISWlVhMEsyotJicJvywkiwu9H/pYO7T/wA7y0M/7kqQfT+t71+sNu5A4Y8O71c9b+8Dhjlju9Uaj4++CqkyVUniQCaVw5+lg7tS38jx0M4/alSDv1D+N7jbZ8pNF2juQMUvI5kTpO00yVjZ8km0F7GMpJESulxFL1DPvihk+jPIgg6EkZXbSTpkgQMG05o4JMy+JFHr5y28LuWmOlOWOWA6ercfEfzgcMcsd1vRuPj74CqMwqg8QB8qU7l447rh5n3tfZeWfDha4eZ3fVs3li/QM2t6OfH3nh4d3qdeuQ9tqU4OHu4W9Tu5cL7HLOeQ4t6nTp38m8sY5Bm3qdevfzA4e7jan0OvXhfmpTg9vh3eoHL6gvyA9vh3W9Dp0wHsTljw42uHmd31bAcPGwcbXDzLcPqvspTg4Z5Y7rejYPD3GzeXiFu64eZ3fVsbKkETnnp7CPgIr5FbhTpcWc1aAfyfC9MjTI7NDAdwDdm43C4+aHhevIdlAPRpyC/Z6s2DzAt7Q50tUGYBkL3pUOz3fuYVDqPGthpbtURPaIy7CN3ZPDgNazJyBy0M5zrhy37jOc8c6cxlnuAcdeICzW2Bta9wxs7ix7Br2f8AmcOQ8AwA1HZjFKs5wz9Hu4dgPaNLXuFKA4BxXh2QwOaAP5HX1acgoO16yoAa9jvDLPQBv5vWwV4Vpx2aA1pjIBdm+AGo+ZcB5XEaDYeKhlnjjgN/NZ9TrzCl6gAhUPB8/cFXL0yZesFy5d20/MGHzTLpy5cunflHr569bBhh27du2RbePG2wYYZBppoeyyIhAESPOg87uyrk+e5eZnskyPGvQLCGKVD6PQM+YPcNh486C21q8GgEbYAGQ9QeX9wBG9cWdfwk3TXD014qlLpQ066kNdxqXgvPwgRvp/hX5Ql8jui79+VOv0ZYdFFdWiIiTbJHaxAzD6bBykDl2/QInWSLx4bcSK7u7ep6Ud5fCK8qyIXltCmBA7BUZkSVmKnlYfmdA4mG/irCgaSyp1TTlyHHp5h4ScRHDqiokHJkXJBXBHVnzKWzku0WXbAtxWbOADrGuE6NG/CTUTl8OyO46Hcec6iSMOA2tTIcmQ9QeXPgI0vUUDiNrUH0fVZoI+Zi3MeI1HjDZv8Aad029O+611ATakdMKJ5XTLhtdks4QY2g9ReJMQJbldnRACCsOiZ5yz23TCijqR5ONMYeFTT52LIdqu3Z+7xjWLJlaB9E0w49iBTiyOI80m6eYxjGKFp+0cWIjimJZSQgsr66qm22BbMqKsqnTR46/au9MmHrwQq1tbpB0ptQZFtbk7oZmWOMyvZQ+4A+xRvjhOU12L4DYAsz6oDbzBv+atuOzagAf83oz6g1t1Ea1sPGArWZvmJjQjq2ebv/AHdelg/rU1Ww+R+UZqfGIldwdK2ULpounvmScSRC/clyZkyQYVUv5zqKpEUHwxDZtUS0BteUooOHERJ52mjvWN8boVRSE3N4Fu1pVrenEuul3EdzH0qTKbVlaXKApKjoiVNrSGqxjMAHpsq7NE3Lk8uPoPhFeVnjhNaiSGzCk5dlq/WbQLCXIQ4XdbbsiEQTLqpHV/Ogyu8jOq1Z948L5GnRkPyKVDiI1vXPFPvjoz6odePPO3FUfalYVmxu+po6q9OUbtqENxJpXmlNeVEcpxZ6SPEzRKWsRLCIoNEFIqwaS1xAWSLLlRSVMowcSVpONpyiVYMlX7lniz4P/qKnZqn3a0tpxagphrc0ZmLUwZtpapF8QMEHakbT0GNTyYkFHjCYRTybLoiQcOi7oHRZhoWWe08Ft4002O3TJ0lu0ASbidIGEYSAVHfOIEEDONRFSN44iPEjkfh21NRxD24Doz6o1+uo8B2QftAchnzWPU+u/IM0FQ4YyPDqGbY/u2HO0bc495PL6Te8S02bulXl1GSvH2peXynMGHJgpxxDdQfDhBMczOfviC2TMvmFt8bbdytUgdNkCz9y00pkgbaZB2YaZ2d1QAucIZlUSDmzGFGkySY99aDLty9yjhPdlzjWpIRyH5gxZj1Mh9XSt3Dn2VxkeyF/R9+eONmhwrzHAYp2Qv5vsranMNq5G801MT/lZvht0ZJWXU3I5g2U854gUy01YAQVsyQhmPXBaMSBVy6iNNdgDo+wyVevC4g3XyjhoXTztsUZ2rduC0gcgkF0SBxd1QHuLAnlVWOn7ZyXzmSdNxFWNx5fVToHqDivLj7AbxAM2rjoz6g8/Cm3xInXysKw1EEUHi504ShtDWF84UTXDswomSqMQfKD8uQcPnhZ0/OvnRZt0VdPX7h28ftMMNvnTLQtBXK/gn7SJWo6Md5lx/odZYYt/X94UoO0XL9qzAuOExTEznEA6DdIqlWTwxw4cM2D9zERzkBHhnGzaWDHD6PRnP4v6+Fchga1pf4UVoo+X4Th1Y0t7wiFTMaxKkwmhHItknKJBTTCytnS5Em4+NHdQLIvOy2/Zev2SzoyYYcMvHjBd72eyMw+8UmFGcpdBOsuaEuYgOQnH0vNMc7Y0guJ05gu0oQ/FENS7XVZDWCTJouYKiZTlEqXNOWTDh+4aeOmWXrtt2LTDULtFm4rvbcOLYlsOoyLRnGZAMe2KV2UFxZx9G/Z6ANK+T688UqHEW8QsFwD6PEaD/Sh/PWoXHjEbuK58ze1M7rvTfOue8dK8ypqRednQ7iSM110QYVFdiHJ8TLhZEZMsppEkSD5OQEZLTHPkSrupcm6aedt8Lbx556898lInd8TjQJKzN0/awJqr8QS6RZlloikDKeDI4gwqkrcQxXDThGPq8QTOgs65iQsbhA8cOp7CU/LOU1QSDLB988NvnBa637XRJechLdxEIxajGFIBCg557t8wZE1dYiTvMHXTLt+e8ERUvH20Dh1D1bd1gDkGzRpX/ZWpzoAD6OBxW/eO1bL+CftItAD9BlvMLU/odpY4C/9X7nyp3hjZP4J80iUAP0Ge8xwAfzO0sedR/y/vt9ocdshtezSJvL7eXLn7aqMiO0VZOAAFqlshwrgACnoNfXQOYBsBYAp+SAh5tMiFw/FW7+7zgxtGZu3t6pp/wB5+mTiU5FQJO+BAkguQxDsYkJ2wvBUMKT1SixwvmCTpJKQdMGYPb+IhDSg4VWFRtIMFTDZd25dGAafC4kxALhi4gHo1wDI/wBLEB4XuNRAKj9LptOl1VdCGQ/ZYZgkdU7pjKDOWXZEkydcjE68BPbp3xR3BxD6PLs3D8V0zfh52zc06jWzOQ824fiu7nW1Wh2UPo2CoAI+jz7Nv1u4jfmN7he8M+vrff6X93fqDhXTRNeUeqCZUyYvlkjzVRWJFwBLuMUx8gLS9GaA4ItMxJNaCF94tFH8BrR48WKIJkk4TGyZlhReticclLXHt2Vx3GVFkDEQPtEiBkNTn5iI8+Z8e32TLAIVrwZx5vKmPxVr9ahUMbIAVp319EceaNQ/FCH2Bjhmtl/BPWkagB+gz3l3+53lhf0f6/fPnXIVrtKfoB3iMrt4nBMeRxK2VOoGUyfL2KSMJqqXqDgSHIFXlQ6fSXCw5UEEjDkZRu5OpDDl78WemjBwk+A4w8dMlm2WAejS3tWz3WCW7qsx0AkGAJMSugGfflFAc+GmefEbpz00+WXf/Zx4+j+9uH4r72vkNkZ4Mj3h5uMXCrrj4W6gO1azSDqg1Cxj8Iy3hOmaKpvxwvyAltpr+dMBykU1h8ZgmFIiF/pCD5XRkdtgXJM7SNIqZB8xcAXlEGaA/tOtqh1DQtpSkHMfUPGcLR7GsMSwSCSyrwrK5CTojj5adHlpKQ3JWGURWVobTlE8yaVnD544NLaeyBR0YeMPWnrDDh5Nu8lxLj9YLbuXEYtGtpoLdWerkSN8ajhOepz3Z7oInu3ajU6TW/wrQAvVkb0ZHFh/pVelLYyPBwAAUzYQH0eA9nH4nkGAr7BxWvD4T3pF/aZ7y+4Vtp2lfm1w/j94C/PIY22np6+EWaQdReo2T+mBE0/a15dzEnbELENQedm3KiV0JQ07NtljZn48qGSk7FxcZTGAIvnLwylw+rvWX7Tt2DigtNMZDa9lYgdOksQAADmxw5ZrqTHiO+J8wOXy7/Gp/wAA9EKUoIh6ObMjwdXvwDkFwtRQpQKVwH0RClOyH9KCl8U7OMjakXG+kmtMiR27B1aTWlDGsQS7mRBsIQeoQtGcKnnqWvoRw1NGBEs0YTT7lhl44bfpx44SfiA0eFjL5y1VhtoB2hutZhRvNnd16NZlTJidZjWPo3kFAcRxbFsQGnigtxCvKSU7MH1VTOvXbTwybMvWhbevREREaAAMMgABbGOn6CDi6IXcX5sF8EaAzOekQdZEEN2uUHUDhxHnLcM+9eXtClM4G3m/aHdz2cAgNBG3HFQuABkGa/X7toydcp/efE43gtnQhMHd+whA7cLP2o2J6wjc3SsWGoqFWMsljMJsy5R1AgMOgkfFXRgVB67OfKTD8HbAuey01w+ytfCJ7UnfuPx9H/4q6o+FP9C96cc04bUe9hJQ2rxg6qgKmcOhxDSYPPLcalyCcuA79/uirC4hdn/WW7NeID+QNvYHMOIgrI+j3hSjNLALIDUex4XCt78Ar0fLXwiigfx7tx/a/wD001RCOf8AvWGn1V67bJ3D28V1C7x+QE8pj6jU6WKdFssp8HpXpLMqodW4dQn6MRgyEl5owZcLsRRObNHW1NZPAwaYNFHYk2SrAk3bxht48qu0K1xbZS6jOGK40wghAC2cnTEPGoHD5/Cp0WbCz9dGaYaZtTyeAvw4cMg4LUtiuWerI/kBy6V65ZZwAL2qFOz1ZEKB5Lu4BwznaMvUJvB1ORu8X0S6Ei8rSMSJ2rmHJnrpyZT6LH6WegRqXcOREvsFi0LMQ2dcREyrNIDBZt48XUcSQGWnwMGhdMumtXdUALGAWVAYJ6zsEUZcWYCdBMnKncOeW7LzqN+k1JyGOXDF/o4qzj6rD3AoDjAUt6P73mx3+wBptEbF280W4c3iGoDQkWlClPykl9EkRauCMzX8YGwMLygihDTDmBzcIO4bYdkiT54ui28XXMSP34MFWXbCYDT7yjrmItvpI/fbkg/vYBkbB7MZk4gYR2ZPhFqz82G3TWpQjIfyzUT/ACT8qg2CcZaiEGQTgZ+OsMkbuBF/ti20WQWlj1BdZuq2QslMf5ucFhoc907nZl88p+fwE1YP48MUx+99X663oOeBz92Ls+r7BvzvtXa38OrSe0qd0nAOo6RcwopkjMyNIz0/Kj5el+tGktST0+PYYVFlaQHCiyyy/fprb165ctMP2RF8BVy9bZB4wHZnZkwpqC3J2UyyrnDCiqq8toEU1NQNvGnxo+oH4WSTR06afNsi29MGTL16/fPWmhabePG2mhqI7St0NcNoAylu285QQ5Mc5GEzPHecq0B0HAKfaMq2aGBvwzTN2PUrx7wzQODuNK4qAAIW+iNvM7/HjtAXro3z8Wyw1KvdBe760yr2tnWgnEQU46QyJ5tHlhKJOEkTOttxmuFwctHT5FhSQ3a46OK8GQvD7xfSyalG7uI3rMNN6hJ/wU1FpZzEBgd2XK56osMGG4GOsx0oGUFpt07baJPTaczMQm+bdNNC7eNOIwWXTT1hsXZt667DbWJ2hAxVVuXSjAN0aFgrdWVLEKuLiASRv3yJERnllIBgRGU5ESRxJ56VZSZ+ljH5NhuwH5HWgd/TZwYpy7Vuz1djnyfX6+m1WWK97HvaN3QppC1vVNDUvYx00vVtKQV/U/pBVDh0nCgLTboknqK/DivE0SF3r94sNOk12TiQvKEqpmD5Qmimz6oJMgr2WZUTTgGd8tIGm9KyJSEYS6mTDKRGEGRMmeUEosIC4ScH082w7fOXRgq9F088mbJG3Lg6QNu35I6XcGy75yxNu8lwlRiV1jEjqVcA6HCQJBMwwkc+OXn3VsQBDw7QV7PEeyOPJ9e7Z4cK8vyciPZv6FA/u7ebP2U+jizAUux9fu2cz/c9Eb+gFP1v6/btpVgfZG7cCsb+XLt0pbVDuauDPERDAeT62zW2a3cHDA0CoVZzdm/63bAWttDToU3lcydV28C3h+kCKoAgSG4Q0aRU7h+Doqh18uvYki5w9jBeh0X0SulFQNpjl+5LI7pt4CWVLMNGnzwey7YBlztMozfwpcMjVj9zsNxDOfDaiOtxcSzGJlzEZqxU+0EVcGfEa8sPnXXjXoFqd1fR5NM3/Wwrw4+Gzwt2ccfo+uzw8nz9laYztXa3V2s3UzP/AHnu96kPN+aijGkptOE1nkPSUg42hQkmlYFRvwozIQ/iJRRQ4eTVpVYBJQ0smD2IFJVMMsFGWweg+eP3jyWXW/rdkpu/JFGtQ8/vnaEvSMUQ9CBhqCYfcRGtsK0Tvn7pLFlMfn0lhsr5Qq8ZMPmTItOe07aB02yLTTOYurctm5mqgsCWgQEYqSxEgCQSM9OZgSCCAdwB+HAcuXZw7DDIe0fR6s3/AFv6uNAzwApVnqICFuFQ9QOfPxxtWmD4VxuqahV5qQsGQk8n1rbH8WnQeXDaR/SvvQ5C6+9NOoGfmlNuNmSEliUXoxl7MaES0Ov2YxR4BCMyAuU1yrqrJ5NYcm09p828fuAeNtPi4MiDItDit+0xhbisYJhSCYAk1IYHQ+fPnI1J2zalwz+TbIZ8zADwqN+WxyzYQ+jUA84B/IHvxkOGQreaR94/qj1MbhvVNrljSJIchzUTBErdWynB8TwLCiekpUPq8rIQVjsFqxSH1f5fTDBxOPFnJx6wpuz5M4+YBgyUbLi05Hubchag5xap915penzP6NTsxJtx67nG3FsYqCXD6ObWBhrUFNWD0IXidCyQjoRZkhDUPoyY5AkmFW3rgk6fnPKnnhkw9LdRygUN17fSgkCMMqIOessMhI56TAMkROhPu92dSugOM2EPojgBDIeTxa9AD84OAbh7Axw831KBi9L882r16sPhD+nyQmoOONNcjdPk/wDWpH0oWTIznU9PyITWYQl2aSzLZaJUgwrl3SseVFeD3ztopFj12jk4ZRVftoBmJvlsgtkEiSvd+bw3TrvJZGl546e1hUZKkVNqH45gGKy5BPj6W8UO3QPwRIsS048qkWGTxMWFFDV0xSPo6ynPBeFDjJwqpESEi7bZiiuCwnLs1AOhI3gEkb4qQQcgZ8jfpw0ruoBx7OHCgeqHtz3BUQFQwGOHDu9X83O3OCpH106iTe/yijQK+iRDa02pek8tNwnDYQoiMr7EZvE+G3jZlqLWSgLbwiL1RNPfiDZgXANNsshR0wy7Z17u59VuoebW+F3s8gJjzUiOLJOSIOwg7lFAKkwmgjQM7U1Zp0eZSWiqeWPPAfuwB2IHzZsWGKsuvJsiIbVF5SwUA53WtbsmVSxOukDXWd1J98eyfbVhfw8O7p7+PO68sZ5d1sZ55487pyxn71tjx422i6mNvPoOlxvS5Ebr0/KmJVGLp7ylU5qo02ScQpbEOITlMh6cMRtoinDT4iCm/ePSsnVRwyfKqLTDJhYIAJMXbkw3tozKsYjGJgo1zZjAGXE91TMe6pRg4Y8O63ojfx+u4HDHLHd6uet/enLGfvW2PHjbauDvVNTWoCUm9n3OEnZZzdjmB5XTtmOoJk24Fh1bMp8OTATy0fwIRclImT3Ig7US7JJQOlWnbygPC5p85eA27bFnaLlwW1xEE9ZVgcWYKPCZoTHiB4mKsfhwxyx3eqNR8fecscsB09W4+I/nTljw7ug/n42vcrjGeQYt09/G3O9KUOGOWO63o3Hx94HDHLHdb0bj4++JnfObwqYG7N0eldSMtYGgyYcRvpuwTLpqHY6fLRdFaTooS4pPGTrt6gHk88B8q8QHHkAF824adPDAPHItCw8YkzlzEpmMpfQJGB1yWLHIrg2GIlNlinlPihcyuohBUfuCvlmnr34u5emm3bkXrx48F2yz2222hFpqodS7IPtKASI3NMZ84PhnupIkjhr31mnLGOXd6ufHOeYHDHh3eqPPrkPbAf8ACM9XeovRVoFhqb+mCZh+VMxzuo2XkFGomTkSFl9++hdZg2ZakppLRGL0KIEoHRo8hJT9p+yRA2w0TZZcmHbt4+Zezcy0VD65LmX60qmGjimsQVCqopG22HbDZo+fQk82cMNMOXbt0w2+MPnj1pl07Ydsi0IMMMs0ZGA4NxrcGUVWJMR1iYjOZ6pmQIyid0TmRwj21m/h4d3qdeuQ9pyxjkGbep169/Pn3VnM+I5I6VtS86IOdJT+LpRafpzTPhZwuFHx1FfRHAMuYjitDcq5MsZIGTaY8U0kqwoFi54m/flBfOnJss8bZfM8gbnDWLNfXru+5N6oZ2EYNTpjx8szSILZOAUdRQoWdOIMmlF0GJIp6YrLURn3Dx4koRN4dafK5kHx1sw+dMuHTxguwxKHFv8AOKlhllClQc+OY8OVTvjt9kfOpQeWMcgzb1OvXv5nh4d3qdfrDaA/eca1NTOnreUboSQMnplBCEpNUU1orhqekJ/MyX8QfPlFTYrlWmkiXy9FEJrcTQyLglEi04+MwesoBx58d8o9fvHpco8c65nxq31IQz8JJ0VaQECbcSJemqYmlqKo4jeURd0kNQ1EkVEZf6tFIosH3j5Leq7JlwowLCJxhkqpF3PlkEl2nbTtoyw/za8isVgyLlu0YCxiuBSpGegBAOh4AwDUT7wPGPnVjbw8O71PvUNl5eOO64eZ97X20/Px5OFzJiZD3T8qSwRZ1sQqotSzVZ0NrjqVJCLAYY+TX8fPIZLGl9mHGG+18faSHD48DAh5FkWrjB+C18Izt/Hv3G3/AIU1UdM/xL3HHPvvezsEIBR2kT1UBG4cs8h49kTPb5I+fsNWIOXjjuuHmfe19jl447rh5n3tfau/8tfCNLfx79xtj/NTVR0/0L3G4c++9+dUvePb2yQ28m0R6LdXS7u9I4hXVQsmX6gs6WkacCydR4bIisFDBZ6tx6pw66SV16fTnbwuyxDq4VaIttNtPHb5oGWMzeQRNu4ASqyyKBLFQPGfb2ERPI5xu4x8/YatVcvELd1w8zu+rY5eOO64eZ97X2QPZ4d3qDz+sL8zljHIM29Tr17+e2Ae7hy+7y8yaml5eOO64eZ97X2OXjjuuHmfe19k5Y8O71OvXIX51afhFu9znHoBX9K8sNKc3y0KTbiNbXpkTphRMhOWsbqj6SyQyQJJBNYKx/B8YBC7uLlN1E3yMrpRdOUWnEMrRho2BcqwLWd1ktIXaYWJgAkyVGUgA68dxPGoJgTVpjx8O71On1Bscs+Hd6nTpgL8sDlfMyBpzy5gebMsojTYul9MWF0aMYOiVIfuzKesoC8RcqCcdcPXYNAy004fMsmHDYg/KGWHpUyw6MOXrtnO+XjjuuHmfe19rBZAIgggQRvBjMHD7efIzNLyznkOLep06d/ID2+Hd6gcvqC/LgrX/vI9LO7XlUUmhqTi46TfL74+Sl/LeEiRZcmXMtXTXDkweIQfD5k4mFBLp7swUFWiBeVUSF0Zs6nOFRbKG1NMLnImJW/CatOB2YMGQpqm0t6pdFkGTNfMO5dTinPBbz8Hau7fPC7twoK5twST1NORngmHIGF1CIRYipTLx2bWlBNSmTCkXya5aRsLOobLKTlMRPVhZ3THfGcEganzz4a76suePh3ep06YD2Lyznl3erjwxnl+FOUU9XTyCskniaolKhMspJimnGHB1PUU864dmSZ8gdLeVLHCZss9dGCxou8eOH7h47eunjbttloa5OonV7qThL4SPoc0gQ5NuJEnTVMvTNEMZx1KMs6SRhuJIoKQNq3UyyydePUxtWZMuj0BQeZZZKqLhwLxCKdp00y0YZfS7BApIMMyoI4tAGsZTMxPYd8nL2e0xVkQOGfDu9ULeGM8gOGeWO63o2Dw9zeXjjuuHmfe19l8fDu9Tp9QbWg+QeXLn5ylShwzyx3eqFA8Pccs8sD09WweAfmTlnw7vU6dMBfkcs55Di3qdOnfyQfPd8xSlDhnlju9XHW3uA4Z5Y7vVx1t7kD2+Hd6gcvqC/I8fDu9Tp0wHsQeB8/tHjSncs45d1sY5448rAcM+Hd093HlZocM+Hd6ocumA9i8s55d3q48MZ5RSl8fDu6e7jysVxnHIc26e7jbkgcM8sd1vRsHh7gOGeWO71QoHh7lKWuM45Dm3T3cbcjx8O7p978rJyzywPT1bB4B+YDhnlju9UKB4e5Sl8fDu6fe/Ky8vzh3Zt9XfbZocM8sd3q4629y8s45d1sY5448rKUvL3d2bfV322K48cfb7h69dkDhnw7unu48rHj4d3T3ceVlKWuPHH2+4evXY5e7uzb6u+2yVxnHIc26e7jbkVxnHIc26e7jbkpTg4Y9od2bfe9r3PDw7un3vzu3lnw7ugfm42tY8fDu6fe/KylOrjGeQYt09/G3MrjGeQYt09/G3NOX5w7s2+rvtscvd3Zt9XfbZSlD2eHd0Hxvx9qhwx4d3q56397a48cfb7h69diuPHH2+4evXZSnBwxyx3eqNR8fecscsB09W4+I/nby93dm31d9tlDhj2h3Zt972vdSlDhjljut6Nx8febJ4eHd0+9+dzZSvkB9DPAPRzSlv1uwBSoDULAA2yDbebnIV829LfuYVD2365BQ+h7Po19ofivbkPZnZoUHs5Cgh9HoA1D8VeteY3pnO3fHw4ZxvOWvkVlOUcgM/wC1y1y0P7dHO8s5+j9G/DIeTxfPZDv2cFs1sIfRwAMs/uYUDP5NOnBrGQEa8PojWlAvTyf/AMzwyPFeGByH0a4ZZp/OunIKUDu2mqDUefl7xSXCg8Qp9HkyyNP1uwW5hbllmEj4Q1qLivTbup9Qq3Aqi+Rotme8hORiarl2nzkynpczVhwmRs2UfF2yz8ucNS/LRYnkTbp+y2TOnXBxhl4LgGBm24Y5fRtTss/uVsBQKs94W2gP+EsyiiGbG6UngYhlNMKyhKiKpZzeNkirplswEPQzFJRJipRZBoHdC6DDMRq0QKDbLQtO0xKOPAZb7PZHHacQ2e9hnELbxGv2TPfE6d1TrOcamJnUjL458Jrs/dN6QIC0VaC9O8qIQQkxOiJWlvCcfzXXShJh0pRjNON0FOiKMFlXPCy2bUWCSioNoCD8cfv/AJMhlJR0gqDooRcuXcIu8XhlD3f+/o3Z2r2VKexB6XrkXljTrqBRofIFSCDF6koxLA8BKMVr7gu6Lu36kddzVgGI1N4015Q4rSxTV7yRpUBRbN2EN3tPaFtS+iHSxOuED5c+mxrJGAHiiyXeun4pUVosPEIejaHTTbjyrtk/DMXpK2gKDsHjQsG056yIiAAO0A++cPMam98duYdG0AnBVYolTNM3qMmqmkXHxwEKDGYwl5GTJhUeOmKEjZeCpGR2eduHzx0LBZYSjZh08dKCb28bwUbNaKRk+z9DA340AjTVSZjMgmeYcPDxHZu45dlds/CXf2HLU5/3wyBDFKfx/wCWOPN/OH5tu+d11+xq7vnP8xPpd4Vv+BGB7egPXiORztwL8JdvuctTdBEf4opBcLfy/wCWXHshb2hw5027B0Dx2TlbuitHkzlFEiKJU+XO7vkVHZ6HIQJklCLIgJQjp0heIDSJDBFTPpCadiFVcJzZBFJqCulkTKkYKuTSiSLtvDbq+m2Py2W2T2dLcp8s/Ht88N9QMSim3De5R3wW8FXNbKLFML6d94lHhWaUlNVwwquRNBCOrHYwjuOzEuVhSQkpTPpTokamMrQ8uk3Dps2hhA0LLaiksQirEohJdc7yLfg6BI10mzl0/aao6L6ytQGpKV0ayZlfJWU0DRpHL1WW5lQu/hl0oxAy5h0uUAmhOF4FZqHChp5Fi2cINo6SmOzTpQPJPxl/4SLokmSlGYSind/bxuPkNRp8chlf0pyjilKPAw0y07+MoqhPI8UNA7bDtMeVLN9kaCyIDiHvcmazJn6CZcTkRIt3WmvXUBMaP5xrscQXGktdN8QLKggQauIaOTfQo0vKaK8XSAGlomqKxxOSQMJb8wpvjbTT02/MNNc3SqkWbV5DZuG8SxtO7WsWZXIjFiLE2ywOGOtMVFWDNH+leZOjDcExBICcDIlJlw9pD1URVGCAL1w/+ZytM5ImpMp5BTx8UMHST49CjuK3SKtGCJw0nmV4oqmiD96SfOGxhO3Ee++0S6QtGUmdHk2xm6M4Tk2IyKuGIXgEmtQw0+mXMF48hlkVx9Eae2yDTKmWA+00S7JRrtgHlQYqM0reuPWHqjkdrWhucW7Pm/o8kqR0P6kokQZtTdmIhnl+II1LQW0QS4HMyxcQqhrKB8ooKpEa4Kw9U1NyXew6ynvi7p4fdPmMa+DA/sRUov8AVQnjw/rjKnHsjyHjbpYQ2C4r+yjZ3KBNnuIGuWmJK2zaEYW6M55Q2Y4SIqV1yMTHvB8+G+rCFrZ45CnEBqPm+GK3HhUKfev+cELovwpXdnlVBSIlisIyahSXym+fPOw04jCbRzUojw8lPxEQYZfH244g5kk6FgG3j5Wdg002y9dssWoNQM/JVaXpNzAn3O2KycGSyllDp2JImWzlG3vxcqyyBZKSSTIAYWIhWzrRZHhxBIMvVFcWjxJLT3D02acsDRRUNCepXedaadbe+zT0iKIX1LxDPyFJ16KIPT/jny8XkhpwenkRQIozgAPuVlTeQ8URysHgXICaW42ki7FLYdJ8a0ea7a7Rat21xurjaGQai1YOInKc2bCijexgb6uTpGZEGOWRjQb43Hu0r+ggGQDq1wpxZ9X73uG1Vfe5fs624+z/AIplnhf/ABcpvqh+e9fbMHusN4tLTeUaVoMnNCyilkZlo6cmQ3PiXBcy6FTl/MssUZYVWGiNRMBCsTPS79fglWaYFyoIZhgq9eu1lKWiCfD5vcv2dbcfZ/xSrHD/AEcpvQPGm19pdbmzo6EMrXdnYEbwb1v27iDBBkHMRVWMkHkPPDwjsmasvTenJKqQUv1ya065gQpK6W0MtJrMQRxG6uUQIaR21pWIISSwoqp9pyVLNqaypJ6URYeNg0ZUDpYo5Bt8/YdtRyxLv0N0pCrDxtT1ySgNA67QtBDbqMIyaEGaCPk3cIQquvHwiAWByw2LeGaiNBkUnNJiVuoWWsUycnVBSPMWWMbF08rFcGRA7MPEhccJSymr6c7OMFXhV+0yUWUpOUHXk37AgYKOmh7TLLTO0YM/dHu5g0DSRi/UPOLRxpChGAJeEPjrR+IpHy9i9dWltoGvkKF4TKRWiqp5djFfOu2CaCmlnvxh4bFo29fFCZQ4eK63TfXrW2sLbCyzXccggmT1SowhYzJ1ndVag33imvHTFvetcW6K0uaKpmszjhhE1TvJnTnOGICmfATlJSoWPwSuC6Ll5jwRCR1UfFpcoE2FR+KcTOE2W3Sc4MnCgv3jTNlPesfsZev/APsPdRXDP8ayJfVD7R787Qi7hvSgtz81CTx3ys2pOQlJFNnL8qQNo1krC8JJsKIMAyfduySAYjlJSUsimkHT1VhtHJQalRAVTU0YtExMWLmSTtIi9FeNzdb1j9jL1/5/mPNRA4zWVsTeoHKueI8qhzWQ7WNpv3IxX1ZlhSo6NLeG2cJZiMQBeCxMMKVxZ8G2/YatJWP+j9Qn0a0/VLzeuPmjx5cKhXgM5uWgxxD0eQMh+TTnS4UuIgFdoMvg2/7DVpK5/H9QXDnqYm+HIeoceXTac0AuHe1wxdnj2fqsAdL7dmx5bLs5/wDre349Gnk7q1X7IJygHUcT7R769Bt7KCFs0ZD1fsAegjs3iHQQ4dA49n20tzoGdqyfwhCb82pXTx3QybLOaMxZdJ0eauDSDHBCBY1iaECUZIfzvkU4FFisrD6knOIiSRcKSg5+Tlhg4U8kfOu/I9g0/B5ZQiaIE+E4bX4pVnnkUqGkRWiBTeiAM+ST0Ug+UDrwRaAGQ8mXLvWqtdkApcQABoS6GuXrcEdEUBM5EMoedJAA17J5VlVXH4NU7+OTU3wkRMXKLGtV6wXbEK9sS0SzePN37LQWdK7hobVDt4HtUG1OOQxkeFcdmgU7A36X4+be9WT4J8lLKvo31QToXiwuD84dY0YqAPmgFr486SYCgA+bNOngsi09LMrsULRJhpujYmCZqrulGmrTIBYBrwDhiohWtWK9BCwWHG0ejxGyWTxDsOx3LDsyIypRQLY4B6OQ80RD0BoIV7rD7anergP8Nfbt4LfzI65w5Qfrg4dgajb8kQ9l9rYVbhWgecI1pWlKXHzLh3VGw3vep5q4t8K93bo/6UZdHGf4kNcI/k3DrQe/adtzSwOO2bL/APFFPPnwq2DWnnUCwgz6NfyQ/IpUOOB5U+kBQAARxYPRqN+yP9LGo559Lekn5IWDvZDpS/YqP1gN87NyIYsIB6OfRv6NRuFs4GtRGm3ZU9+kZ793EjTl7sxUF0rTLlxK34UfvOIhmdH0FS5QDul9yjE1uPIpQoQSDSwYDRQdLpRZSiA4QJP1J+STlA25IunrRp6VInH7Dtp0WfNM2oB1AyFYlyvzibndKFmUUKNP3cUzTamRBgS4hpss0RZMsRBHDSsMMo7ZdpRIMvmVBTLi6aPkwedkTLjytOyFtFOmXXf8Jc3ksodVktPwqS7hyQiZMdGh755TAgf4lGaQk6QYYTln5WlvFUILhj4shxhERH5ONKT9KffKHxl8RenChB+Wl53j2j/Tpoi3ImuaS2l+Xn4MZaPIJUoyeQ0MWR1GnaiReiiBCqopfLMwokixfZ+NF0kg7+JgrAQcfF+2WKuHj5+L3y9me7bt7W4W2bSXtscEu3SF1dmAK4MIXLXHPKo+GfuqRpnea7twKfyQbQ/Yf21shsebX/J0I1G969wjS9dzXLqFkFqG39+50XJAzxk9PJEh8FlJXleT0y4LmYloaoYWomNuE1YPwUsLRRNUH5VoDTomceOTD0s0D5h206Ht7dI7qjc9btOee7s0izdmzpKl7G0x4/lAjRBGEVqalGrpQXlkwcPOn5807T4mKEmHzxh0wDTJUq5dADFnYDURlJlJufd2rIqZEHzelHpLl/A8yYCV3S/B8WpKnGzxQQldy6bcMHCjs/Ex0k8eMujD520wZKmXLTDbbLboQG92Xa9qt2iw2dUZrF7JrpYBWS5EFImBGsc88pPd53efE1qbf8fsQOtioB/iEgn6IBSk4ZcfuYUt+9txHI7g3OdA3WugzF9NMtPo80RyAX8m1W/fkMBSund/wAfpQWtjH+IeCfo85vy449jPXtZ4hW+YbrdMjFb3OmkZGl3EpWDJgK+jeGkyBYwOpRRaJwpGJ+C35SGYlNo58ocIqxZCW3xFUfpp0qZKH3RVsqYLmHL5t03Y5ekCQJjYlMCM4vnjl7tNRUVCX8ISkkzMDeI7vyO5maTNSGqvS7B8u4pcT0hLTxLyYEXL6iivYsPPmUAurQQrQk2jq5l89InS7t7HEMGHxVy+bdHvJg07b5j/AAabir/rfTfK1oP+VfqU5hf+bU5Zty79pCJvJO9c0+REQhCffwkLQ5JGLFVEcRIlwxN6RujqWsQqUOmTx9LLLxBEjOGEVTOoxhTSVROcKpcq9IvTyYoFHZhp+TMu3eqvwxa7P+up92NTrCOgvoNv8AW+qo7efcVTduO1lpdlLC7a2K4ykKq4QX2mQIAMZZmcpqfO7lz8+IHJoy03FX/W+m+V7/wX6lA5f6dQe6ndnawBuYT+jxLgeecutGugzWVoYgxDiuD40itG1bwXHEMNTEiiNUdXRHanL8/Hs3ZvrCsEOpMvSRWKiZU6ipySKtDb90WNGVc2+dRYjOHXZx+FUbsbj/kR0FjwD/tfxsHu26s0xy93ts7l9BjiXe/s0naoZVQdHsOF5mJsltPmlyMk8+nFTiarr0Dnorl5B6oMMrK9DbTwu4egcKKpJyfcKRXsUdPh02eEuIVsSc56OxsSsVIz6ybQWjeQBmBG81I3ZTmdwM5Dj8tCc6snBwDFRH6PRnH4qweFr7VP98nKeNZ5b6LdNyrl1OqM9O0ZRdLLUA4Q5zS8LuTMYwS9TYeipbNmkRwYMEHLx6rJ6Ybh80DZp32SCsaaBpppkHbVr9kPR7q17PMGQ/pY35DW9QuOBhB3lG7L1Rar9V2lrVzpR1SwZplmjpig2OIehpdiaV5SZxhpRjkDhBRUCyMvFlCFXzn5vKamltOVpFVOy2d+NlgLGixZ+x17UhuWcIQvFy0xVSFYqt1GcKxZIOEGOsM9CDnVahukjIeZGnHfVa35aTV1IzG1VxaW3QU2Fl7NuaZQsTiw4QVjctXxFCfOChxRcgRRGHbTkk18YaaaYetdplgaBtFWU0lzsb+DhKeqtnWzOl3JhzFDBN5oxZIEvwNvn46wk6BQPvD/AMq/HQfhEb1iYwACXT5xOWHXa8nV9taA0y7o3WpCeraeur3V7rVl/qSmPOPR7MDSuwoocmEyV79NcxOYhR7DasbTYOIokMPSCA5h8w4MuiqG5VD3x128enXjTnzuH3Xwfjebu9G77d/sbzaUzOkYyeZUn0pf0NCAItnQmI5muy++fjScMzWf4v3Dpe8mxGjLoez8leTFFaaTWvMbZrhV42e9DJtQtqHUMjXGtm2bhN3rLAbEMTkkZqaVHNvYpdb5iHt1xLFf1hz60hx1pLfqMgwhSCZSo0Rk5pkjJuEzLyXTSobUZLwaQbdJaP5Vwvg7i4208NiyLllRYAXoXy5CB/GJktkP400ueH+g5F9Wo04ch5bQqb7rRJqI1B7qaAdLenaBTE45rQXFUgir5HRVOHodBQSpeQyooq4uODUYLKCmuCrL0HD5gs+UvjYsmXbDt09bZb7MhU958TN0XaLIEmBCumCb2qKPoPhmUkGKMj5KpKnEMwnxgyjpaKtHypKHIei4yZJwy/cvXyq+Lpr8q7LsNPvjbt2DLbXXZToL15nN0oNnsnHcxOZBuYlUwScM/ZWSJ51ZTBJ5DwkfCq7MTxjHu4k3r2szVtPqRcyZpaINd6u6iEpqAlekuInUZTRTEMWjFZiHIrcKBhPKpDhOiNdiFLbh86qpr2IofLQqtQe/W1BIUoVLzHQp8IG3QcWoRNdL6zoQRGTbHaeJUVQRNWGlwk+ZZZ8sWOJipAJd+y8dN1d+XLCYIGBZFsmbNORZejxwZ36urE+XfEj24O3lZ4kactuDRQ1KaZBksZcPWOw9cvy76Rbbp85eMCLLbt4y0w2wIg0AgI15rX94OmxYplFuKvgr+pWJlog/+OEViINGJZZVCZtp226aNFD6jpjMGyz9p2+esC/cvmHosPW2Rb7LbQNYi6tosLN9MBc3At3Z75KlziIDoFkSSQpEjjrVjkDBEHOCDvA0PHMZbh31+reS76+QmvOSE093nu3JZzW1qzx1GwyYgB2rwxLWIEOXsHIhxTS3C7FBx9GpGH4jfv0hz2nqYvGIfS4JQjYF4lV4xKESDpwoT47r3SrFOiXQLpn0wxysOFyN5YwOcCMzhM8/VE4vFkZROvzAiRESFIw5dvTqHDS1FR2HUMz5Eu7epCUSbclizgXZd1DhBm+bn1Lkk2mS9+Du7wGBE56LAvU+DJCxjDBJ6LDPZYFsoiSBIuGxYCvYFt2IsgNGabd16I96XqD1YT2TZPzD3V2tPSZDJ6HIjXn84Z5QPGqBAZA0hE3T8mhP1BblfDCeCouvWwLprltWdPHrbDfknT9pnyY2tPba90j3cd1wLShLN22ioWmAGVjm0EszmAAIEVn5jf7o86VM7ytgfye71L93v207qDn1LHS9JWZU/wCccRFoXlvKuFVSLImVX/Y8s2WT3INFUlKKtAy8U19ePtFUOHUYr2zqyuKCelkXTw0bcu2twM+iznP5OLM4/Fh/ftXatRqi3W28B3mWslbRtcs+IJhLdkylmQUiSVkjpJAoo0QzwSSxV2eSn0ZCy/Mq6GuMFVJ7C0XxWvxIdfp51NXG5UwXDRSIXMXO+i6zovUQu7HCo0VSfznJ0UamASdAM6mY9m/s4fhHdUFG6u1Tzd0Z68IZ3jesFAfS00qb4qJNQSc6jQ49Om0KB4wOTkdRRDkQRSdOpSe0jw8lxI+fIqKqv3zhJNy4iJZjV24aTIdfgn/0LixhwbcOjRV+5MljLph+XMuG2Hxcw4esunjl85fOwadvXL120y26eu22mHjAstMiLLQCPKWoLRDpk1NaaDGkeacrEA3I1iHkmHYYhZCJl0JuXbuGk5hMhFVl0bJlgGElqESrDt0gnE92DpyVB6mHSp1HOqCab4l3W27o1Mbu1VmZLCK9a0R6h9IpRNTSWm2VMWQoQLRNLR4ZUTRtaYWIkMl1FScEEZMLJCQhIcKr5GC1F+fX1z5lwqbZKFn2Fi3c2ci3nctucWOQCjkS+IGJRmBZSslScJBkGrLw1G/iMQGfwyzEnvrd6VI03m0G733fNvd2tKLThNmIT+oeKXU1yuolRWk4gioribMyG4Vfwu0jTNlo29OHTzxZdqbL8wqssuS5QWHBQRabfSTfCDFef67uJYaVtU8MQNBeoU9NSSj2a0Ly0fGTMBosUfLsQMvikLGDkQRWbepYlGCj102YiNVe+UePQbM1AXbvNNzvJ2bkBb3HfbRzHMrJjwZBMxZyvFCX0YRZA0TQ7C0dkAm5NQ6J2DogWEkokxMTAkeJHBMoho65AscKmBaB0YdNtZ78Kh/YnIoz/L3kxwEP/ikreqzfoFO4aW5QhGx32LPmNohCRhX8oc1GEEE7+sQZnflIHVJz0OR07QKkVk1vLd3GlyglQmKev/RMnKSdLaBiCgnntVMiSZ4gdJwyklzZM6UMRy7flTRZ+6eODJd+ww+cvWG3bxhltlpkOg4pnVJufelyd8dSLm3LKdEEMS0mshtxlKaO4WmLCrK0nwSffH0duIYPU1hJZVCLk4TenE9o6Bss7NFnj9yww/dC1HjKPcY7ppflRLJeWNE8sT6stS9gxXVDz1Tj8HpxRUYcSzh409Zdxcw6ZeGDL969bZdsMMA0212GWQoAduJ2lnT/AKQdIU8pT6bJZokp5dP4Cm7FjyFkAwsmk9qIliBTBRTUwbXFBUNu3xwulJ7t47YNMlwEsy2w5YeNvW2+kdNB6QW8OEmULEyQNzKBGeefCrid8ac53chzqtXuvf8AGr+s7/Uh19Biv+Qhct6I+NbDyyHb26RnGf08fBpIPnyksA9WZOaddbkykNy07YeMvl2DJzaiV9EcNMPA8m0w+VSJN088o0DAMttC1VkBpXW0T7oDSFPvce6it4DHrM0Bn9LCANU8SQw0ixq4ToJBSlBDSmqwh8oQ41D5p6bcAaKOvlR0yquROu+0wy2W7XbCfXdoS0XZv/BaBlZCpdtQiqPtKmviGoWJNA8baPRMsTa1JOYeTwF26ePGWDSw2SJsi7dvW3bp4AsOnzTAOx4rBebcqBGxtgIaSwDW4J6ownl1tdazU59x74Ayzz7p8BNdC/Bp5AIcqd2DLSbZoo6OzV1TxTMCc00YxNvHinEUSPmo7iOFYPdKy8bB4pH3ZWFkIkrfFjJht2WXYhiI4yDZxSPGjXH0k1qWu7w+Ee6tpavIrgaT8gdaGmGHZ9KCfEKqgwPBqbNNOVSb5k86UFI0lpDgypL5Sc6m5LtCy29NxudcuGRFyyLXfXwcWaKRM7dCaWnJAyXeKstRmbK6KSZd6y+aS1eG5pRWdTCxkQDtOjB6DFqFF1py8Bhp27V3YMeUc+SevYuJ96YNPW9F+ElTKk1OyATE25K6YdE8NJcz0suvx5CCU4jpg6QiGG095FsARBCiw7Pln86irxkgVXWXZowjLZMyWMCjKbsroRFjZCgBYNawSSASUOKSASARiLZHfllVssK8erHadfHOa2pKmPoEmV8KkjSKJcxpCUfQy+0FuybmIoKiJHilCemyafBrs2VdK6EbPJ7wwVeCDBhyy/F64bEGXjLA0AMn3UX7PLvwv+6EA/8ArlvoH5u7lzxo30l6fdFXwmaKpF6ZYA/BpKtM0On4iJQt86o2jLyCzERaDDiyc+W5gRFFURvPjhlhl58XfK7wqWp2CrkuxVnbofdRfs82/C/7oQF/65b6B+bu5UtziXFAb65dmCSJ6JpgkAkcJAqM9+vSee6rTW1OLVhNKFiPwt3QuyYUijv5nyMTpWq/aeU+KxTMOVWph5Dqa+v5hs+E0YW+LO7dsFIpb8Ze1Lqc1JSm0iSImTqKnfEheF5bywh0yurRx425+OqRntMFUWGUAq9euflOJ4qWTBCHoaSXbxl6prSiSKMNMeVFtiig50I6oNbWjjVLv2HKLESFrMWtVcLauNMcKly7w4oEdPmnkwolmU6G054QcnFXyRNsioQuw8LmT0UJUgIObQmXgRi8+U9dpY/k1QYmRhfYb8Foye9jCqN5mrNuGpBnLgPOVW8ddu9z0W7uKMIFgbVFFkaQ4vzGho/FkLOoYgBfjEsaR0xUaRzjwyZRnT1gm/dnQBllw/Blp47aB4wLQdrs1idU+8t0qbyHfJ7mOI9LUSxTEiXKudZZEi95FEFrUHPSp+Jo9gs+ksFHKy6dNn3b0uknWnrxwDTLhphhh5QXjNbXG7i3gEnd47pjgqfsrVdMdrr5OT0mbcvHJ1l6uSrmW6JO2oghNZJvG/jrsiJoHx6FVd+6YcRHDj4irFWu09MOC8IW+Z/ZsNw9/qqq/wDwlS42i+Wa2rh1NpntEKEMwXWOvjI1z+zy50OcGREruz1G+fhVrHY2NuFN4qQ16qmmpbTN3IsStQdRKrEMPo7tYmkUcvyqLBiyYepcRxJCZlTeP4ZJRZCwmyMRuGoph+LUs0ipa2SJw0qr5hGKPutjhBMEwCYUSx5AbzVqrxfCRY0jbXVN/THuf9J5MnMCeRldiHUtNdPLqRgumwUXg6W8XOpfw/FCiTJHiaaaXkJZjFdMFFd8UFOevZcPHzkWIySjbmWvcY6+IS1p6IJbQupqzZHUdpmhaGpG6iZfrrkEuMUeKIETHcLpcYqCI/dlTbCbHicisKzZt2RLEiUUsRRC3knJ2Hjbhj33T26VR934SmJOWcMxH2ovXBqBNv1aeeoFYZPmGwdnzzKwagiCHy08eq7EPNLIMqK+vnmSKvHCoUTTyknJCYjQ7DqFpjXduRn81tQxTXXu/J+qWhnW0XMPDUTxWgJjR2WU23pgXfx0xHcNkmWmSqsri5L/ADnOtpUUQ3GTksDMWwQsKhl6uMcipeVzfiWcw9kESLYACQxIXGsEtnDYiAREmgB+1vOq8t3eOfPSufvhbH7F5B/9lvKn/g/nF0/P/d6x3cUy99xEcdy2QtaunvRrAGlgJWg0UjOTi1Eh2ZgnysNpwwIw/Kqc8I1JfFlJhlkFvsQoDbttoPJNEGe0LPNnwl+SU8Zl7rKVsuIGhqZGoyaCHqFky/ic3AEuD69FUTPEWWs0U2IY5OQXLxFNuEQkoqxl0bOOkxNLIiSYVCxAuLp02Wdt2IpUFjJKVstiZwu/KGykAwcWNFTLp44MljLiHU50/LmHD1lh65fuXrDTt66eMsvHbxlphtlloBALBSdpuNLqAlowIAbN8myMgciNdc6kA4mOY07Dl5051Vp3jfwdrdxy50z64dXJBuebuakKyb1Ez6SHp+Z5B9DTczCcIxbHCKyaRghQuL5GMRh8TdPEtg67bek3gk3b8G2mWx4I3Q2463Z+rzdry01faoIomRCkUqK5M9KmLEZacSDAEAoYQxNKIoVh74w0tIBgkjeXQnUOMPWzqoAG1A4y8dgyJty6GaP4RlqTUEvS7B+78k2Y+XNUu8Kj+CpNwJByY9YeKpKAH8ZojyMIjVnTDo22noC8aLp8vWzZgsHlyURRGoEHn8TKm/JR97q6XUstPM1NcfwdTXqyzGMv45i5mbGnh4urkSwKTntAC+noK4rIEPLkNK8OLaepvk6EIXjYokwrEDDTxeSptJ/lQeoh5wdwe3Z+sgC0mHDgMgBOmbrIrQDBKrwOsRJgwcOKIGndOoHLTdrNZPvIYskYpb0r4PNAUiZpwNM6GZTTJNwMyYg+PYXjw2kpaKvyLRYdYiM5DB025LnzyeivG2XhhyUA89LHHpdwDLt4yxsHUw32fhbu7xDtU7ejSNWaflUlZrlb7P623WnY7WXfo17Y/rTzlbWru6dG+763vm5HTNIcnfwRkZoz9Vj8duPwgzTj35dNwlGkqi8PPfKTOjeNHqZ8nuYhWGPJo7xPdG/jnaPMGWi5Vpx1LqbAB+Fvbuwe0AU0bxuIAICPaH8E+ukOyFAEK0EWvOFlnssiFRa7LLQ4sTBgoYbXsoIUkqIVIgkA6RqBnU55zriXT+1qb3ezQpFEdbtHXBB8FQ4uRfFsR6cZlJUPQvDCQfXoiXlQ0hPmCiWioqUWNKSopG3lHRUiRLPzRl6IOnLpttoAapeaQJF7ryDdN0q4Z1k7i3e2TZ1MpKOpOZsTDl/J/UYmwfE6y9iJZMphtDIkdT8tChcuXht+ip75lzA0PstHChhsSr9tpo6atV7waVW83Zj2KJ1yE3q8ktDWliG4Rh8VpDm7IqSMTIcKqhQRKLsVxBNCZ8KnATE5ZPmyLlwXUl12QJvQdOS4OmzXkxic/DHryt/hrXdgZ/6kdA1sX/6Av3e/a98BroYoxKqVAZbDqRiBxAXLqnXIGAYJG+obXT2AjMrxI7O/lXJX4MdxDb/C9O+ez/Ut1L36B+rZzt0ZpETtzxLPU9IeMZG7jLe5Scm2RmdCibAU1o8lTPhuB5er0TKbmF3EXRk1FOriLIfLQohuVl8fiI+qQ0uF05IdGz4Jpl6WdsDlITj15W/w1ruwM/8AUjoGHln/AABfjbp12ymCYr3k8y4sQIClz8KF3dMfxzFSi5SIYguCZY6HIriyI1UxUXCYgw6hIp9YWFB8DDYuSScTMmXgMNdh0IVpmAoIItiQQRFnZAZBEQRekHSCOOW6IG4wN25Qd33svx7Ktvhwxyx3ernrf3nLHLAdPVuPiP5+TNGEutWErZLuoV1m6iEDU/OdiKV4+9mlDkt4XlWnPoWOARFCQRhOEERBR3b9HadHgen2SImToGGGn794LDLLH3dX6HqniTTrMRF0UxjLGANTZ0IUCWcXTjLHjct0gS8cQyajBqJCybCUcHXoHYBcRUnJIOIXU6LpxMaeCQdA8UinoYuriwtOGcORbScMAkYt2Rid9aVCnNzeSb3HUjEUXSW3em7BmNJs6kxSuy/WtT2tEwgwfCEJqCKqmUNbXoUg5s183o0KpD8q+MpsQw/FMzkw89ZZYdQSvu2GiprcWgfciwPI93PKbuuWP/0curXVVCMQQLPSY8eF1A7ChKAovKuisSy5gIkrPPlRwkqBV0WTDERi7QjrCKmpKNCqFBCIUeJJnQv4DfhUX7cndj/+K0c9P9Kp9787x/a9tVvwjLd2kJGqM69UGh2KHE/5qkpQQazK2XRtbepkSn3Lp+5PRMzFkjYIYJoTLD1kHplKbWlAGgaBlMbCjTXEWUHpLybQ+HTGiC2s5ZKGCyZiTJM91UneQxiNQInsB1z5nwNdQI2hzeubmCI4jVN2sqpWuvQwrxEqxIY0XTVWvkeaMry6ocaPn2JZxEbOlSp0yDTx8LxUhh/8YXTZlo0tSgiNaBuIHs0G7s16R1rohSPlaYGivUno1iSWqjDqEuw/qBh5hDKrkQLJA6fUk6CHqqUhuMlovDLksRaVlVcl/CxJ4C6lOyDZs4yrE0yMD8BvwqL9uVux/wDxWjnp/pU/vQed+jdJUp/hAsO6hpcLOsvU3oQjzTSSNL7Uz4SlDD8WE5jLBR9CS8Xhx3DRlS09wYSdPSsZPocPKIv4mS+0jlVFh22ZetsEzN7ZKMAi7StsmMDIhRZ0hiSyqOAJEaRUg56NHAgQNOcgcu3ga4GgOCk3eDfCXdQ65OAgUiyUu7Sk1B6LKKClp2KkguZmKxWFjRWITqEaF4lPjxKLYwmPEhZQEo0YYUoWl+9eeVeoJN6WsAa/dJcA63NIs8NO0fIKcrsxrAcQhBiiaTip1Qg6Y5FKNmYEjOH3hhw28JLKBETJIy7elXjls4SaOpBl40nqJxy+gU0kRAX0yfCbd4HJuPwdoLnWdJiDpmyUUjz4uXdRuooUOwbE55NR3Tb7yj986ZITiLPAF2yYaMy7VmnThss8dGHlkbUfO6EtNkgZxz9jpRLJcKShlxF0fK5owLIA9dw4imlAqnFnY0aNKSuedFUlKIuu2YUFM6UIlWHhgy6YbtZCFL2IDO7eFyRumADwATDA4Z1IjPtM+eyKpT7ljSbvENfuiZGmNKvfR6gdNcISnjdX0+JkmEiWShHyPBafL2GINUofT0deCecD9lKCFIrh9kglhD5d2lOGGCLl+Ycunbe32Zaaap+aV/hOW78lxqM1gxprajtRkFMSLiM247hB9BSykwypya1fJZCA3KQ+jqYTb5PR1FEV1pwfBbcsvn8SGnAJrgSwmDeIbg7egS/3eOiiIZaTB0d7xGb8RTRnpGE62I3kdpzRo4lycRV2D5eQUlFkaKFyZMIm1Z6wxAJg6efsJLZZg4oPnLg8aZdj2NhwXrPhTXV8J73fU4oPk5qEkglo+nyYUv3sIalZepstY/NnUWTmsFcerxBAS4oi8uYhc65iYuST1RpTdvjCkmrBZsk7ZJsPjHGOiNrZ+sTd6S1IL3CIxD80koMiug7KrlC6zK7zrl3aGry/h4d3qdfrDZeXjjuuHmfe19mhwxyx3W9G4+PvA4Y8O71Rv45zz9WB5A5cuXmBF6dy8cd1w8z72vscvHHdcPM+9r7Jyxjl3ernxznmeHh3ep165D2xhHAeA5cu3zopeXiFu64eZ3fVscvHHdcPM+9r7IHs8O71B5/WF+ZyxjkGbep169/OMI8xy+7yPk5KXl447rh5n3tfY5eOO64eZ97X2Tljw7vU69chfmeHh3ep1+sNmEee77vnvMKd4+Hd6n3oGx4+Hd6nT6g2Tl447rh5n3tfY5eOO64eZ97X2jCfdu7Pu+d++VLyznkOLep06d/I5ZzyHFvU6dO/knLxx3XDzPva+xy8Qt3XDzO76towH3ceX3efmDSl8fDu9Tp0wHsA4Z8O71Q5dMB7E5eOO64eZ97X2OXjjuuHmfe19owngfA8uXb51U7lnPLu9XHhjPIDhnljut6Ng8Pc3l447rh5n3tfZfHw7vU+9A2iD5B5cufnKVKHDPLHdb0bB4e45Z5YHp6tg8A/Mnj4d3qdPqDY5ZzyHFvU6dO/kg+QeXz85SpQ4Z5Y7vVCgeHuA4Z5Y7vVx1t7k5ZzyHFvU6dO/kePh3ep06YD2IPA+f2jxpShwz4d1vRC3h9Vl5Zxy7rYxzxx5WaHDPh3eqHLpgPYvLOeXd6uPDGeUUpfHw7unu48rAe3w7ugfm42tZA4Z5Y7rejYPD3AcM8sd1vRsHh7lKWuM45Dm3T3cbcjlnw7ugfm42tZOWeWB6erYPAPzAcM8sd3qhQPD3KUvj4d3T735WNkDhnlju9XHW3uNlK+VYezjhbshyqF/JDQb45DwrXZgU83GWfo9Ax+L64qNagN8ioZDvAPRqHos8fJje/SnTiy1Axw+jx7LNv1u48rjmo8x9CsJjTz4+e6vRkLeytmfVC/62PsGg941uoY9zPqhf8AWh+zFA6C1j0fYH0c1AM/ix+sBvxaqICvLHoj9G2GM/i+uaDmlb0FQajtHnd7xSDinGwgHZ5MhcPxVbeylQG3H4kRw6hRfD65CcUJCevwzE6KqQ9ESErFHR1LW0JaIPU1XSVIm/cNuDaepJ5kwSOFnzLTowXfNu3jIsNDX7Q5ALY/Jt6LHJ2N7+FMcWjkMDbPZ6Mfuf58U7xUnWNSBEcZB3fDwGgqyl9ydvGtFMWxum7ozeJpkmtPMyFhXWTciNQSA/jJMluYXGGixp/BCwoQNNIopqCa4bLtpC8EPwfFBp0kIyfF0QxU8KmFY535uxN0KiaG40mVqWnfOSItV+t6dzh8WmTP2MSxp0ylpJowTNnYYggmqHFdVcFDjxPSS6suKSiJpRIoSKnJSVC6GUFEbmcClrflV83mLP7nxrzH25FA52+lwpS4eoIe/ORrtjb2ayjqyq3VaVUuzIhMZohJVT2DKYEUGo4COcD2/tNQNfCXP2HHU3/3xSD4Up+qBln6v/zQW54Hvrdc/sam75/sKNLwY5yUgf1B4049b5211vedGkz9fugecGlmTi9AUNTBmCrSyPIyzMxTiFGg0q5guaEHxqqsqahC0KxmtuHhhKQDjhPApD5xl6feFnRlsqWbem3XTmjSTkTaeNIeluQMankFUjGSOnqTMpYrUoXMqB6GlCI5dy9huEVo7DxxWSEVUNIhpSSDL9LMqSOkn35J44em00k/aeF3d1RhtbPhOD6vbUNGWIXWJExqAQdOeWtRUYG923guoTRdqO3W8r5LP4MdQvq41HHpXzcZiqGBXj7cMOY8kJDzsIaOfHiPyKognTDiIBNi5Osi+aJPBcj8VBh5Oj7x+jn0fUCnPIUpTaErfB7rScW8YibRzHMkp/wvICNtJUbx1MJBiGIoMOxk8fRQuqMq1eFFNMIuX7lPYew0ry4ZPPnKsVUCZ5oyXdPSrxyw/dvObv0vff8AtR/k10H2/wBK3Lu9wCv+JKnIa/XtQPetXr02bt1CbZtFDbwgdGoaA7oQS0yI4kzrSp6NQMvFOb0hp2ymRjxFMWJnyjmTLxJU1RkwKanKUawcsw0RPKAFXD80JEoaUnRg2BZy+MeQdvPIunjzssjxRujNDccbuzRRBel+YcZQpHsTQtF8wYiMRLBbhYcIRsrGMTm14o4culwgRUGH5RyaBwZ8o58m08d9p02LLQdmO/8AS99/7X9muhD/AHLcuud/8iftz1xfaT3d/wAidcsi4amMna4NYCTq8iKIFxDPQEvJMt0KXDEGopIiccLCQ+IoSQmOVJpTPPih1g2/B69dA4FyDTDFAa0Ri95XbZ71tgjoHc28ADEMQQtxjJKiDGvbUjs0jfpmOHhymo8dfG6E1G7yPW3CCrqL1TeR3a0vE+GYoQ9NsDOFaGYuX45dujRSJkFdfEHbCQcYOvCZc8E1FRSUYmRYdiFTguB4bhg29UoxfT1wRBMIS1g6FpewBDaNB0DwSgJMKwhCkOp5dLQochxCJOE1HRUhOKuXRcmnpxAu4KlC7lhlh26dMMhXI5OGGeHoj6PUMB5P+9sM4DF2Q4ZxjzA8KDtqllLbO6gl7hlmYlmjcoJkhV3KMhUnIeE+CkDPLjln2ZCIDon3IZaX28IgTXNob1DRRpAIxRGIKmq2T0GpRQ/CU04dfG2l5bLwemKBc9DSI3GCyWclYhhqI4cXIYIPlV/GcJBDiyhOEhd5H3uFt+ruPf8AvlV8B/o5TOHZAfqx9VqgMMhTgH0b8KfzscjbHtAabQra5t3FO/U1vJd3LrEgOKpVpEs9IiseUJkoUXLUXkI6W3JqJCaw7ZgdMRYDXoeUnoFnDbttlfieGmGX4sMsttOxF6GF6wq2mFlCC9+zcZVJiRdQswWcK5AlsIExJqvnz57Kke1aTXmpI3TjNqbclJJquoqZsBQkbiCF5NIiq8RVmNjJN44E0SS37hGWjp84RItGld2hJSYcW4hAg0iIRd+sniDluudJ3dT64955N+GNVG+wi/5uythk+5iCT+7/AJfKb1OhJBB5RpwxH7lKOqBRFLPi3Z+Vy4L0SzMiR2YFIiWLIWTU1mF39rr8jpT6P2D5L8/IeuzOLPswzz4/rXdzra47b3LC3mBdmKKAeimLbNiHWcAYnjKEJw5TBMyr8KUlJiGlpqIiJxJIRkdPJJSSkpZJwQTUpMTnDkoQTk4iVcOSpIgSKuXRYoULOnJcsXdu3Ll27dsMss8H71f9jL1/Df8AmOtQ/wBH+tZEw/kBx6hxGlqh38Fuz7Po8LZ/F8KcKYAK8A5g1rSVinUho/1PafoHUEBKjKdchJqSthZTisyokIYIRBHMFLEOJBxfOo6OtqpRGLHlBw9UTCcjKp1yUYevCycbfMsOG73FLWroAMm2QojUlYAGW+eI3a60qLP4O7ECbCW5G01xWstPXaRDJLUvECo8cOWn79hORdRU51I825csgDT56yVLPRdugaq8bAGAu0FMRD4UFukqgP4Tpsf7SMb86/8Axn9l+Qht3puldHUyNB+7/khpRnIswHE8fS4fzTbiJVlyoLy3BJ9zHM3o9j5MdpZ6KoWg9aNeRRYpIFFJg9DpFh2pOjpcv8cJu3J0x3wzAcDgLP8AEZCuA/yOJH2fEByFsdK7ZWk2gbNYRHS0VsotxXtNcJItoIBW4gEZg6zrMVeerlwM5fqjjGh+YnOqGO+b3xeh/WnNndsRbIeMI3WkTTRqPfzKms+XZdxDDb5NhZuJZSqbJlKLqTh29WjQlIRW2/iZIGnwNuXLAsg0Yd1nWUfhOO6CV088kq0wJmKaUpkzacppijIeMDqeokDzloscIniRkg8LGyZss8elzRYw6eOX7h426esNu22mdp+fmJA4dn+IyFeAf4nEjgIDT/pfanLzeOODQgOB6B/EZCt+z/kbSAvVmv8A8Twt978KJs20q9y4L9mbuAtOzsRIUIuEdPw1knPSqVXqkHv+9ydL8Yekzp3cqsrEiLY0cuEaCJdaaVOX0JPYwjRTJp7Z4EhARkpDIGVZRelmlE8BZyy8bqYMtiLLTe0wMwdeOlGVuqeV2imPJqihampzQ6SiyWstPmLMhU+ckPnzMXkyih88UaDVCAEfypqAYsdiVXoqSzrv5KF49LsOzyY2c6UYgeCXbTDbEHwuw8YaBthtiHUpht20DTAstMtAQAWWmWgqDTPZFkQAQEBpSts905zg1cfCPx1KrsrY9gCQO79khDsBI8dRjDShDyNN2NFmH5hHEB3AhtQKA4iVILr03orVnqukPDBRwSgcswffkn68mlX+pbaLK2lm1da5etWlCWXthLeZukjpGPVQFgZAEHIyBSrN9aAFaj5vKlRaEM+b9Wc+aO1fLeMbovVJqi1/yh186V9XUJaZpiSekkmSqhk4sS3bjtYIqjCrN0VxbKMH2zEOtlFWGJqnEECagjnXxdt0aOOm3b5sq2WsGBkO4AoLOAoyNK9gON+AdA+ilre0RsFaWp9HqPq9cU6LtlLyhLgJAZXGFmQhlMqQykMCDmCCKVW+a3bW/QXQFzEm/AYSi/oeVhfTJBzkz2RyINJzcKNg2FRoPxkGgpZtmlty6bN0tq5lzPeWk9tSe931T6mHss4iYiBNlS7Sj0uZTLrPxMyTeJsXwi+mRHSMvOHrJx88+Nu0tKOOmmCoOHjtoo7fDO1jshzvjup9Hv6cgHggXGvsxTkHKvv6jTbMbJZBDHpWKkEY9ovuJUyDha4VOeeYIpVTnQ4NPhUm9AEb/qTQ4AP/AMMaHOHZEP7Xpau0/W8M0zxNrG0XagtMkGxCgwpE04oKdwskRHE7tReIKSYBeRVVs0pMJRQ4otuAcJz1hhgqWeNtPW3YNdh2LTxnhDTju1Z6Sh30+sjeNxLFkpj0kdQ0kAlrBcKoS7GJqaqWveV04t/G4pQz8BpkIkkmkoYl/HpMcLZyp5D/AMAf4KPimzdhin5I1xTlSggABYetrUvbamzWiLW0W7qkC5f2kwciUuO0EEbmUyDSqw2n3dib9qQUpYFkZL/e1yWlzKyW6EXhaDIZQtK0so5eoaEWetvHBNhejGV5SJVAXbT960BpUWjh1oR7DRkWQDs7rY3ZO+Kidth3HW/cjUgQfNdhQLwDpDlzDx94WaEPLOk9XSY2hxtNftsCLLk6wTetFm6PWS70WQYGwhn2hXA2x6gZrwp7dnBenC4DgbVpnzeNOFK3rXay7HaUBcW0EKIAO1bRAAEAAC4AABuAjdpU5+GfZpn35eYqt7vH9LkXaSNxRrwlxG+p2eerOIVxtBjs3M7UAvjEUYlGlqZMmUxuFUg28eGTBOEE58hPVJISH5098mG1lUcln7BFoqVLyQbnS2600GY/maJa8Mfwmcjcez3ca5rmg5jvOtLkwNaehDUPpflasQegR9NqGodR4cV4/PraVB5IykR7CcUGXi4fh2HIpWirh4noRty4aIw+oPGzjwu7eOnblp6Yc59oHkHGGlrRjpn06zAUoaWI2k1KGEYAidUg42qKEKn1mH010UOGkE6tokPK5tMePGRaKvVFETDTbsavSThqrIVWyU2wMqkWhsi2w0kjELxbDJJJOHPPXjUVD7vdNQ27ggHV9JaTGqHduzK116kJjybJqUsmZWSrhyaMWvIKJRdMEXUGpKGaitGic+aT1NLi+JXpJIRD7lySPGTzZgAYMg44bCJN3H/1r3vDh420CKWBD/vjxWtLh7du9N6LuyNf+oveB6ZddWhuaumeXEU6dpPtQSlPZ7qUd/HGYqNxBMp+ePOIdh2UExEFTRnsOR78UdNKR8qaZUWTDTKeywXLmX+PhI/4UrYf0Y27ODFB+a0ccaUv+hW9meg7cNxbpu3sVloDwjJstlwyQmbO7KxMk6iBAOpIpXFfzk3cdP8AGve8OEbf0AijTr/kjGw9QH2bdZfBhpFzjkZp/wBWxCb8gpv6eWot1PmIngmEJxyyi6WC2/hAzBSC4IP0xIi5HS351OIiwKY2bT2TRBg2UfFWTDbbppnbI/wH/Clh/oxt2dwzCsc4DFQ/Qq8OVK8abSBbvyAN7jB8XTBNbyCeGlaa0GHIdSC8tU7T0jrycrJMTsKjx4snYkeLMn5bsvU58lA5cEmC59Sa+M+VaeFHYdh9tNi3+WRzavLgDgH6vZtL11WcbIxbd1ciAZEZk1dBn+GXOT2e0+MpgfRG30Q9HoyA37GfaPGuaC4LU/1oejmzOPM99OnHzZwF+IcLWEAuPZ5YuPGtK7PZ4c6hbs0sAhT6F/Ab1G1a7emd/wCqvHl5zy9lVORPaaoG7oTc+aQd5XEmv6OdSbM0WlyWmrWK4Thr5gRsXhUn8kq6gvq5v5QLvofWRNGQNgHknzL1yDDoewLtr0tppw+Cn7q0aeZqP4AP8d8jm1f8g/5+uNuKpL7oDf8AekKMZ/GdGOtnRbJ+BZ5TfiWaCujKhZSjVTPmD6qpvEN+ovZgaMY/eJR4ojnnZU2RQ1ZlNF+y8aBo2LLJlroMNJ/wsS1N5voeDH+QCDbXoA1/S9vz/Xt4tq3aS2q3fR925cGLE4tW2DEsSDJuKTkQMwOEVFbT/gU/dW/0vUffs3/C+Rpelf8AIQGR7+8NrD8uIFRJXS9gOWUMtHm4bl1BkKwJD7Sk/YNqLSHCKGRh9KE+Zdli7s0eEgnlxNmGCzlh8YF48ZcOmWgYCscGk/4WJS2840PUsH+ICDfZ/wDO9ufHntYw0yIM+oW0/wApIe1RxtDMx9QyPBaQRm/HcGEyxGFIpjdyw0CusoBMpB8Bli6caedlpw6cQZDjtlkPNSi2B7NmFoMwt7Jc2ckAlnRFDQRAlXck79BvMzUqYPh7wfhzqIbR5r21ITg31u8C0UxzEqCfkFp7loQiWWaAUhJDTltOVjZuTbpt6oxMTJsK6u7ZdxkusO3J0w27ADDkWweNlnLTM9wW5V7LNfNxgK+hfPWmKhxrJzf3MmvpzvAtTeunR1vAII0zrWoz5NSlFNfSccR0rloTJJUGFniGfNRK6V0Z4L9Zg0grfGk9MKGXYMuyoGGnXlgfZMG733/tg/TroQ+j/Qty75h/oTvT8w1pxrbu37fSK+z37h6W4VYG2RgLnABiuAgBYgRlWgJjME5iDlESI3x4Ze2rI4ZAOjPDp+9493IacdlZDH70LdnH9p15f3a3Abvbf+2D9OvhDh/Qty7Hl/oTrbu4V2mz0hS81Ayp09S/gLVLO4nqMnohjFQxtOIhCabBJSLWVSNYiWIYZdQ0kkiRBPGH4RUECGHjTkq6E28RWzz3tvTLb15qlxrjw1i7aEEzc6KCQVyGF3JMZ6RlEgVnuPfHiPhzPxrpVmgsgHEL+jzBnH4v+9UNot98hrnjbd46CZnaipZw8lRBMpyrQnAMBhEBZ6bh1CiKOVR0mO4oWyTnyDSgVh5PYPqRNNafOi6ksuktPOvQJGTFZR2eGAsAXZDkHqV4jwtbFhHRepXTbJ7V3JCPNPE+YUcxlK+Y6S6TV9IafPiJ0u/KGyqmjriIqFWGDSTEEPLJIgtIimWEXhNSJF3jbD9wL1w+XVYo4RsLlWCscoJHVOnEyYEjhUVATJDcXEtX8noAnNvNtamq/VxMWbcJwrMdcgRIm6cg3TzCryJ0lPiQghwZBKQmC7AsisHC5d2rIb6FURQMF2lROhFF+MeSDZ7z4NPohgkudVNL839Y2keYrwuyyQmFJfUDERBSYNFu29INrBdRJGTConlXz1ttomRVUM00y08+LKZJ68F+GKy63WO9r0YojuW+hbepQ+uyEQCjxOlzKPVjJNLjB9AiQy+cvySKTjtNIROrNFE5ll6UJOENLhWHSpE22XKwkW+LlHjrLVTSJ8IUm+kvYbmRvONLkgklSfsMKSppu0/HYniZwngWfFnrpLWI0h2CFck9Mi9dnXj5LWkdScHXDlkksFSvlXT/AIRbQABtjuNcgSxNt2J3npjdB13kqeQ0qwidCcgRHHLnEE68OVem5h1laqYn1Aa293BrBj5LnzMrRDEqeUhbUamJzCYqTHglTWFFKclI5JlnTRRmIk5w6QThYw9emltr4+so0QqK2pQ81EKp3/vUd35+mY6TlTS9+Fv8CnylHkGxr8+PmCMyPIfNAyaMfJnzZCMIC8oCj8b7Px35wOwKeTBr4qa7XZY8d3DuxZEbtuBIxSJcqsXTKmtNtcYiqd8+5lnWVaY804idP1E6WeKZhh0LpPRk04trJpOS3TRo02cVlFUXFZdWjxpUfSRheghxr9G4AIM0H9ap76Bccbb27RNgW70tIYMCxYhWYlVLiGJVYBYESROeRq40M7yPAheziJ+NVoErco70JHTk5FT/AIQPqOIoqWSKJZJPIaflEowUSyJdyULEiTxnU638VYcFHbtwWaZZb8iDthoGWhZ7O3Tsgd2ZNbRtDWp2b02N4lqz1nr8XaZZswK9h2ecSKSjAaIJ4iUiRmJIeQF2IozUEZbI/IL1HJAnLxVMdpCypFnxB80wQbJTiAPfcRwzwAGBrXyeQtS/INsajeFi8cQVGEFHDT4iVjCF4ghc0eLOmGzBMvECSYSXxou7eOvJvHxZ0baeumG/MaeMMstCDI12j6tbXNQ2IDq4rtxgCRGjMRx3eGUSAJEdozPAc+fDTszp87r3/Gr+s7/Ui19cK/5B1z1Bx325hkJbvg37vyW5c0Ys9qtXWoR5Xs0H8dqpne9oHmj6Pb7Ij2r07VOAZnLvdQktN+6k1G7uGQ0yDUXH5rSw1Dw1B0bTdZdopQpFc6oUUkckMTP4Nh9UflYfTFM64bNG0qH1NSdkfKtuU86YYYdPd77pnSJMrQhu+tP2lGb65A0STFlQ7mgxES1LY+vq0FnPnrOiYcxkj5FUIohiEV0z8WQovSyii0eh5N7Cs4POyrJkm7LnDHPZtOr2QVPV2YoxGYDYrZidNAd8c4qgyYRwHtjjPHduqH2PtzpvJ9IE7Jyx1uY9YctZJyc1IrijFMwJCzyTWzcNy5jBWafg8Xpai+lZNtEEuRbNt/JZpygwyvpiQTSIaU30apaQQYKybbqbddpe7qg+akTRxNJZ1BaqdScVOI61ET1X3D909iRaLv1I4RQIecnnhtUcoCaoLy6qGlFWOv1mJV1XOqqiCeRcokPoMsQDTsje1fo9WbV8nbx9wOZ+jf8AtaB6TNv1sLcsX4gGNhs9tGxLOQJVSzFUxQGwKclnOYA1IG8VcAbp5ZyBppmdZ8jWrjDv+OwI5/sAyfCn/wATYO4dkPs9ocPLdQ/s8u/Cz/0wgLIUH/p03woFO63cOQmOI7ueVJHeNK28rdRrMJqbizJt1JQxAzb6HPwcOoccl0ksypuS7MOMRMC0IJbptp63ELRH8Y8ACTIdhpjmnRJu6Z26bd5fvGdZccxRK1Vlfq9NQy/lqgwotRcej1EZRVBo2aCOUtYgZBh5MaeOx7LgECKIlZbbqDwXTIdvbnFp1dSRkdpuXMs4RrbAE9pI8ajCf+ni7q1Trn3Q87N4rrigeJdSmp5QU927LVJhyL0HSpDLkzDKyvzQcfGCS8iRIcRixIiqIB1gmWU2pgLKipxqlo0QLMBwWQhgDajGD6d6HYch+EYeQ4ShZES4dhaGkdOh+HodRSBZNRURCSCblPS0dLTSjt0UIJqcQcOCZIkXdO3Bcs5duXTtl2wDIfYDhnw7vVx1t7lD2+Hd0Dxtx9nQttVZ2A6zmWJJJMaDMmANwGQ3CrQBJ461A5Be4/h7T/vJUHXLo91BxnpqlnFqkrK2o/TJCCSVfwZNF6YYNqTtCQ3psw9Rofgldid8XVF2GFCGVd7DwfKT6WaxBZsykPIe4y3zP7NhuHv9VVX/AOEqXHT79M7WsK4zjkObdPdxtyhQ1/7t+eOqveG7tLVrLyKpUo0udG0anokmeixmuRenRsukTUXQkvu3UBpyJAkRIKobZJoRt22xEMRws5Ay8LMMvxdNPXzjG7aAtlba/au23KiY+2pYgTAECSBA1NIAGQ3g+0VNhsbJ4+Hd0+9+Vjx8O7p978rdNTVU2aMytXG9n3qepzd9QPqkmDoo0iaL0RNbmU9kMpNw1P2ea4oPEEo/8lGoAwbh9CaVlFRLugLvDcOFofIp7K1C8UqEUuzCD0iY+C/brdaeGVKNk3UXMaLFAfKrEdxvP2JlOLlw55FhwCgrniJNMImjgMO2KPATXbujDLHkvJMsuw3Nrd3NJOe2o4rrl0fak470La2HaQ6Q4jmlAqKWiyDJpJRcknpTkrMmAjakjOFM2KMlpyO9OMqD5IPE05LfRBC0QnUhNMFtUMaevhIqKBRCTdfug2MEoC5UqajeLpELKFGrv4o7YYaUHcOwzLl9CZs+pCyLw+6emChN08eN/EHJdjsMMcZSGfprDXiXJVxhcYSeqArMCmEZGFgkEyZqkZkkE55aabspEc+/ODXBuvWRWo/cFwJBetPRZrNnzNDT6hzLg+B5s6NtV0fPJnwOtw/E/wAfcEmZcrDwiQfwo+cPinxR98jpJeKCzp+XW24oUkpBNw0qW0oKixzMSXsJRyiuzCSXjqDEGLEl0pFu2bTHMTIhRYIOz5QW3PbME2Dzpk0WF467Tx28ddt3XtBX8J7kOfuqmasEzO3uGvBf1kQlLeJmowgrTDL+XyZJ+QhVba8uyARKTSH7h7FCW7LPHKey5Yh5BiMymuDCcrxarJiurp5uxi4cOCrhyWLOXRcsXdO3Bcu4dsuXDhw5YZdunLl07ZZdunTp2yyw7dsMsssMMgyyyDIAAa2VZS5wm3bOHBbZgxBE4myLBQZAwhjmCSBOdgInKBuHv00HKagJ0FboSbkA6zZm7xfeIT1RdUerE6rRRC8k3qAkP0qXcqZdsmVFDQl6H4fPuHbEPREpQg/ek0qFEZhpFgIlEERsPliM4oWzsTl9+72HdIS93lsJQLE6JG6hIXVZJFQcLMjNREMlzjS1Dz0mpOlxxDa/8kqSKsGkFhcLuFxAVEtVJxBAkTMfOKGzAgaXkdfl+2NrCzbFs28MqxJaSSWYmcRacWLIQZkQIiBSBBEZHWqkO88g6L5e7zL4OBA0wJkLc4I4hOP1hAi6aURpyMkrcfRGmRPIgqrxQfS4fIJySQeKx52+NMFS5Zp44cNumDpxSPMmVE19fU2w018Le3dzTIVB3o2jZtsagFGRlTrndgNxAR89tkKBUb1pQBEJz9Tm7rknqv1KaQtUsxIommizA0WRWqxhK1HgtbhJOg5fU1hWhVYNOI/T1yCIjW1UiwZhFNduHUOxDCphlw/PMvDT149LvS3H83d2xPOP9+Rpa3mSPFcpy0iJI6fYhlRFcJqa7GDmbahEStB+oyHyx2HkErAhyDjaKwdm9DT1+ZUo9STzJUiuNu0549LEHKng9pwxIEg7Rs7DOTgRUViZzygzOe+ojX9ZeeQw/Ku7d4XH0jJWaLdQ0xNS8szE5JEQhArS1MuWJQkmqRmMYfLLKV/CpyQWFNGSzbz480TNA5PKhIu38Wo2+APNaq3wPODdSzNhJBj6W3waDXTMGBYpIO1WGI1gfQ+6iyEojTHrTbDpSQYjQYxPo6uQeNu3jDs4nnDBdtphtll4IstAFoLeO6bo51f6HNSemeWirCiHHc45dmYRhlWjk8rpkJEVJ8qJh5l+vH0BCiZYKkQdEnrLT1PQVQwDxp2AFhZFptiBvT5oV+Eu6YZLS5kBKPVzu10mWsqocLwrByaqJkxlxQJoxV8/fuXJtWUNLD06fesvDD0RMGXjbxoBABGgBtN8Obgi2WTAOstpLhxYtJciBGeRyOdDMjKRHAHORx8792Wi/nLu3f8ArW/eJ/8A2P5S/wCMu3NsNSZTZob2vdozW0ibnbWhoWk5KyZDp5OxYmXpJjaWcLGjb9TE0mxQsrqc4XUAimJCcw/JmFFdU0tgu0YYYZBthsWwlq/Ab8Ki/bk7sj/xXjn/AOBU2+oiSQ+FFu1pIeRBrE3aj9Bdqie2tuE6GI2BQfJDJty0pOiIvdLLl0Bx4SB8wVF4+dOwfiwLbx2zVoMikxNu5kytls9pT1SpiQwIBiDyy3GozyyO7cB+jz5eYqyLsbGxt6FXqCTVJuuN4dPCf0yprSg30889Nkt4zWCajCsj4Yk0diVBl6ScIqYnGEpNXGNQMJsKDg2oEjiw08Zh1LZdvVJ44Bw2Dryz3gyeHwcfWtqVcQWWn3vvJtTYLy6idzGcDOo00ymldiForLsMu3C+jg91Rh8UUnTDDLLBhirQAyAU2tnbG2LbPaacQcyZI6W7Gs6Y4AyEACBAjSoKg9/M/PkPCql2qbdn71fTTpm1Caiv0/HUjGv4B5KTRnD8zvwLn4c+dX4NoKWow+bvzh/RGL3yH8tfI/yd8r/Iix8nfGPjfyWe8j8Veyd7gOd83NRW6x0+TcnnMKJ5pTMiVdnU4Xo2jFSeq0QKrlCnXHyCjujh58Hbeu05GTSCcVZpR2VKunYB5tR7/wBZ8mon1F6QNUun+CT6ClxlO/TzOWUsKKcVGlAjDKfEcw5eRDCSKdiE4kpa4qlEQqoqxZ+qGU1GVj7gkw/eFE06/ZdlnnMm6B0ZTQ3f+gOTmlaci9AUSzCl6qzQPLSzLNUiFZg005jaaMYRslMpahFMLQYtvnhdKiAkXUANw6SZdKDo06LNmyzDo2+otopfBXH0ZtNMu7jHjWPts0HCMojIVAENlpHtkfCKwXekbp+B94wlyzjqG5nxPpv1XSCUni1IvUXArl68XIeeCYZUQhuIyxJRRFNShwVdy4WEs0kriQvQqtsPFNGPNk1CIUOIIvVbcr703WeegyW29K3maRM7SvAqsmKJuVshYcahlem27RDjZxLCYCk4gCWqSXVXbbxh0yvLBKZR4i6IuTacyXiEy9iFxau2NrtYtuxYgy0YgGYK8aY1BAaOY7amBM+PPt41iUAQFBsrIGg+Wku4cS4PgKAIaRIOg2FUUuBVJh2GIcTiySiIyc484XZRPTihcq5Btt48aYd9p628eNNtt1XdVX+O2N3J/YfxV/wb65ug/YPt2tn7Qezq3aU9pj78fSdvMUOLJSlZESIkOtSvi6E1ZdjFxNtRX1GEtSCC4OQ4glIDPQccR2Dk4IZePTCnHqOdZLEV1thPePSye5U4voWFoKshb1piBuVWEmOAHsofiPeKnD8PDu6e/jzuBwx4d3T38ed02XljP3rbHjxttvU0vLGeXdbGeeePO4HDHLHd6uet/enLGfvW2PHjbY8PDu6fe/O6lKHDHLHd6uet/ecscsB09W4+I/nTw8O7p9787lcYzyDFunv425qUocMcsd3qjUfH3gcMcsd1vRuPj70rjGeQYt09/G3M8PDu6e/jzupShwx4d3qjfxznmvLGOXd6ufHOebfDw7unv487ryxnl3WxnnnjzupS+Hh3ep165D2gezw7vUHn9YX5oHDHh3W9Eb+P13A4Y5Y7vVz1v70DgPP7B4UpeWMcgzb1OvXv5nLHh3ep165C/NOWOWA6ercfEfznLHLAdPVuPiP54gee75ClL4eHd6nX6w2Xl447rh5n3tfZocMcsd1vRuPj7wOGPDu9Ub+Oc80DyBy5cvMCFO5eOO64eZ97X2OXjjuuHmfe19k5Yxy7vVz45zzPDw7vU69ch7YwjgPAcuXb50UvLxC3dcPM7vq2OXjjuuHmfe19k8PDu9Tr1yHtOWMcgzb1OvXv5xhHmOX3eR8nJS8vHHdcPM+9r7HLxx3XDzPva+ycsY5Bm3qdevfzPDw7vU6/WGzCPMHh93z3mFO8fDu9T70DY8fDu9Tp9QbIHDHsDuuHmfeobHLxx3XDzPva+0YT7t3Z93zv3ypeWc8hxb1OnTv5HLOeQ4t6nTp38k5eOO64eZ97X2OXiFu64eZ3fVtGA+7jy+7z8waUvj4d3qdOmA9hsnLxx3XDzPva+xtEcj7eX3eZ8xKvkVpfkIVCgUoDLPHsDT+/YKjVOHAcXp6oepw7+AjS9RBwPsGnZx5oZqznpanS+ycPeA/kh6mOQCOArQM7d1c9PZwAWuGKZsHqfXRqt/SrQTl3D9HowH5HiNB4hS9BRnAYwPD97f0bh/sq9dl5X4cGejOfMxwGw/m2U48vkD8aTNMfSD0eQMB+QNw522bkQwPpBXs5oDFg8zh3j3BkTpb6X0cejkex7rVxjZvW30r9nqyH5GMccXpeoqnf4ec587t1AcLcwxzFmv0L5/ujkU4B3jkPWZH8gftrTx2OXeNbdWR/IHxqNbiIcdk9/EOrPqjaocx92ij7Jjed3YRu5RrOeR1Ajzzo4AP2h1Z9X25AOgZ2UPHHCv0g9Qft9gZFtcB9odWbB5lsVrUPZs4M+0Mh1ZpTzB6jkeNADbQbuzzw9wqT8By3Dzz50nEKcmfo+uFh8zP9zORQMj449Zn1Pz+3ZQuPPGWeoW9D7379ms3zS4BenUB4Me3I248dlR54e+gOAjyC4h1D1fC/XrsgYxkOXUPU9/112UB9HuAK0EOv5PuDoGdm8A60yzz/ANZ9+uyrRnHEL3zHnQ9+tJSzGOH0b4tT8WP34hsBgMfR4f8AMD78B2T8jw9GvK363YfePtUMM9BALB0D1Qv0+oabKEz539Xny1kzwE0gfRpS1OAV/wDMsP8AdoPAU/JtxZD0egfueb+zmFbgZAO4cZ80M+bx7hvzvsmKdBZGgBf0Wc+Z4W9vNVaQLizxoIfR6M1D9b9ucdbi0KAPDLP0ejP7nevO499LnW1qXpiweoPeF7cg2QPZkPo+qGPM4948edRuo1MTkMuMYTw05x2nfSnBkO8KUZ4WuH4u/wBfC44BrP5w4cKM48wOfT2bHs4BXzeIgH7nfhzrzHZAxwx+TTgHJ2GPdcNpC5HuB/6M6DPtmN+8mrEZE8I9w5cznPDWZpQ4ezhzDAeaPEa5vnN9kZyHstQeIB6g/YI1tUa0FR44xy9UMebaneFuWdm2vjhWrNRwGPMH8/t4yB8I7IWTp2dnEGaifl7vl5FKH0cWEPo4sF/1oaZ4AHC4bN/JDuC7I9Bt+L9nhXnsYpSmQp5oDWgM8PJjcByNBpiuAFLWHkIfRthmv87z97Dm0AfsHy3VFAB6IUGwM/R5CzT+dBy4ByoI2AGDfgPP0RwIs2s74AHMMBUA4KHD2YZ40C4fir/X7eKWoz1oNmcXAa/rXTgAcLhtNKAtwxX6NMAyAfQDlcQD24DZtK+ABjjb1cUHOa4HGys4rSw8KUu1QM9hmtugiPMQ2Qbjyvy5AAfk/V/a7KDz539lNGl+NaBcB6V+jjN/r5oNqB0vbnS3o0C1emKUAR2WuPEbYx6vfb+12QAre/Ww8aWCjNeQANO/hsp58/Dt30gWoIe3zQ6W9G/1D+Z4UqA3vbHdzZGl6Yv3hfYpwuF/yWugcWA8KjmgXy0AsIcr47uIMgGevdfZSnBwtxEMZx6o8/W9mzwuHs5ZoIB+SNf7b2bNAafUIB4erbhyr12UAvceI2pwoA47N/aHdsqfZ8dPxPkUoBQQzkfo0pZi3oAFB6CH1WeA+jnDNuzzAA/pfja3AAuIMZDGcs/R5gyA/wA7HhxARGwecHBzN+yA1sIYZ4ALIUp5MKB7AAaeCo8+FejPAb/R+jSg1D1A41vUOOaWcxwDmFxoOQEPUqOc8L2ClQ8wt2RGtAqPo8hZt+t+Fw7wwDsUsIWHDPIWf3Ov1csZCjDcNSOA3YctPkBSn8AC9KDbsjURqzS3YDnewcbDSoMDLPu9YOPZ/P7tnhTrga0ZG12ah+t9OYVtmtA86BTuAb06hx7NQ6X8NoQZNrnHn258ju1rRDqOz2kD5edfQAvy9nrB6oYDjembbKzlnPdT1mb07GfYGbBkdm06cB4dQ9S/gPszsocOgDlnjVnHmU64CvIaVCh1HYB7B5nSs6ezkM0uNeyH5TNa+b9Vq3zs5nLH5w9ZnI9n6q8+VNme0cD9HF2cj2Ke2oe2lAcGAG9gEfR4gLPqAPO9eI44RSvRnIBzvgeDQerwreoeFNlD6Ie24DwEMh2evEAH6xBoZDOL+aIfSZp9AOd7BQa4uIKH0e4eA5qz6gc72Z+qoKUjOA7wvSoDfj5vvvyxs8MB3hkMX/eh4UtThWosZyHXpYfOZ9UMVoFx9mzgwH2U6h6ofYHHlUFbSCdcv/zezsz/AApQwHeGQ68Qp+b37LyxTzeHd6v5rX7xQOGRuGQ6hcfN/N16gBgO/l1DIdn83Pv2r+cTwy8Y5eOZjlVW3nlwifsmeO/eTTmbUxwClO4MdkfbbgNr3cz9HGACnZ6B6njUB7uIsD6PG7PDuyHZHwpz79lAaU9luzzAA/J64EPYOdqNv7B7l5DzuFZ16M8O7NLhVkK/R4cL91eKBSoAP2Wwz6g1Gw1sPAcDVpWchjAcMW4+b+fxxswMhjhw6Begsjb2CPiI7Uqy6nu/xhT2aUZxyDza/RZtTyY39mOeRez9HF/V9VnH4saePjavmyIebfj+Tf0WeHYHNB77jQdns/Rx4Bjss8ewPLmPHmICqwO79XLsw+dO8xXpy6iOGQoNmaX8n1tcchcKgAuCl8cQuza3YGn61e2bDfiHHyZwFwz+TnzWfU8M0HlWg+lbgFrCIUFm2GeHYv1sOOA3GCJ9nsINAdOyOeqjidddBlMcaf4cbdnPoYDyXL1RyA95wGnCuGb/AEM/i8/e+Rbyxmg+bwoyP9LHlyvQbDkVDA16/RCv0OHY43r7c5GqjLsPAcF5eeJ1qpyIPJT4cfCkpYO4RDzerNwHyXd9Ie+1Bez9HxqDPrM3D8UFeF654hnbyD3082v5HHyec0uPH2vDhjA/R4gLNv1u4hzoNOnGW0PYPeNT38Rv13XXd2H2BR55V6B9EL4EbM8O0zcPxQd+A4DXjs4MBnw4VC/62HTgHC/HbzD6OMD9H1mf3On1WqF+IvDhx/1oBy9TranS/EcasNB2CnBw93C1PodOnC/I5ZzyHFvU6dO/k3ljHIM29Tr17+YHD3cbep3c+F9lTTvHw7vU6dMB7FDhnw7reiFvD3N5Y8ONrh5nd9Wxy8cd1w8z72vspTg4Z5Y7rejYPD3HLPLA9PVsHgH5m8vELd1w8zu+rYDh42Dha4eZfh9V9lKcHDPLHd6oUDw9wHDPh3erjrb3Jyz4cLXDzO76tgOGfDhb1OnTAX5KU4Pb4d3QPG3H2FcZxyHNunu425N5ZzyHFvU6dO/kB7fDu9QOX1BfkpTq4zjkObdPdxtyPHw7un3vysnLNug4tb0ceHuA4Z5Y7rejYPD3KUvj4d3T735WXlnH3rbPhxts3lnlgenq2DwD8wHDPLHd6oUDw9ylO2Nmhwzyx3erjrb3KHt8O7oHjbj7FKXY2QPb4d3QPzcbWsVxnHIc26e7jbkpS7Gycs+Hd0D83G1rHj4d3T735WUpdjY5Zx962z4cbbGylGxsbGylGxsbGylGxsbGylGxsbGylGxsbGylGxsbGylGxsbGylLyxn71tjx422OWM/etsePG2ybGylLyxn71tjx422PDw7un3vzumxspS8seHd0H8/G17lcYzyDFunv425psbKUoezw7ug/n42vc8PDu6e/jzumy8sZ+9bY8eNtlKXljPLutjPPPHncDhjw7reiN/H67pyxn71tjx422OWM/etsePG2ylKHDHLHd6uet/eBwxyx3eqNR8fenh4d3T7353OWPDu6D+fja91KXljlgOnq3HxH84HDHLHdb0bj4+9K4xnkGLdPfxtzA9nh3dB/Pxte6lKHDHLHdb0bj4+9eWMcu71c+Oc82+Hh3dPfx53XljPLutjPPPHndSlDhjw7vVHn1yHtPDw7vU69ch7UDhjw7reiN/H67gcMcsd3q56396Bw8+QPClLyxjkGbep169/M2QOGOWO71RqPj7zap1Hn85aV8ngPsyFg80M+Z40pTFAuANEfsyICH0QoAeb16ewb7O4D+dkbeaz6nStqezAMHPsELh6rOBFn258M7dqie6SJ0mB+3d2muevQMB3NWp+949m/DiPGw0scQ7hClOjIV9D71442QKUDOGvo/vPUuA86jeuaVBAyH+uwz+9t6HiPOvcFSMzlqTGXOoG/t+Ao/51qVDIepnpy5YBg450ERx6zHqYtzC3js7jzyFgtlkPyBve+No5teUNb0mIDksGt3FMHSLBBEqWi9mbjGqIjME2YUjb59DQwQ1BQwNA8Xsu3JVy6ioF/5TeEGmmn6OJNkwDJlpyJwqGwM8fmoAWPWGgIExOeek5jSprqGN9TkgJbzdltISO5sQfC05ZvuTBmWEuVdQ+LxPHDgo9MuzL2HyHkWvjrBZsibB8LLwPJAXbbbBlkAbHdCgoJ6QQPKyqeJpaWmEzKipKSgYcEiCenknTRk4ePHDIui5UmULu3hg0ZMPGHDhy7bevXjLDLTbNIPUfI7edR3rr06TznnvJ9xnB+rbTMyaRZVy6VNQEWwarC9iI0quwKLksliVzuI1o4aNKJ5wSdMOyz148YB26YeNuWgGXwrCW/CIQFO9Y1pzg3fMY6b2tM+oZ7EqXp8T5sO5jqJ41JmMQhAwhG4pllDqC2nO4gephtUbeLLht4lMPxKgYeCw5eYW9pZi4Nm5CtCHCsAYQZuQ3VIbEDG7OlTamJ6yYLSsiWeATTgM9J6DUOIYliiZaLE6QvQUioMJFjB2JlM7ECIYPp7JZBKkzT5UFh+20SZLvAfMsNMCAftk/OOV2oCXMNTektHKBMmWUYMKb6F42hc2CggrbpHWlCHlRtPOA7Z8uwSW0hTTH4gz5pok/YCvZ7Q1Rt29b4KnqY/sfd4Dw/7HmTx7P5+Vw2lZ+Dt/sNui7/uPOXh/pjpv8aD9vhna9raGuPZUqALuy9OdSQ2JFwg6RDHdOVCfgPGAPCpqQuNe64h1D1Ar9f5wGbU7g+jXiA/ke3I/n2GeHcF6UrcPUD78shWj+FI6m4r09aDJZJMsJpRtK6bEzNRMMEofU5dRquwLFzyEoVg6NViMjTCpDZ9KVnyEWOGYTTFUs7NC4aOryOJh02AMiG166LNp7pEhBMAwTmBAPMmlWWw+jxxfs5t+8tzyHs2bwZ/1oejXrT0A+47ctaHJqo88NG2lmbSGuPYkJx5IKVS8+WDJt8oHzKw+gxHdRC5VTphlsy/W09fcqSettGW2jLKsVOsGRF+w8HbqMKebw85kfR5Mh+5922isGVWGjAMOwiRVgc+5fZHbPgezggfR51D6PRmv0Lf3w2czgB9YPojwALegHjz8dogt+3PycOmPdgahJ0yGjxYlpNKE1WTDmHYyQXZFtTSnURTsl3Da0wXYUiJ0k0CghqyinPgfFXtHJt4077D0GHjEculTQ1vbtTWmXT/AKi/09ebEEhPSTsuZtfM79CdBMS/Nb5/wklRR8gfOEJuoPy38kfKYEQVfkRI+Pi4A18mkvKfF3eD3yt3oUtXLr9GLhwm2oClmXW46ZypyE7qjcBzJ8QPlVpQccQsFqZ80PUx1p3V4A/egeqHqewR7+4K8w7qne20/Z/psDWlv0GkE4oAh/l5/egD3dG6TdAm8MkdPiDZmT63u0wdVUrofLxO7iGRy7pqhiXaXFz5YhVXREUwZi1NmnE5xPGG1pQT4lcu3aIcZPP0d0ReNF2DDRpzZbl1mUHZrqgkAsX2chRIliBeLQAZMAk6AE5VFTFDy7rUtYA9QbhWnDps3iHdxDNmbeiN+X2DWu2pp9SxVJ0SbmRKhEmXHcnFaPoTVIZITSlgrmUCYUBmFJyy6YiSDlsm9LGUtfT7vSB1w/dNuHtGwaCgsjCD+kYzzqH8m53sw2G/6JCMeAB/oix7sU22L3VIFuybgIzIuIgByyhoOkHLXPM5UqwvX7PyeQM4/F3EajzGvPI4nHMdwXLCDokmHMWKUKCYFg5HOL8VxdE6iVRoeh1ET3IPjystKp4XJNPTyboBeGTZl6w5cuwabbbBkK7U9pqyg1QbvTe2brKShbeUa9NRkvNQ8wTZ6PIYnhqBmGtw6dJICynpgIZ2HGImbQ1xIUHSi08OlFgicdNvHDoPJ9mw2Ed8Jfdb69bf0Mc0+HKHnwfkhmma35jtRNoLJtJNprb2JxKSGlujFwZrIggieGtXOc5RkN/Er3+eOvdEsppS3nVA0PzPlHHELTJl1Fbg4YhmN4LWSMRQwvF09QNJB18krSY8METrsoqJx5Pftl3zbLs2UMOGhZeOmwDOuXtvToz6t/aI3zXO0N3wfb9h70Vf96Uy+H9fGZvHsj9obRl7+icsxY0136A93pGM+4z0taL9RpJhZnTNOClorBpyL1c5GC1DnzOUIxPu2yRNOQ3SXDDpkqrMv4UJqcxk2I4tSFsujJbkoO04NktbQyybiWCEBCjHeCADE2SqC2bNoJOeQqlWMJmazNH0l1VhEnFqt02SnWm2nrDCPMyeUsIEVG3joGQesMp8UxMlG2mnWHjIOWmmBs0F6D9qVWqbTHPZ424khqNkPOR66eNunrqVU3ZfzDeunrthlpt28YhFeWG2G2GR7TTDTINMs3EGQzHlKzcKbpOWEOE0hK0fwFGzQFnYP4jmYsRZMdcV22gdj8oPjcSrx5PLPDHmvPJoSelJzANNAVJOXbYsjguobcGbpGPYJXVM/IhB04nUJMOKpecUo42W5VqMvhTi7T8IpqaVjEvKIoumVFo1FkMKhAs0W+MPQYAG29pxbYMzb2YjXALtwHsxm1E66qBzGtKm9r3exkOTP7mNaiNs15XugU82wUqH0Q5BS3khpnkPfwGs98Gp1STxnjKbVhJ2ZUyYmn1LHS9OlOgKQM/4qafnlOOoFVmIqBlBaWTz0wrqjmHk2HIbiggwtPjagjo0w0tEdn3iWQTCSdZf4+wQpTI+aH5A1pzuPKoWHWxeF+0l1QVDg9UwSCCVYSMiAQYIyIg76V+FVV0lASVJdXlNPRENFTzassrKscLJqUkJSaWeHVFTU1A404JkE8gTcPjRw4bfOixUs6eP37xh07abDDZYTclRO+ESkwJLzOl7N2Azxo+RIxtLCM4bj6ETh5NMCUUiRWJIUUFZHMG040w0WPF3Jxp6UMMtOTDLt4yLAYBqyAP0Kmpcf9L9OW1OUt4j9UBsPQA9t9q6XwdPWxoykjuwJbQBOjVxpjlFHhGZU4Dx6CZnz6lXAMXEyKnGpw4mnTcORXFSUsFiigVaZMkTL0kw6NuGmXxdt47aBoa3L6pft2iVVXtO5ZmjrIbYwiSBnjJ7ssqVasHj3AGOdPV6jf69lAMBmlB9Een7m0Fg5Dx4Bfbh/wDTM925YP0wXRBkRr+iukP0p/k87+v11+oibxrd6xIsJMPQ7rv0Zr8Qr6mRRUJCRdT0kVVZWllVNOCKYkpKYRjR+eUlNSPP3JMgRJuH5o4afOi5d29fPGGGr9LaOly3/LX50rsymPGzAercA8kPvxwCycQ62wPGnNmoAI4wNuIbaynQhTOimUUy4akxHZGV021+B4lSJaTIUoeT4qIQJHCgkmCsMxYdhlYIH0qICyCrPSqk9R1IkbJKLDj4qZcvXTxpluDgdFnwgwP/AJ87KbnQNEUhQ5cpZUHIc9ouXGQgLYvXZEk2+igZgAHpLlsznukdlNKsKgAWC9bhjuHgzyDgPfy2/OcOFk4maUDr4HBMiWfHTb9plsWXBYs6afGHrTLDtpsQYdO2m2mWGRaEAoyDQ0DaprK7UrvYtNu+z0f7vvVbrmh7UtLac8s4smnFRaGtPMj5ZkDyaMvtQTaCiPFCH5bJkXlDSVE8qCC48OJK+Rdm3TxynmGHpQTrgzMxNne17tWF3Ey5fxFrRkSjxrDjmM4OXYZPRa7cqyXFKOyooimhHCwlu05USKqWfp5hwLQiwZdNu2hqG2dvarbq7NNg27jWit8opxqqsYwuwIhxoZ1y0lPnw+QrrTTPqx07axYEVJn6ZppIU3YCRYtPwOqxLDpRYLEicWJSSgrx9FbdraQlm2zRVIiZCPPG3ZZ4XF2ouGWH4vGXrDreSkvoKI05YWVtISGzDLxtwwpqBMg0+ZdtsA8acsmmnIvAYaaZBoWKgyIs9oatBtV/+COD2t2zOQBCgM62JlsgPZaEWqyP04NVDtOhAbtCHmNNs29IGwaZYl7127qzR9vHFaW6zqihaL4jPSpT4mTIOaheOV2DnZQpFphENrQHHaKLoD7b58gJouWzLTYl2Xbxl12fLPO0s3rt7ZbV9URrrqDgLMiagHrYbhECTEE5QdZpXegR3A9P8WUKWAb/ADgSLejcPx96e2lLCGzgjuB+MZQpxoHzgSM0YwHl7Y5BbHPajdve921uYNCcpDstpPQfMePtdk22iEFafpLQzOOL40iklFUTnyaQlxbFUKFXh56XSyT86AQ8iKJT49HkRNEIfRSRku2rqKTx9u7N3doLgHURMfQtvmoLiiRupk09g2L5GxcpzZVYClnHUMRekk3DqDCUSJr8vCz9cFadvwQFZ6ebIxCtjEkFuTzqJYbKpCnxtt95bwsmzZxSFLjaG6NHaStt36CFdgphTmZG8ilf0XyEWQqpm3RFNiaHlA6/8p5AmRV042aei6di+eC6cOHjx632HLp49b7DI9l27abaEGWBEPvBS/WtBoNMM+rw9o9Q2hr0p7h/d1aN58y/1LyJgWYKTNGXQxK8hNUWppxVEqQ5CL4MXoGWGjCOovnhE8D6HYpVnRcXoNg4MPXJp3+McO65hvvtTE7dIG7Wn1qA06xr+DybkFq0oS0NRb82oRi0E1zFE44BhRdY+QY5h+JYZO/HkBaUyHbUEY22VEz8aJtFzrkuZd9nSPbs3Lt+2E6MM5W04uSqANqUt9YnF1TA555SDE9nxFSzhx9tqfvfV8bcu/YAM9K/RrYewP8AS7fVWlKjw5R0ITKjWc2iHR3N+ZK185JiTU0vSEmLHkQ/JqSj/L0ZRrKuFIkiZY+SEBOS0JL+UlpSOnfk9GS09KJeW+Lp5IqUduXLHVoUr3iOGcWYv+t9OAhwuPC6nEisAYIBGWYkIdwMGJ49++I9mdajnjP+S+miX5uac/JkQvKmXSeopiQdjCMToJqGVU1kwBZLJPzguW2Xb08YDyBYGgAHj2jsGgaaZZ22RDsQI0WQ+hxTDiiWV4eiRHTV9BVyYtPCaqirJMspJaiVbFyy02WOkjLgy4aFlkRdvGBEGRGgV9/hQ37EpMe3+W/JPhQP8V7rj2GftH820zukm2lXTP8A2Psmvo4H8HMMfuV6WrnhcNsFuE7RcswIS3bcHOZdmUgjgMI4a78pERXQ3LOBt2erP7kHD1eAd4ODAUqH+t6s/udscgxxyzSg3ek5t/8A7zOHJ5zEk9vKZVSshmU07F+VLSHHum2QygomHhMinrZU0SfomnlVYbJuk9VKE+0dM/HG35d4287YNA8akODRz8JZH/57vpw/3L0oh/JrT9TN1DwDhcMV2suodNm2llbQgWYOcTneB14ilWIo/jyEJVwJGsz5grhSF4ClzCMSx3G8SnnZhsjD0IwgkG4giRbOMFCxg22VSUZPOHzDBUu/MNuy7bLhy8eiywOEyB1CSZ1RywQZ0SBj1JmZK6JTK0TQoxQy6mXTVIzDywaQVl04dq6cmngEgsJ50g+aeFHbAvi7wXbTbAMvNuTdeidGaTul9ZaVMheJRVMRM3d2oZPj2KEsk4T02JI0JabotLRQvJ5AqnJRYiRWF10eUCpQsmpzgqXMsOXJEo7dslnfFXwZ79h404Z/xVz8GnZriesfDwYEeF6DWwcraG631hLUAK1l7hn7QZWRQMjEQxnI5jI1oDn3D24ff5I1qe4Ms58OrPqffkNKsgY45C1KcQ9UPGnhkED0mc+HVn9z+9AsPADh38u7PmB427+W5+XsPn8Nag6doHDgnmBTmeHeFqdQ4dn/AOZ2cHD/AFv0e4fyPzBxsNLcRbw/W5Au7z0kzP1Qx0nDEIQaUIpcGwW6OgnGo7mDEZxhLhKEy574qbEk5OHnjR9ZUWCRttKh1OWVZkoaEiBd7X9lPp4+ERa8Jbp2rxe3gEJ6LzcxUcpHMktNEOQG9cQ+mQsrknahCpWPGS6MfOoDlYJmHSiy6i1qbMUuCJxx8vliB521D6ZyXbwS4ba27l1yoYrbC9VJABYsVAkghRJLHcIzpVuJnh3M8L3Dn2Q+0OPcHNepzV9ps0ZwahTC1PTZh+UEFxLEziDUOIIjKrRkmoxOYSVVbcI7llESVYwwZepSIqnWRfF3bkXRJ6AvfKdhlqKTdEbzDUBPmbE/937r8hOHYI126VGCx9fUYaYIp6HOCAmzCYVbjNPR04PkomokWV6EVYybQAJw7EcPRvDq4hoyM6ZUSJfib4X3/MC6d/7L+HOFP8pec/DshTwDuHbJ9oH1e5ft5lVPVYEFWVgGV1BBBUyDmc88wZqQYnzvB+HOrYrptl4yw8YaFpht2w2w12RARZbYAWRoLNQqAgNwC2QG4bejP0egANRD1Qz5vQLV5922FRTDhqMZeRJCJGIlqEDsUwUrw2Ti2GjLwjEcLGlxCMpheIkA65acvSa0iPTTCklGnT1y8LnSxd6w8YaYBpmBdncWT0Gn8m83tYWD+iRjIKW4fxRY4Zx4baOzrGC2bkzMOqx/K1nlUiYy85r2jlp21YfZwF+tezYfNZ9UO4AwHINht6w6dtPXjQMO3bDb140LPmsMMMA020PmVoDICIh2RsGMiNIbWZJjVbu1N4Xuh5fw/vQd4TPyDdT+qyBkWYkMzi1GTJPw8bh6GJ3SCRTkOG0MnFLCUvIMUJUwFVPiFKXCh0ieJO2Sb0u2XMGXTy6QuRlCBMmqkzkVw4VNlyh5yYKmVtLcGHD5gs0y26fOHr9h67eMtVBtht2y0yNQFkBAaVt3i5uKydG1sqCCwMllDiCORHGi6+H+Mta5086pdPGrKE1iO9Ns3oKnPB6BEb+E1mIoGU2VdLTolLpiWsv0U0YZcsMuz7pLWEs88cUqyXPF2xr29t/BS9ajn6N/oer9VsDYb7VNvggH7H/qG/sxIm4V/wApWSXqtfaHtpa2RW/Hj9EagIgz6nXNQtmtBo2dzcs27hEFhJA0HIT5magmYPL4nmaYHHGRv2eXYyPZ/OI5xUQF/hgQ9HFBZ9S/gN62CtRhp1saGt5HPueahMLTDvSog0mSsMw3DyUWlCnSWS47KlVxLLvXSxEDK8didJe9tcevHL1omBRl2WFxUHjYvGxCvaUDfCm97Ep7rAN8XHLC+mysdzHGcAyehUSL4y8gZOj75rhAnyiybYNgkqAN/HfnS2z5F0Jr4mDLXkmM7t9rbAGzdINwIjA2oZiRAALhgDBIkDnylTB0BnLXMzB5+4c86vVB9HHHgGKs+pbrb37aGjzVHp6lfNuWkh5hTcgyEZxzjBoZXS6WlH4tE0dMsGnpNsYeI+Ra+Og7Ml3zp4LLYdgXbQt0ZEGmo5dEmhreRyCnkSmFqf3pMQatZWuIYiJKfyhUZLJUCFjC6puyzCPEIrpKJld8DaI27fNskmiQsGBMVF4wLpkdo396v/jgTco//QVnP/fYvZCn5ts3uOqBihQm4iYXKkwzqpPUYj84xnqNK0ByGWkDUHhwPPKrW1cY8Axb1c9b8faBwxyx3ernrf3trjxx9vuHr12refCkZ5RlI/dvwwdlzMuNpYRxGWpeXMKpKxL6K1+D4iOkHcHTKiJbT3qrDZ9OUfkZ4TQ2Wz7h6YAi9Msp7p+w0+eFmRvccW7bORIUTGk8qkmATwqyLyxywHT1bj4j+fWc3ZzylkDAqlM6d8yILlPLpGMJpNWjeYEQJkLQummlg8XS0oudWld8WIFnyipGi5Emw9fMtGDb904ddp48ZZa+DpuiYlGmneQkYpqmytJ0WSYldEpBYZM/HWVUmuQOhKZZSA4Db0DYHnJpgyBjyjzy/lRe9tvtdoYafhOX7D1P/wD7+JDf8MkG/fx53i45S09wCSqFwNxgTu3UJgTyB8anihSKYbjmF4ajaDV1KiiEIxQEeKYUiVDOOFJEiKG4gTiqshriOolRellBLV0w4VPp50u8eODRQw5fum2nbxlpr74ezw7reh165D28ZbuX9j20IY/mNNL/AA/rIwN0H8/G179l1xjPIMW6e/jbnZDiVWP5yg+ImpBkA8RNOD2eHd6g8/rC/M5YxyDNvU69e/m0PZ4d3Qfz8bXvAH8JW1FLWnjdgxicgiZ0UyrmjMOa0poJl2vwJFi1BkZtnysTuY1iRwkLEOHE9ZLlmoNhJfcqzbg25LPCr/4kbeNfHnRczFxxbR3OYVSY0mN3ecqgmBPCp/g4e7jb1O7nwvsvLHhxtcPM7vq2jm3Rs43M+N2honmQMYnY+WT2n6AIcjOK1ZZNxEuqswoFSHMDzCeREsqL0ypKEQsRnDy2wsmlF+/PGD7L9+YfPm3vlnsi/LHLAdPVuPiP55Vgyqw0ZQw35ETr31IzAPGncvHHdcPM+9r7HLxC3dcPM7vq2jk3uE25jyI3bmrqb8oosUoFmVAMrHy5B8XI4FRU0JWdryEXZOlAOljRRp6Dgw/dCyYLvnbTDxtlpgQG8JOhrSDvc9aGkqRWqT9PPm1Lb8NUFOov+Yv6FeCIx+bQvFJQTvk75z/hWhb5ZFn4h5b42EPJVfK+T+LB2O23R7pVwi22diuPqlBABjPGy740moJiMp/COPbVtHl447rh5n3tfZeWfDha4eZ3fVtXb/So97nb/DA82r/6TKCM8v5e2b8Nt46bN3VvJpRTxl3Micu+bmRqMllCiwYUIukmsaXYUgdNmAQepR8k4SDkVp83YgOIzsufNk1UDDhGUBetkGSrTkHb9p4wFy4SAbFwAkSS1qBzMXCctcgTwpJ/R9o5fj5OU2YcM+HC3qdOmAvyOWc8hxb1OnTv5aM1JkNQqpI6YZDSkty0hzUMZRyzMr1ucLhZfy0ILjKsmvDTyLnMPIy8tNpzxGZU3DsE5JOvwOvSo9hhgGnrEKH4OPhQdv4/26S5/wDSTUB0/rJ931bS74SBguNImUUEDOIJJGe/soTG4nsj5+fGrEQe3w7vUDl9QX5YRC8zZbxutRXDcFzBgiL4igNQ+SI4QYXipBX1qDFX40fI/JcVpaSdNnodUPjqSqk/iSu4JmfjSYfL+T8sTMMOoW9wBvB9RW8a0szhm1qWfwOYjWBNRkQSsSG4ChhqFkj5upUupaxK58uSbPKTZg6KtFKqLRwXrrtlhKufIMC5FpvifcHgIb0L4Q9VoWh/RmFxqIBYBnzrHEAAGWKUZAQZZ83tdkA7TTTVRGgvhjYwglb2OCciMKltM9YjXnUYpiN890VY9kPqe0/ankuK1vT9NmD5tJMCxQYgmLz8GqPykXh2LChdwbNQ8qN+QdfFlMuWMOHz4s0HbdsPXYt07QU3vyzywPT1bB4B+aq98Fc/lHa++f6O+OeH+hCFvVH7du+9Tn6fl+HWYH6EX9Lh/Q6fH0sZZfhrZnP+FD5O+byP8s/Oz5rs/IXxn5z/AC38QFP8z5I+TvLf4J8ttKXSbSXCjEtqEExmc4J0y46mgMgE7+HbHnvqRGE9YemmOdSEf6Q4Tm3D61qSlZDTMYTAlMWKrjEQwxDLbuEHrKueMGEhwjNlWnceQg2AFFMw9EF0mIO/Nf8AkOlQ4Z5Y7vVx1t7v57emg1vd3m/u1sDLIzoaa18PJCOys6PnS1NEdOD2CSxPTIy8LS8BPZGNBi0u5Ky4+MMK4ARYeFo27IiDCdW2dod/TlPwtLv6YV+gX/Ar+D1WGG/0MzM1fn7+E35xQn8ifKnz3Z+Sfmn81/nl8f8AIf4P+VvkLyI/F/jO1LV83JBtuIuMgIXqgAwMRnI/pc6KZnLefZGvPOuwYe1iaaIq1LRro7h6bcPqmpiXMNF4wjeUbgquMxFDsNGkyE1gurnTL5JdIjRV8mRzCZtkC6q+e+TXCjIugeA+Yc9LB7fDu6B+bja1qkul/wDx29vCumkmFeH9abRLw7P5g79rIusbUEzpR0qahdSYw81Fj2SMo44mOThkHzZR2vqMMoRo+lpBk67cvXhEieUXRUufPO3L14RJNvzTDp605ZdjpbuYluM0AW7lxMp+yhIk6mYGcdwqQdZ3EjuFdFnT5JMKPz6kcKp5Eo6afGzp4w6KFCzpmnaemDL9p25cu2a+c8eNsMM8R5a7T52yYVjpZNS5uSxU1I48BwUT0+PYVOnTT9r0XRcqWVXj9+9G9Hbp200NB82w0qO6C92JHG+1k7B28L3omq+dczofm8vxmpS00xywiUvAcooPhSD42iWCC5A4RJuFZymuGldCVnxJMhFxD0SOChdMPRVGa8vnlty6koVfgw258UUsynlJFTAQjb9wLl0tpU95uvlQk8FnsgaLOlyKFlFafsiPbZZOJBoqLQADRdpirG1FuXXAdLS4GAK47mFmUwQYVHAkZiSTxA0qJY5gCOZ1HcMsvPGwR4+Hd0+9+Vl5Zx962z4cbbUwolJ6ifg8mubRLKWB9Ts0NTOgnWvHpqWb6S87lMivRpLBRT4il7CKkuwioFXRUuWOIDEx4WXShmDkKFkGJXBZUheJ4bdnRhuIHFzvlnlgenq2DwD82lu5jxAqUdCA6kgwSAQQwyIIMjQ8QKkGZygjUdulO215NqasBSMlfMCc00175rS1lbB8QR7HcSfJa0t/IUJwsmGFhdVvkeHU5XX1P4inFDBn4gjpagpmfJ+SJkzD9ph018Gf0HTQmDJeY8EyVml+BKa8SwufSYCm182CEZfg/iIwDsCUSfNZVadJq6BEWW2vk468dlzHa7LxoAC1TvX/ACi1dSIlVFsrNe/wkOW8GwLN+B4ghmIpZrujiAj8axvAcQlH6DEDtLgeXCgozSPJJsuaMJ75XhxKZEu9baYcH3BlgBYi7cNsEhC2ROLFbVQdBiLuhjeY3b9YExu78o75Iq1bpo1NSQ1gyZhTUHp0jb8IkoY3fRC4heLvm3F0JfKj2FYkVoRXmPkGOkCGInJfEIhQ1RP7SiilGTXxX42SaMEXxcy93xtRn3ZsuZnRPAkL6Vt3P8JIlkVhuEH0UGINkq90WpUIRk00srinGUUmYdhqfRlEmJFJd6sLaqsnDCe7WCxJ2/feTeFyJYHbifiCNfEh93JDCXpo3mG8mgeaWqZKA7F63G0QSvU5cH1WD4tUTZyDXXzWgZBWoeKuE5OcPE52ZLn235wSrb807dvmmmQpbv4lUuAggYnx2ujxwCVUi4xzJJAOcDPOoDZZ5c5ETw1NSSyR1R6etSJyYZCRM3INmkdlPEnzPmSWhJSFQewZFHlVByKEusi6d/E1Jl6lKLtss12m2Gij4GqUCu+9qlnwXCJEOMV/evRfDKi5V4birV8TiSHlYsy9ZLqiGuHZnKaSouGX7t0+ZcnSBouZdMvnTp6Dt6APHbDQNMs5zr51Ma89em8lWd0/u8Z0GtLkHyKgNJj7VlqYRi6qxEyYZXCCCqOIbh9bSWCisS+TCMXQsSSUWGF6GVqKYrORA4U4iSochNTfsFvzZS4VlnJVVT85sTAASeCySTAAJ0FA2QJ1OUDv+VWmttWzNnlJOSgQqM5ZwytlIEdRA4hOCBmbMGEoCCMYqNdj4tDUKjFSulfOGIDHlGPIIyR8cUX3bY8mWa7QVqS6stO+9b3JEJJOuCTm8QnVrpkDLuIIb/REyK1IqcVrzT+G4iXyqGZV0wIhiqYbskjHj6kmEFBfhp9DcVQeeNlV541EaEytuCedfCAp3wJPGQe5g1FQmosFZcTU1WScm4iqSy8dJ3ydCsWwtDsVF3i22ZF06TX6YnnewsMmmnIJ78saYMeTFw32YbaCqvKFLiBCUYggq7BQwZSQRM8CCIIFMXcREg8CRn2c/GrMs8NXGnHTbF0mIDnhNVBl3F2oaLmoDkuiLBVaMGY/i9lThlGFCSXiUlqBZwc+U4xhooAqb8i4aeKzhpl8Lt2Ybc9G7VCN+7OqTc2tcW4ecSqm1LOZj5D1wlnq05l9HkLRm9R3R+b2lVgi8VHcOKqk2nuzrZQ0yUbNsuWTLRYwy5FsXLwGbe+2iXC9y6uUWygUjeGQMZ3ZE7t1SDM9uXgD8aNjY2NtamjY2NjZSjY2NjZSjY2NjZSjY2NjZSjY2NjZSl5Yz962x48bbHLGfvW2PHjbZNjZSl5Yz962x48bbHh4d3T7353TY2UpeWPDu6D+fja9zZNjaCJjzvB4cvOoV8rnzzdnh2Wc/iw/Na1bUBvH2DwH8lnj2OV7j9ldgOHcOGbYYz+LC35uIcE4h3Dhm2GBt+LCgceHHAgAh3KIjXME+7ly/brXPXoFBAM8fo8+xzd9K5G/PIIPDjdoPR9ZkPyOHOl6ceAyFma1+l9H97j8UFet/HOzRDHeP0bekxj8WFa/cR2rHWGRMngc9N0Dv8OZgb+Zy8BQP5xyzjzmfU91qbQjfCGp6Tt09brOd0cyGiJegqKlKIZcwKux1C5h8nxFCEExrGKahRCoI6uXADKIdWPjJOEHayTeF1JPYiVswkmyKsyRPF5uMgHeOQx5zPqB9VLUxwwyYkvIGm1AsVyymZCqJHMARyhKMMxfCMSJ7pTRIgQlVwJY8nKBIw7aYeuXzpsRZbDsPXD1lgwXeOX7p29Yq6F7LorYGdXVWH5pKkTlmMxORHIzU1BNpV3HG54inSDLY8XkvBU/EeYcsUOJlrUItxtEqnGEZHV1Ccm1mLyMaoURpzuFHnxt+afsEYXFEJob5yLh8VZOFTL1vgfdAzAiVOkFvwdJkJTIiOdGkLSgYmzCWlKY66pvF8s4hRXhaeSaowcgRCLLRJWQiCTCEIrZUUJtxD4mVo7ESQRKJ0WEmNjVNu5dw1pEmapySm/rp1S6UIbi5LSo9XdIMOagY2dyXieG1g8rkixxXRTkr47iRRTll6mqac+8vMEVF26Ituy74k0LT572HL7XtuDpBaTY90jaYtVEkZLS/jCBo/hl18RRZqr5lqII8hc3DZuMopVFiHjMRxetgw9Jtmzqwuvzxgmnk0twbKkShNyW4lVVdJGy7ObKXEcJeTFdLJhCkYUIUMQ35QlsUZZklVejR7ukpKTn3Gk5tea9PXVfD0x4JlRqsi5PljBszoTSZFKR6UjqMWkQgtQUclsqLptJXRRXARYWcRiVeqYGDoFDSYL5jyVqz4O5+w26Lv8AuPOUMV/ojpv29EfGth5ZCKTTPqI3Uun/AHTM0N2aa3psmooVZiS71CwK6nA4lbMxJT0puebESsOFJ7BTwsomTbMNDELIvijMTl2lT4oPkzKf5f8AEzkbmqXMr5SbtfTRLuTU9EDUpLaGCc0CkOTsheF1eDkKNxMzvmSorDZGG10wfVUz5AXzipCxlk0cffGTiGYOuGmS5lywxGxW0S7aKG3I2PDdwXEc9LjtTIVmO7MgYeckTB4dh38Rvg+eGtZZrX3p+iDQHCygsT8nXDLqLy5N++RZOwYeIRdOCJzToBZck06CUwyJxKcGH7Il/l6KnsPQuVfMtMHFsu2z2doP9J2jydu+f1VH95BvJZOnJfaUIegxdgHRrpBjdl+9bVoSitPUEw9MCL0wyWTzTJQwWPvV9wvG0xKVI2ittBWUZghAkEQowtzIy63Nm7iltqHjjVOl6aYTX50R5HKxMYwuxu+UowQIXipeU3i4oqUDQKtmDMDwqbFafv1Ukop8PsrCUaetAlqRMuy7cO5PQt2P9aHo9P3gU76+G3WbNy84O0FOiRpWyksrkHqtdZgC0ahAoWYLFoipqnPIid06vg4M3oj0r6rIdmDNTdbzKjpViLTZqZhtFMxGZkqdiM09UlGEovTU4s9aZemHr7y8UQoX+T1A6sE1qYUu0Zdcry8iuLUkidS+n7U7B5GPdPc45dzfhQ848uwqQJEyWutkxAHbDwqsJxZ4KqgqJd48ZcnEtbIp6kRftA5OFHD7zNtjRxAkEzNhJegCY8HwxH0DRWnvUeJoNjJAS4mheIUk0wDBlOW0FZJHUtTIv2aA8LHCr5y2IAIsCIAIcF6V903oQ0UzwjnUHppkoXlvMCP4ZMwipMl4jiVch9ERVBXJrqwWg5EiRRV3MJOllQT0348VRHpVOdlE0onppIgRB8XfTatXbLBEZH2eclckXLQzhVaCHQaANhIGWIgVPDTXzPL8edch/CUv2G/VN/3a0/WpSlNREquPZC/TbhLQju2N51MHRRpMjuXW+3mZJ6AIx06ydiaCpTp2lCEInIS2hdagBBUUKBiURmpxpJldLQummSyK4VjCWnPlB2TZNvCZZt4LlmcHej6L1/eCaI5t6UIYjlHlwtTJPy4NlYwXUg8uJaUxA0yYRjwwwYS04wSNGWlAvDT1Oci7MugcPjTsw87TDtp23FbKrdtb9eSUspfSclhvhJSwzLiV0Gw7AECQ7+gzk4tChQjCSSTQ4fSPleIYBVl5T+IJRIqV+PrKooKZvyIvjp0yYbePW8r9pjtXSGzfuIdnRAbNzozjDuxBi7ZJGFgd4z361FZ6O6p3ttQD9P8ApsDYB/mNIJ5M/wBfPkIU9uNuvtE+iPXXp2m8ox3qT3pEc6zpfm4GWYbJSniPT5DsrU9NidQVodPJ0asRGkzJi8yYMpCelqyS7SmkphyaYXnplo46bJO3b/kIdFXwhAR/Zn5TVABD+YgkJyZ/rY93tAedR3ppl0tb5uAp6S+i7UvvQpcz4kain1N7H8pUbSnKCX6nGSeYQFUkmkykYQ3AKWtIrwgvGUlZbfEFAs2Zdprwi9eNFzT5hvS0qq6MNl24HEOs1/EgkjrMv1tpUakYWynI5VH4ed3ndXQu9/EA3XWvURGgfoXZtBe1xhc0yAXAKCLQgABaojQArbatjuutzRuhtSOgnTjO7UMqeQnNH8LRCpR26/RGv4N7CiRjuKkUiHzZYWizKT/CdMTh8iDh35WvxnsiL7tDcYndJmX2oiUkwpHTXSDC/LaaMLqsGxqilVNTRDClD6u6ZcHyTlXRjBFVTm3zrzQNp5wsadVEXT5hoApXl1Jbnz4OfoggV3MTVTLpAltDJts65R24z1GamnkQRMaIOGDJxPg6D4Qmf87IxUihd47emE+GUJVOOHb102/cMMvGGhjaLBa6t5k2e5bWyVYbS5tqpLghgeicZAYZMRi4RM192Xm693CehqbMuNRhGdkupXRxKqJiMZQatTE1kIJVJdLSa20BNp6lxNFbgorO3jTbblkkLD1oy20Dt0yL4WKdqbx2eknNRO6A13TKkVMqDpsy/Nad5zIpWMoEWicQw4bU0ZIflFUmVV09p6TNPCJn8S/Fw+eMMvAFkG2qDtXAhnUv8GIl8sKLuSe7D1Nah0gobADUXoErYym9CzBwXbsWSbJfUHqKLLJJsS7Dt+BN9DpNyLD3y3k/KvnrQyAE95xucNUujydm7vkJFUN7utVnlAMcS/RILnDI8vJWDYSi+NijCceU4mOwQ2oyzKLDT4XTSg8Vo5IHFN44dFwPvnjDoAyt3rIS7aRtiti4jgLZduvcKwoDOltDMxpOkEaiZ1yGYA93y8TPKpDdw5EKPCO5Y0kRZEJz5Ph+GJczeiJcP/FjRv4gjos5ZqKSmc+KkSxo6Z+LEir9/wDFyZd+afdgHZdy9fNMO2uTNV+9t+Dj63pdMyu1QTthqasKlTBk8iNqunfVunRHCioacMlnyvB0Woklk2JoVU3rhlh0ZMoisS+PuHTBVRdmygC4al13cOk43ox0NSK0pxJF8PzRfS0hyKUs/FyKlvSkORUSi2O4rjF09LJp96fb+JNJ0TuST5h8YMuTPknrxlppw9ZZ25c10M6upRxpBKXob3VWnPVrBivC5o/G0SxNGsiZPmYUid0rPS5RDLpsaqcPmldwaSgcHxPESz4u4eNtuG34PAF2x0YbybJYSLcLYtJdtvs9zaWJCosBLTrIUgzkwymREmKrXl1vcMQA5BP03b9feZ6b4aLmGjKNA8vj+q0tBkNNtMMOwdICan6aEJULOGXbtgAaOragcEQFlo607B2w69WDHwdiN36eOqHfGbwrVyiEDLR35izpOatj8CGzjb5y/em35BO02FoocGXjblkfLpsXkXt2m223r5lw9cyzfhZ3zdv8L8aT+H9ErpUz2goP+LKw8ACvGvCuzfwtb5qof4X50oXAP6JXSrzC/wDix44CvPjtx9GNOjUjLqn0b6QK5R+Yb2GBwiIERnFK3bpg3yW4WkvDkA6btLM8ITl1DRxfTodgyAoR04am0QioRPFCkSSyz9RU1KSroVBcXFF8UdqcTROqvjpx4LBlYVmmXbT5if7FOVRAbdWfVH89eIDURGCTc36vYW3kkvZ5RvMPR1IWR0VyMnI7lg0iQkjQ9FDLaiRRiSudPPFd9DhVl0bIqT14UctJzb8u0BZky4Ntg8YEJ2uNQpgBAaZuHqj30EfYGdvT2Vme0rlrTW2A6PorT2QFEggq7uRBECIgDSlQ8bxLe46cNEswmNNk79NuredbMxJQuYrVDkjpTQfHcAmYQjRUjGCjkLrSmvTQgg86W3jEMKjaomukt44dJColP3Si9em3rgrAR+je+D52/kI+qjIf0IcrOABUP5oX78Qrtc8nAZmkSlNM03I5PhBWnSVl/F5mUaVMBpRdwIpTLdIB55A5GNHiScTFRiFDcSspjiIG01SIqAJTZsSZ0uY8m+Ygv/CL8J0/qC7pvDX/AMV5/dAH/LmsOKBbuAQ2w2lLhuCTjBzQDYhfwCR1S+OZnPQZZxlmqJH9G78H0/zkjVR1/UiSs9o1/RC59lOm32ob1/7hGEIhQIshjcuatUOJYXWkuIoeW07STK5woJC6iHi6kkqZF+zqE7Tk4nnypc2WfM3dv3TtsAqG0qX4RvhOdQ/jC7pu4gP/AE3n9wpkPwzYC1R+vblWae9L30ukfVjoUkJrFkzu+keGtZE94PloUUJQJs7IgXycMv5kyygyODhU6rTseJqQtlE+YxB9D79QSFwi0dZbenE404LNlTHKwa2Azg21xKMbejEUAsVVZbHlLQBwMbwaVK9KzezS1ntoY1Wa35YSJntDyNpahiaiyfllqAQoelHFUcKcsZXE5nNlEg7D61NQomw+uFDxVEcxK+KnjBJSdKTQw+bdknTJyMiTu/7176g5dQ/NuSW4znTM6WcUNKzuHY3hDUaaVYfWW0JaPw6sskT7rS+DD5pOXUlSSzQM3dHCb9yNRYERmi3pYgxu0tf4iIMgOjbUizewC01KKLGWQqLIXaaEGWQrUWhoF2hrEDuCNdOiWSm6c0yy+nFrA0vSrmBDh2eL1fgOYk+5VwbG6K7VtQk0lpKaVISiGKCEQkQU0ZQT1ZP+MJzAnUw8UPlgeFDLl631XWvLtFqw219GPq7XHuKllcbi4igRdV46rHJTuniKVyrKcnr+1nb+HRVrjnNu4Z2aQpaSqlTGEp4nfRYqHI7h8i7KS41IGkuI1GLnkCy9dpzK2uTQTIcLpTSG/B0bcF3vym/FRAuTsZTQ3eGgBfS5ixgu6GdHa3Fy2nxfEqzFStplkspRGrRGpFj6qoxAprh2CHymoLZ9TfPlE6qmjT4+aPPnpt+YbMNtvWteRJvk91jCjh8YVNd+nI07LMtNPGYbj4hGb9oAuPkCsHu1wyZaEbMsFXT5trgA7RcKG4W0NamoLXNWMuda28IW4QnekRDPOEjMPTugxEg88lxy6PRmnsosPLsgC6+kw6LJ9lyRR1YXSoSTmXRM48Ay6bebVVQiuto29tuXLjXrhe5ZVlJVEkKiEQcI0UQcs5pXw/gjggO7anCFB83WvMtkasjQR/Ahpya80RYEGgo0AVZGgNVZr2mWmdvbeYzukLqWnYEFwrv+EfRDLGEk4zLyd8j5fm3bqLT8fQhFS2WiBorGCMvQREsMGzLlp3DESJJ5WX0RttDYFtDfMmVFwc/N8EcF2O7anJ2aA0zramUy882lWxkdpwEKj2BqPk2nd6iHZoz9Hs7br3vKfuvd3LK5C1PTY3ZOnzUAszjnk1Bq8JaXktEaIzsVxbDscTCVYxW11chBYaVjJ83DKgKk09Y+OGz6p8cePxFl6DzK2D/SywSyLbW2GuF2vLkGgQbJDwZgjMHeKVorQMU+Do7vtbbmPL/WNJqas/TonnqlqAndMohGcxWDKs2ceKr2G2HKImQ1BzZ8FE6UOKUPoRWJVZOffEohiJcDyr1703rU1L/B/d4LABSX+p/U7pojJ0jiZfQhGKdHgw/MSAzZvyDRozCEZJpV2qJro22VLNqKO/bOw8siVKsrSMosF3DDHWE3t0nu81STM0HEv9A+lt1HajLGNXMEClyWl2nqjuLjcKKbENCnKDaOVdklBlZeEhKHGzBZgsYB2/afOmWBeMx7bmXczyegTRHD0P7wLQhJE9qLdTDmCZVTE04ElhMaLGoVNqZd5CrL6Jk5uKCj8iyS8oBIowrvGibHadtuXDQixtp0e0Jh2ZbGydE6MzRbu9GCpQEPrLtMgkljEkyM1cOaTCejPRRP6Vi7JX4RqeVtI0GLBQxEOleZEWBEJNSh9GJqD1MhlLWWVxiBkhMUFNpJJrXzelZCp5pDcH3JY+y/eEQJSnfCJYqhyO9yPPuN4PWCcQwlGTvTPFULr6a35ZOXIciGecpFdEVyD4WGBeklJNOFjpV4LLItuX7tqgdqm2u9O8A7qDUDr/1Y6CU/dYaZobX9KSCnrixMY7LCVyijRgwomIVcOS6ZD7iDCx5LbZZih28evTaiaBlom2wwy2D5l472T8IshtAgzcn6goPhNGTochWFP0NUNw1DyOTcp6OgoCHPeUyWjIyUQLu3RcknJicVLESRRw7Yclirh05dMMsMMhtQKV2LbINro+ivAC2bxh0Qoy/lmOFQQQFWBOnEqkS3YH7Gvu+v7CjS3w/rHwP6o+PHNxvt3LS4YyP0ejN6+T62veubU2rHaF9/xum5JaG9H0pJjapn6NMeVWl2Qkuo7hYvIzUYrPkWMoLlXCsNxMjMrCXKI5Din8mLSadJfKCSsnko55H4ynnjhR46ft7Mij4T/uvyD5lNlwc1Dz2iIw0LpJhmVcjFoFpZMiz5rggXmEfgHyjdGWm2+00Dxl0y20w7eNADtre1teyrbt4tosiESQLiM04V3CTMiCMjO5SKspAJnl7xX6vhQ4fyJWY/+q/JOtqf5MHXHsM8OvHhgZm9JQ/qVtMoWH9T9Jm3ZzWW8M4/Fj34av4jXX36Woonqx3CTzUARltMmUJWYU2Jav3MuZvQ68hWYsNsIE3FiFmWIjQ3gNAUbVWUQFxMbcvjBU4iqaaeJmTBU06fvbE+kr+ZV0y/2PsmbUr/AJW8M+qNfAbd9Ri0Q+2XGXMNsuzsDnoXuEHTeOMa68YO7sHu8/jqa7nwUr+Z11v/ANmrFHCv+QeD/Va+zltarDPjfs1/I9Qe4M+3jS2+De61NIumWSmsaFdQ+pSSkk4liDV9FMQIaFM6YkMQcqqyGEJw0nfKxAiuHyj80nfKBM0T+NOWGnPxks+c9oXjtpkLBS5vpd1PDoPGlDXdp8fgwDQj8hRaMUtDQGa9hiGSKw29EaD2Qdg32rAyA42y2O7aXZbIa5bUgNILqCOsYmTUVt3edUHds7wfhTRDqtvStR/ATHVPohxGlajSojUcDVK3M+9b1EaXd3zJ+S8v909rf1SwvDK5NM2QnVJeA43XJexO9iGZ0VL50ojKSNK2J09+/h44ov4fVmXKwZacqicbdPWC71hpw7nanhvENI+v/dqb1Y3pQme8memSi0cajkWM1VqEIyhAoXPRLIGaJpH+IOI2QIdVFEqadISmDpQLkBIvWy7TLgw986mI/Bn6fpPGnCv/AFVT8qNK/wCXpH3qNfn2q83tqtNZvBR9XukOgS4GAu21IEyuu8ZiI3mpBMjdoOPs3+Yqepy2Lxhy8aYadi27ZeNO2mfOdi0DDQsNfiwHtMiIstWC4Y4B6hw69LZC9mA+9O8G8QxgeGcY/F/n5Z2czkMcOHUL+gFvH8+3fU8uQPjhngO/I8TVV74T2VdxilbsSTsQsi+l3MvXDDxaNCjyxUw7dF0iFnLL/wA2tRQ45il2z5o0dvX1r+daeLOHBVw5LFnLouWLsOXBcu4csOnDhw6ZB26cuXTt0y7dOnTtllh27YZZYYYZZZZAGQAAge+EQ6Npk6r9BgRXI8krKc7dKkxUXUXAyLDxR4eiOIk+GE1WTIvRYeIuCZs0oLZZGVQi9ISiTlo8sqkIkkgk5NGz7gq/zvR5v3t3tqE0xw/OSY+pWUckZgIEGJJ2c8rZjRWnQpFsKxaWcESURsQvDymLhXj2HTS4/Z+bSnBZJcaPlFFLJGS5FeeGUctwhlt7VtAuMqdKll7ZYgBlQFWEnKVYyRnk0xE1Wo99Uwfgv+FUaAF6ETLguanjpOW0iZKQUdumTauUKw7qcRCaiq0YZbelgdQVCT0m9H8aDyCQdeUacOGXIfP+F9/zAunf+y/h3hT/ACl5z8KBT6u4c7fP3cxxX3ru+dm7vXkqFltI0maYJemdPGlyIomRnySoR1EhhJV0A+qkSpoGmgcOEqOJnxWqu2mHJ+HnceQQiHy7tVZVWCn7/hfd9A2nf+y/h7p/lMTn6M/YH59uV89k264o6l25ca2YjEo6NcQyGTMrERkRnFKsragFRTQtNc7VtEUT6OtI8jJkKqQrJRownqiUpp8ArRsgpJx8oLk0RPkTbl0aJnCr10YLGHTp85eMPGGGgqIbn7RBqr3kOjNG1MzC3wm8/l5EalMKPINew5BmpuZBxEdFISOkypQ47fLcVGjwmTTBlpowy0+F0y0yz5NlkBENrj8eQW4mRKqM5dmT7xLLx9L6IYKfqbguyafprmKocOIb0+5LNi5YMPSbs+0ZduG3rpl807ZdtPWGWhbCqizuME3Q9B8JwIzv99S2j+AIxik0mQNBrM3HOn+D4pjVYFy9PJ0Jw8E8YSRVyKVQWi7w0URyZlWOiLlt87eVYHbbaUcvbfozctqjhgLgtjExt4TJZZgAjKdc6nP5duXt0muvUT4POROT8046gJzbx/XLqUiLTJNeCpsy6SZ+Ry7mWmkFGEYyhaNjKKRMRU8VzyClROehBFKxCKE+IvzrgkUbeNtPiJRpzsDUp8HH3dOpacU2tRUy2Z8NzEmtEq5HcVCgzOJpKH8uKTPxgwympYwcZaJkWGmGWHRdoy+bZdsgDT5toWm9tOufg669ETLl1Nne4bzCYJd67bYVHLqcp9NZPMvLCy5CJTUdsOGBdi0w8YMO1AHgjWrLNWRmv0naVID0T6Y4S00yziWYkXwVL0pGr9KiGaq+QiqPFIzGMTRDHS6aXVxMh6HCJx8/iGJVUw6AsikXThy9duGHXZdMtbVSwrSr7KqqetLXBcJeABl1oIWRMmIiDOUrG+PJXXgNc+2q8/wQD+YA1DW/oxIm4VzJWSXqNcuYda8LY/HjkQr2bhZn9z/OFbBfDNTf4ID/ADAGob+zDibgI/5SskuTDXStw4bWxg4CPeNGR/JZ5O+nAQ4BUaAAX2P/AGNZ/UHxqtcvavdYUhdDkkYrn3qFjZPhGD4dJmvk1PF+WaiaOYhZLNmE2CoGRXz1wYiGKlp45FySTyzTLou78spKhlORyR9QK0dESTuvddJr3wnNCgpRbmiU1QGJuIunU24NuhU9EJSDT8tFpbdmARWlw0lsQS9JwMTWC5VyD6VqetzWLODRJtK8vaAn/uO9LeqTXAd1o6oI4m9O2Hk5Mht7CGmmNYvVFCSMHrcPlSbtUNFU58YMqTyDVx6kpi0elmmvkWEDy82uv4jKRKkrzSITkO0r6q9Lmr2XSlFulOZMJzUlpB621LlQOwilKacgoiwmIaGp/Nd2nqqGjA6YJICyjPXZYqSEk6Jmyzl20z2WnbvO5ae/ci4wthcRsKrAsXWIunIZLMhc4kloyqQAcvDvIHumotF2G9B3wizT1JqPYK1LT9l2XliaV1xdgeRcyIMlvN+BIki1PSk9Wg+caAuQZMB8w4Tn6NRCUUxy5h1eadmFeHl1eSnzgwxBtNPd0St3c+/P3SMDStm1qGm0nTEiIzFaopah48h6PFtJOpqsuJDojDxyHoHgdwQSnzhkDBgsYJnXrw2IvWTLtj8UFm+V+540LyS1rBruk3LhTlfNl8gRikqMIQUuP0WTygsRowmFlOL/AMHbkoJFJW3KeVPFCyYgGkiC2jCyeXzkKG4ocJi6nRJ71b/HAm5S/wDoKzwp/krXugfZ7gxu2jgW5cRRdF60uJS0EdJbAMGIkT1c4zzO64jLSZGmehXfp4d2+rTURxJDsHoKtFMXL6NC0MIBAwqr0RxGqEURBREwm78qbUldXU3xVPTSBV0y09MnDhhwXcOwabevGGWRFmmpP8G/hLOvAJJSlUYnQ927oqhKZjpfn4mEn5YnMaf8cwyZQoWWYXdHvizpTdpi0WRFGFE06UetNwRD0arSo2QLx+hp7dk7eEbu2SW8nlPCUmp7RBM5AhCFpiIUwGmZZxc8hc0v/I7oy4MwzEBcyRVkRUQ1V0ZZFt4dR36skGixdQh1RRz4NmWvw6WYn3fmmSOR3ZGmBTgWX8yJPQi7jRUkGgEYleRIQQlNNhlYMRtE8RqqeZCKFhaJRRDR1UiJYiVXXlFtRKMHTLx44FyW1uo1xgjwtolZz611tQkECBIkwSzCAIBJqSZgHTLv0y15yfZpUL25f3hqppVUDG503jx1OkjqK03Gm4NkPG8aqLhEgedEsHig/wDmUgw/E6o7TUsyeJJ78sWlqcaeF3UcQWKQmlnYRahKhRR6n+E4NMtbnmfrTLQNMtRvIVploKCy0AzkgwQaAQsICAgICA0GvhIjrf3a2jfeIQ7D6FqmlGSjNQhB4+ag6N0dSVIRmFCrs0INHSCTF8PPyKo2hnmx8sdhtUbUYcNHGC6i+SmlEmTNlozvhIkJw1Ae5QmzA8GIifDUIQas6boVhaHUgsyTSkGHYfmpAiUioyaVdsgwWIJiaULEyjhmjLpw5dsBZkKUdHTZ7yNDItl8DZ4iMBycRErkAwPWEEgHWDOEiQRAjSd2ufPzlMqu7l/Y9tCH9hppg/4EYG+/jyt2Xy/OHdm31d9tuM93N+x7aEM/zGmmAMf1kYG6Y61/udl8s45d1sY5448rbW/3tP1F9wq4IgZ7h8PmPGuGNY28o0V6DYUORJqSntB0Jqjou+epEuEk+XiebMVGHLbhz8UhuXKK9NRKcD4yZKlzSqbJkIdRxMujC8spREXhpiv1pzkhPff26xIF186xpRqkrt21IksbM6QdOEeuHL8xO5QUhcPPn7GSU9AXK3D6uaKJ8QxEsfFmIXXiqVCkv4XailBIRjEipNb+k2buM5qojzWTEmmuFI4ndMKJ3caqhuOX6lFEDpkWCVTGD0SIss1My8gJ0vKyonBEx9cUUBTV2InPKawQOkXxttliTx2ww6YYdO2GXbt2wyw7dsMAww7YYBllhhhhlkGWWGWQBlllkABkAoAAAWzNt7jflSotq0i2snHB6puEgZAwcAETEkxFRrqRHAHXTXxGXMVTmg2J51/BptQkfwVHEETDnNud5+R6zFEvphwu5MRNEOlqMoiflyb1IX3Bl+29bZYcMkUVXIKh0mEwUxKRowg48+jctF0GKto7Thq/0xauoOIR5ptnjLub0PHnLD5sIUiEoYXUd424dGGiETwoZaLRTCis4cvnLwyjRKjpaoVYeMNPybtl4wLW9YihyHowQVaFotQUaKIZiBPMpK9DsRJZJbQltLOuhcnE1XSFIuZT1IgbcttOjJM4Xel37tpp29dNsiIBHNp73QG760qamVHVjp9kMnSymqowzEMMuy6IuRA/gZDcxS9TRWlOEoIVFA+hwaqGiJB4jMNQs4R04qiqq0mlk104UzAbFt3LRCoVa1P2WJDWwTojAEMomQrQQMg1ACNNOB3dnt8zWLb8r9iU104/lLGeH+iSHen3vzvCPuvt3PvK5saAdLcxZRb6OZGnyWsWy2cKkHyYSNLMJRomy8SWlpXcMoJSKT04EE2tOmH7l+b+OP0cg8Foy07FwAOwbbsp6/dMyxrJ0b6gNMCBFKbBKxOeBnkIEIrWE80qpiG+eqqWoCeOJxJ8WNG3bLsi2wDly/ctNNvGatssg0IQkSM3W+/I02SkgWRcld7/AClguVctEVmHYJhb9BzKSIvkVHYMmDjJP5biyCF2I1Khg2YefGFZXPmh8p2BfiwwwwzS6hN5WNu469GV/JvgIbFOZ6S2SIneRMZUOoyJ107RG8ec91bY/SpN7n/1wNNr/cZQP/y7bdSaOtBm8CkFO9ImPqH3tUf6u5aJ6JEKcektEGnGGZaJiqqKqe0USVt7FKVNOKzTl4gGWvj7kn8jPnZx4yDtt64oy8Dlv9BP8IZ/z6aUvP8AmH5Bf8mX1DttmRGkvfhQfOSWkUT13sEs5uycQowRlOZMsUzSJJeDVCOYQLGmG1mGycVIcvU9XQTKkVBty6Uk88UNFmxBt0/dNeeBVUMpFnaRmM2uyoz1IO0GQN4g5bjUADLqtu+HPs8OVSN649Tv6DDSVPXVJ8yAmT+BWCX8Y/MX5yBB/wA5vIqCeQ+TfnMMPRT8jC18e8r8c+b6rTyQsfFR8p22YIJbb+TeNTggSFZnyv3Ck9o5l9G6QXXoRi+HdRhs+hxCjG6/FlJMOMaXOwZKv+y15N6yFGqDTrJhvyGgDdK66hEQABkocCo2u1EUPsgFeYiIAAcxtfbi3dT7z/d3yV3aGjOA5qaztO0ERzBkjYVRIrgxamZDjuK4eWCjJn4ymK8OuDj9XJHXHaZ8oWfk2HrAtAAs1HabjN0wTpeiXo8UxbzOONXU6idOFSTnExkSdOI499R47ouXG+C0CbuqYCLI7QG6jqfkca4YniKIJWz4iaH5PinymUJGS4KOI9RDcYzBgEspOnkZw+1DrsqXU1A0I/HHokwdlXphjPvg0i5M+Jdbu/HiKdsGpsu5yruoWAVebEAIykUW0eCJkqM1dWpuOIRSlkgprhBYTYciV6ppBFVILKsSUSpN0dKKZ8u/dmXs5knt8Tu29QU+YB0zyR1QQxNCcszGol+aEMwlCkxT6aeCEoTXo2XWjUZPIOcQSmCWh2Glc44cKMRFjJ96XYKEHBkyYcOnkP8AuDm+3vQPhDw9lpn9Wa4Zo2zQfMn1rIY7VL+a12e2wP0mGmRoFabZKipc2UJcNxVNxcihUEWmOqiQSDJBY5QQBUAAFYM/a4cOVfV+Cu/yj9feP5u6OeFf8iMLeqPX75mW3ie8s007teTKpM2d8VETMXnU07+DCTaOfJNzEmjEDDt4wSIIiQ000YIQ+7OssMRDGZ9wygw8VFpp++Mqb1OSVGGj4K9/KP194/m7454f6EYW6D+fja95OX2520AJOseZW8QmXBx6PJsLSyVmKw3OCLGF6UspliHEtNemoxhaGFUuXTE4wUNpBiLGFCLlCIU+ElUwYUoULw07Ip/xLSz0n1e2LeHEZGJiYUS3WgA4iNyyATqYmpE4REd8/LzzqrRBWk/eZ6TikvPhCpiEYli+fcwp2TSm3qr0p/JBkisJWlCaLwk7T2HaK7ZNLSf5JDYXlE0mmXKmeluhKUp18/DBR9L6OC43BdD28y0b7wiCEuKdOs34cVokfEXJiI5RRAfIIE4IJOtOHz4yQiOAzb/5WacF2ip5hxEKMwrQqrMETZhGXD5cu+eMcGzx+ElbrWT8THoIhKZMwtTMaED3yaMPaZZbn4/cqR3sMPfIw5F8QHoLl7FjvyLXlPjsLxgsp7XYfOmTbRhy+csReyU3r24Qkvq4U9XJfRTqj0bTnjWHIghNRmjHEgXcOwApMROopynEqknS+lrNSYKMnRioNJwfLUUw3L8ivKRFSWHKgfPfK59l/mjW7DAJftlWI6QO2jZBnVhKhm/OVoEiZXOoEA5MCDrJ38RrmeHkbW0v/wCO3d4V/YkQrw4/gm0S480fs9o8bU0xJfQdNmAI2ldMRBIxTAMxoTiCB40hpSYbaIL0LRUlGkReSDYOwYeg4UEw8ZKvG3Lx2+YZeg25eu3rLDYQY6HNMsip7b0DULvmNNmseXE+ZYT7lMjSialdBsMGnK3ACsQgmRKD2otWz0SMrCQsPXMo2lRqFYjl/DK04KxGW8qx2CQPj+9t4foT1hajZnJ84ZHb2KZWgeVcGymJoUVwBDMufnJCZhVhxejSJ1+ai5Ez2dEtSSU2/h5cSkdTZOJT1yQTYPcHn6y25ffFyOtsMiXDgxh71xwFZOsjtIaSwWCM4JBqRInKZYkZjMGM6jhl5u198futFtbhDde6g5IahtIKpEKrFSBpx1bu1IkuwGorJh2YUE9GXUYuk9so/aZbfmVCG4/gVKVVQ0bWFKAflk0cVzu+DOov4S6ugpoSRu+NDUCnwdMuSEdRLPBiI4b8o8Z7Lw4VQECcDUQvRc18o6dqBUqwy2DHlHJ12DbpvVkGbp7ePzHQS8VS9+EjzmjyGDj4yWKRHBkni8UIJowSfNFjjgusIeqw8nv3xQww24MunRhptw+YbdPWWW2RZ2yr9Jk3qtv8MLakL/6X1Qzy/moM34bZhXAhLe0Iu5VvWCoBj7OJmIHCCBwgE1AB3BgOTAjdpPf29+X7dM+591cTt1ZS315b4TUXCU85pSTPl1aQOnmUae8JyVlgpkFEFlGWjzx7D8MFTh9GWnScsu09Lh98eVVpBh1Qi2PouKpJZJd2TeWfDha4eZ3fVtWl/SZN6rb/AAwtqQv/AKX1Qzy/moM34bS4aAtMGoTSjKaKoC1Iazo31wxmuzEUIvR5nx7Bj6CVWGoYNw1CyMVgIqlv48mK0ZTyKqiK8Quz7KwUZeGYlMl/k12Jb40c1sgqcPQumIlmd3RyWgZsQ7MTuGUAcKlcsoI3kkzJy8/truoOHu4W9Tu5cL7Uu92JEGmKH98BvT328sUoCS9Zb+extxp6P6mGoaKoTuU4RBHzZV3JlQjZllHJHzEDDLplDYLPy6gZlr8huYLF6mNRk72uhcsY5Bm3qdevfzhT3zEg4CmbLWAF8zun0XedRwciNuDzaUkzKdyFmPLmDGkxQWm1shN9Eh0/GrtFeLZUmmtQ2lKyY4eGlQT4vGvJPnb6b6khHEE2mLYWVmDSCuihmDCeqQrRnkaNuPA6Gc5y3b+GRqIX4SjFug9flhI8lp0WJVLm8lKz6lsYkS+02P4eU53FSzxVOO23C+flyD1VckH8RfJDyBiK2/BYeR47Tn8HORaZiFvbu3W/qO0wS3m1C8L6q9yjNnXVPFzJ2V5yNp8QBoUlPqDhoyqnUBl6owiTmFFScYU3jUNK/wApO2kZh6JNMYOOvioAyYHbg7St+GXRQvsxfpq+CoLMAxo6+NATjpT1qp8x48SmDzsHJxyhRxNKU8axYgFjbj8QYKoqwQLvnDbbl47adPG2G5Cg3rm9zt/hfibfO2syBs2uH8Ya3D6r7c4IJd2JVnwdVdnvOowAgE4rYxMZ+1hWAAKgHeTmY0UxkQd41zjvHKuM/gpB9JVHG87VECETcv0JS1Qw4fRYCPIpaHD0EpJxiYxhOhA7DxJgCaAahsm8coxhFKMsFkt8SbIuAB04Yp9xfnGg7pHf3akZs6pmTMG6Ud5LLiB3svZ+PyB41CkHzGgdKhVOOw7GKgULmGUosXWk2J3Cs0yw8aSUqIoDiNRZKIL5XPJnS3we6cMhpyO9e65KLRqs6N42I6hUxzPaGlnUPE+oExFkzjbMZG1o+BmIYOhIrBzaKrNrSe+R0EuaTDLb8Hjpty7LOGGpvdT8Caf48kZMRxqdlnBc15MQvC65HsYQrHMGpUcpQJsFJRyITSsRQ1YibYFbTCpEwaSDZFlwplTjDpsgacGBYeM3t28Wz2ijritsXVobCTicEEEK0EEg5Ag5jmAlRBEgyNY1PKar276zex6T5w6Noz0X6OZmwhq81MaxGkWTkv4CkUoF5lOkoosxIiNry0vqkPCbR046Kc4fJcNJDxQZWza4oklZ2QFCRlxQIcXb6PS+Ml93/uLtI002C0Qv4OnTJeTszypJQOu09TPvYEQkKPk1MVU9+TUWEp4eNrBBMUCJomcZIfFzBZ6Wfg7F1vmQW+E+DVaWopMRzp7lIlSmjcyRfpbUZwlpSXCkXOEs15P44mEYlfpZhaTU4+Lpy0oEE88VKH2i5do46ftOHIu9f69t7vuNt4Mzp5ZmjqE1OQaGnCciVOuE/mDJZUcCtRGjgVAsmRF84YUXfKojwCzPl3Sb8nHmu0PkzzugbZOyOtwvfsl2VECqwCBVcM2bGSTnrAiBUSDmSCchA0iQTr517tKb1Hdo6Jd3zrm3Jp3SFJUZRmZq63oZKx88GY02o9+XnEGTf02PYbd9iZ8dxm7S/k15E66120VhObOfHqH2jTJYmyXvLB7fDu6B+bja1qg2oXeTblvek6pt3iJ+fmpVAmlp+1LQktSNQYWlIcR4cjKZEczFlP8AN5Ej49E0KLDZeHn0RQPDpIwYSziI/LEFFUfPTzIsl3pa3uHt8O71A5fUF+W+zhMd82ymBmt4RbKwIQA5LkJYE89assZxETu7BTq4zjkObdPdxtyOWfDu6B+bja1mh7fDut6HTpgPYocM+Hdb0Qt4e7qq1L4+Hd0+9+Vl5Zx962z4cbbNDhnlju9UKB4e45Z5YHp6tg8A/MpTtjZocM8sd3q4629wHDPh3erjrb3KU7Y2Tx8O7p7uPKxXGcchzbp7uNuSlLsbJXGcchzbp7uNuR4+Hd0+9+VlKXY2Tx8O7p978rLspRsbGxspRsbGxspRsbGxspXx+XC35PRjh5P+9UL8Nk4h1CtOzYbMYo7zWmBDvDOycsYH6IDwY/cx50H+8AoPDuG3Zthjj5MbhX+9aveBEch8uXy5zu569WcM25/R/e2r5IOfMc+0W+zjwZ6scnfv7x2GR81kaBy9GmRY/c755j7cie+mOrH7ncfGvMc7QR1gfM+B9/MRBqBp58+09ppOAD1H6PVnP4vHLFqBbGzePgHo9QsH4uweGOHBcAHtp5vVnP4vhnjwCvDZvs5fRvYQx+LHHO3eG0gQB517h7hU1Tp11oenyJPhPullF1RI8m16Sx3Rwd+c6TPxOglUlebNloQ1MG4e+XU+Yhd/Chgw4X3CcZRvlBw28dLDkk+IiydduG2ZpQkduIBAP40G6RwH+V7o54Cz/wBpMUre+eWNl6s90Pu8Nck0Sk59UmnwZoTKJwmkQOWiQJrzxgkHcLIZ9WUktM+R5dTHhFAbEqdXlV98deJbSi/+N+TMm3rlwWYc8wh8HA3MNv1Go3Co/qhtVt7hj+PdeoDS3Tv24hYvo94rb2a4ty61wG4zhlBCDCQLLgQVnI6mlaH3ikntzIk6CNZapKOVu7ETJpp+mSdJyXahLiB9KpKYBGNC8v117DhuCzcMpLqIi0UOFVkq8RH6G2wrOlFku2QeMGQdtBl+4oIzVU/g/wDIpNkSswvDk7lGW+r8jJ6II3cmDEGoU0TeobUM4gFZixyUR140+hpLit4knl10XRVh82mODTDpLUGxZJvtlfwOBuYfN/UbDelf1Q2q3jx/l3jb2B3htKjpv03yX0jyXgrT1p7gz8H0n5f/ADh+aMIjEEVxYKSMWRUuxuv/AMP43WYlig/8oRREq0p/wzWjvxUDvxIkJZPLFCjibdi705uutm2vQNaiwzTLMjYs7aAQFIBkkZVWZy7D4YTz4/jvqCAJHfCmKBTWNuzqWEP4lY5tj/Sq933DZAkf8KXtTWNuzgvb+JWOfyQv/Mq8hAPr67WUApRnP0a+bXl+5jflcO8M7NDh38Wc1BkKV8l/ft37afVh/Ztp/u78vl7Txq1VsPwH/ClqfzY27O4f5FY55AIX/Qq8uuQ6bZ1K2TXwlMhM2XJ6burLd3LcqCUdwgbmcjQpDMZuYpV5eF19OfRomQ09M6Zkgu6iA/DTCkUR3j9VTHLCi9LNPVEkwDRl1YTHHUBAfRoPos4HyYW+99m55jYMs0+iHDyYfn79rDZQM+m2nLCc77cV13QY3kTJzOdKg11VzX+EBQ/qAmMj6QNMuhOONOBFQSmJYRVNleiorMJYTXkNoj5afxKXTtQMHknT9xFDxbKEmXMNpQCmOCTTbl68abMv+fBnf8KVGn6jrdnYEQ/iljgc9n/TSjyDHXayYOe4ByGLMZ8z78+AGRDjYfo2wzjzBt7R/MF/qzMcQ2naVxFmhXQBZOQWbRIA0EkmBqaVWy/Dh8KVr/Mdbs+1f8ksccma/wBFL0DpnZoTv+FKWpo63Z+WsxNHGbf6aa/Cnj12smhx4+nwsHo4HsB+bv2QMh3tcOYh6o/n5+ttI2Vv4Xtf8u2P/vVK5t0hLmqWJNO8vFrWnBss4A1MnRi78JcIyeMnjkuUn4vHURlIO+bplSieNjrz4/ADiFVJX8tE6n2F04pu3Yk3LDtOJ1cd6y5lfJvfr6WtRm8dghWi/d/G5OFIQlrEkQQwqRzJuCpqJxSLTT0lGUKESKq4VnpCKDBeKVdDbRjxhQTlKH1x8nLKVC54qSuQe8Rsz6zFw/F35ceFxwGFx/LmX02ISV4BmjAsITIgeIHDZRdg2O4ZRothZYKtgDIuFRBX088lHnQgLQdgyVbZCtQoO03tnN2ylsP1rbo6tcXGHNs5dKvVxBvzow55jQClaClnrK0QxlCKMoyn1N6Z1WDvktowkO4UmxLZynEEoo207fMAllVpw0ju0967euDhMwUJvE9+6fFzTgu+dPGGYON/Lq73T0ytG80ZVxnHckdQupKKoQMONNaFKE4hTRmnDc1lF07bgGIScVwCCwZgZDYUgJG1wsrLqQWjOFxOw06JLztccpxuQiMdw/ujY5OMHlrRDLEi/YOOzoO4PWZjS8Ji+dP2H7DDSfAEZw0ntlBbZ7LxPbLNEH7gWi74s2XbadtdESG3ZmgDTHEZCMZGaR5IwFGaUINJEaloLIrUaI7YUAXqPF8TMrURpL5tkOy9fJymWevmbPW2wER2pct7VdttaZdlCupVmm48AiCVtlFEgTEuYMGlav3NUvp/Sr3ZWkSAdTjlYJzgh2XZ8sqI8RMPWIhhuEDMaRMoSshNedP3DkwTV4UlYbg2Hj6YacOjiO/TGkc8L86RMGn8Nu/PmHOB9vK92/p2hnWnPzRxKCdsLxQmzPi+UE8Ypk8lpzpiKnjt1Eyy0nxGgwwZOkXTl0TcKEQsPWXDh8Lhl47ZaZZ2tjgPG497PUPU6Y6B3hwNrC3YGhnXzEMFxXq0keM11+XyKoQ9CJ8JkzggT5IR1Y86UlAn8UlpHkGkj4Pzrlh98YUyxw06Bnybl+6ci072tf2d22ZLFphKdCAbjMuJbZWQzICwLqpBIGpoNB8NO6oUw3e8uLU+Eva18ft/kQOIWD+OTjjUaYrSgCOyBu95cW/wy7rWwFv0fyGGRC38sm4fnDA0Hbuf+BxdzJ5v6jcb0r+qF1V0Gub/AIbreIWzTIIHwcXcy+bXRuN811C6q+mP49wey/jkOf6pdz/rfZ/782viP/ZdmvxzVm26J0caWdDkGzkllp11bENUx6ZEdFprxmpGo4l3F0UJKg8TCsPvDR5mBjpt8JRRfFmX75RVXQvn6i+fA0ZeNvAYCYO1udADHUBz2bY6ezbgnR7uwNDOgaI4wizSZI8ZURBMBEToei5QGZU347+V0dLPPFIgT+KTLj6MSSf5A68bf/GEwqTNPe15J8/euQB2He2aByEK2x/a/mCnTbtsI1u0qFETDIw22d0AkxDOqsZmTIyJiTrSuQN4cvrkKbv/AFyRTDC2qQzEsN6O9TC/D0SIh84kLMPrqPJaNFFJW0hWT3pM+mKaUfLFz5BRImyxskbLujJZ+6fOmHrFOfdvy0026mNJEv5w6s9/tqV07TyiJXjknFEqD+8bgSXhlAIoMaraHDZtuFZlLhqLyALcPEU5ZYeqD5pyeYOgcIdgk+cshekmVLqDZwS5j2UsxUcYhl9NCCoplzHSB8fVUj5dg2NkE9DcUI4KqEaS1tM+U0RTPEgUEdST1Qn5f4ynnSht25MOodw+DjbmXzQ/QcNXpX9UJqrqI0Ab1ncFAHnTuGtgw2jZb168ly2tp0W2VKXbl5BiZlYOOiRpIAjrccwYpUZg6Od23w+Ey6iRz/8APUZEcKU/+KmBr39LDt+SHdCG5+LTukJPaYu/oWZ6xPp0mdB81JfJs7d4NphmEkE1iEYuhuMfktj5demFBMSIgUIWR3EQOkQ8mGjxUq4qZdvypZ85k8/gcfczW/UcCFg/ohNVeas1/wAu7lW40DNg4J/A4+5m/acDmn80Jqr4Ux/HurfiOLjTh2c/qN/L+tthMEETtG1nMFSDBtkarwyy71TBx7AsBTplxFkuI7R0+NZazNhFWhSK0N+/fNJUUwfFSW8TlZPeG01+4ftEVZJOvXDT4ibcttl34tuHzNWHgRqF9xXulC712/d6IZVNNu/OZZfnY6NOhaCgeeXNRY9cPAz5j120yOQZqFpVk1PJpCenpae6EsQTCRVPJOO09e+QJk3DksWc+VfA8fvPJuXbDvyj5429bp2m22mxaHb9wcKiOR4DaoM0+gFhGv5N65pb1HsWbhBuWrTkDItbRo0JALKSBI85QqO6Hd0Zuv4aeOnidoJ0sGWnXZFgIgk3B8WMNWCnlXUUpSy7fXC4PmHlajUAvt2gqQxDUFyoW4Tg6HkSE4Wh+BVhLQIahpIIIKAhpZVFNOyqckIyWVKJyYRLuwB24Jky5cu5YDsu3YMhTbYYfRG/0QpTlT1PtAO7Ih4HSRVTIm0086F+SUShgicc9p678qVNO2i7915Vz5N678o5etsA8dPXbxioiw2y0yAs06G2gYW7aIYjqqqg5CJgCcueomM4pVXT4I6wyzu2ZxNAFBb1tTJbaG41aCR+nFgBGoDTzGGQoFAtioiLWO/C7/5gHT5/ZhQvalP8pWdoV9EOX9y9RsJaR9FmmfQnLRXlDpVlr+CyXa/GylMVXh4YwmBHAG4yWESG4cUVj5WmPFEXrjj4wiwnD5P5PLKTlKciniYcEXJs0efmfy6utEOl7XjL+HpW6rpY/hUgWFoxKx8goXz0mHAwkYsJIy3DpZWBTlvFUHrBnySNEiyT+IHT5hMb+O/GHhJs0WKP3HAdkuf0v+qYk6TogmKWwTiDa4cUR932Z0qDwr8H93Eb0sXeNrQ9t45ctvP1WJhkQbbYZFvzfnBbzhGgWpi+36A+D87iGgfw6H6P9FkYvWla/wAUNA9g+A7dXs/BxdzIP9BvxAP5oXVXzpf+Phx4XDYZ+Di7mQQCujceF/0Ququg3pf+PgFK9+eW1BsZ/gPo/If2R+Q/gp898qih3GclZO6dN9bvOpKaf33l5Oy+lHDyPAb4YkajDtpL6JZbKT4RiRp8ZaV6KJ88AmBfPOzTyPaDyVAtzTJlZLGc8HKcupwy5gSa8vlxtOerUCTKhCH46g5YepKgVV0p4qQvFCaqoig2mKxEkqJ7Zsg+aJqJMqdLC7Ml3T1jjTR9us9CGgmL4qj3SdIsZUxZG0NuYRidVGZs5I6BTh5wqFFl2n/EZlTAjBNJdlSJFjImk8kUPD5MXLRkS7bx01IKH0f9bw7uHZp/ah3ZHbo2Sw1mybbi3ncuthQlrYW4xIQYlUkAHDmsRSuYoY0RaL4Mdu3MH6Q9MEKOXIMeSdQ1IGVKE7ddlmjPk3aXCJVljsgIgz2WWaBjbfENQXBsHOPisIwnDEKlhDsiXhxASkNwLFGRBkXSYRKu+zUK07IgAhgBGg5OzkO5kcY/tM+HDZjOeAYyHTj5ofnpyDG26oqkwqjSIUDcOAG/h4DfZfEiN3MdvxNV5fhQv7EpMUP670k7U/0XOceaH3tat5nNJX8yrpl/sfZM2p/W3hrHmjf2Y43qPhqh0pSC1nyjUJF6lYC/CRKtWWEReUIW+dEaQd5dWhw0woIxv5cgGIIViN0BM2APvIOFd2WMU8mbcvnQ9kd0QjCqDAsKQvBMLEPkuGIOh9GhWHEv4ydPfJyDDyYUSUgj8cUXxxQOfE08mXL/ABo+aNHTHk/LGjD9+28etYrZZdquXiVwPat21EnEGRnYkiIghsoJOsgDOoO7sG6PlPb79aj0P7m/dbqp04pqOhrT+dUFE4ZPHjhmDWHpk2cOPGjJkyYeNPhaePn7948evW2hFpptptoaiNdsoRt01uxULyXxLQHpIf8AkmrfLMhpdxHUaMD+M+cEPKflQxUHothcahdoBkFClA7+V/RZ9Ufzc+uyhw6D+SNgoz+53Dh96BXoLO6zbmT/ALWvLU4QT2cYyG+Kjm19SwlpKjdg7weH5Wy8gaWyAGiDVOwCJAMIIEHo/ZcSHjx24Z+TYeTU0kAOGHrxhyHkQB0y8bBgGAaaDbjH4M/+w8acR/0Vz84VpWekfB+SP2+zabGZstoKnJLWYUoZkI3zjl3NSCIslvHkPfKCsj/L0GRuhHIZihF+VkE2lLiX8poameJAooymnKpLywGU88TNunJh1r7TRpikbo8k9DkgtOUEDLqUkIm189D0J/OSMIuFOMxQvHYlXXvy7Ha5E8TG/jy2qnzvYPLJl2W8v8WJsFybpyXd0Fo/WEuDCEWy9rCJBlrlthAAiIUjWZiAakajt87j7j2VHzNvVzvDYU3q8kNL0v8AR69i3Q1GMFllKYepEISjY45QlY4lxCdUj7yZhFQdS6hB7C6ikpaY7gWI0k1EkUgdePUwyyKwjNFJhQyHcPDk0HqhX31xnbyD7j2aY7AfkeN/ds/j7Gg9GlKNB6n3Hhx2uilS8uz4nLANHUBAARYH2RE555mp5ngI03EcxpyIO/IE08Msh9VPWZ9X83XhUIzpvbm7dhz6mW/m/NLRtKddmEfUWlhXW0t3EsGFYiVnzxps0qRVDsDrsOQzFiieevW36ieiRGVjKiYb+MH3xh/RvaTEMh9lPWZx5n5vGlkZzw8PWZ9TIcbDxxtL20uCHRHAMgOoYA8YIOdVrFYCgGB5XQfD8v5awdDEAQLCqe4SYag6DUFMhqGUBMLtfiSKQiI5MmnJ5ZgWmmvIlSztgW22njQC22001Vn+F9fzAunf+y/h7hT/ACmJz8KB9njkbYgYAOuOznzmR/IyH2V7x5O1faHNLevWAIclfqxlf+FaBYTjAtHqAh/PWYkC/EIsKoyzDzhW+U5bRXBywa8mjxCsExInTxlNb+OCYbJtGi5Uw4x2m0bti5aTCGdQqzkozGsAkAAbgdKV1QQ/6BJYuVK2pf8AWXfqj9nPvGqj8KYVE1DhTdrrSyeKpaQj6y09UVVI8+dlSScmp6akGzx44Ze+TdFypQq5emDD960y7cuXbTxsWWWRHa1q7dsO2Hbp2HZYdsO3bDNxoywDLLIVaZEREAAAqNRGgiIiN9uedRGknTVq2RYbhzUrJeBZ0IUIqZlahlKjtIBXJIqseKskDagRctNO2XZp+TD4s28EBaBz2mA7IND2o2i21yy6KQCQIJmJDWznAncePsyncO0/D5Vz+G9r3YPmh+j+0j4D/L1l5QLB/wBufHNR+tR3tO6/aZ7DevzSK0yLIststT0l2LLQNMgAgLIrAgLIhUBAWRAcDth4bl7dU2/UH6dxt/1Eus0D91uPMOGbDlWdy7uqBp+oP074D/IS6rWgfun5siHeOP8AXXDZ92+5y5dvZPKnHsHdp2/CNOVb50kzw0HTOKRfDGiKYemaKk+GzCavR2gacD8vXpFIORA5fJ6UsRImQA6YLFjau5h8wSJnlByBg45R2y7t68dkew77HZ+j0CtmfVZuH4sft5BUaU25X04aJNJekU1FR7TNIGXEkzcdl0crGBiA0JlHeREXh9pQfIjlTFkXnxhlMerCo2TqAC6E+YoLXlBr1Oz9HGPyfVZ/cxzW1B5XGwDqgYKA4UNvCTh1yiQCMvbUeflXzlb/AKWqP/0icv2RH/4WbqP62OO+w0xbakd8GI1/6LdJ2iqdsB6ktScq5Mxivao4ii5GhyOogdpKoowyalPKFGLrZQu2Xei8IPlRFViLD6tBMJ5higdgRG788YYeA07eMsNu22WmG2W2AaYbZaAGWmWmRdtA0y0AiyLI9oBAaCAVoMewbpTdg/tAdJFaD/lES99T/Q915DkOdRxu27jXLVy2Um2LgIfFBx4NMPDCamfZnv5ed3bpWIhvo91MFf1eWnYAqP8Ak0cercP8B8aXt40qH4i29Y3RseRnCjbjVxpbiqPhU09Fgs08VUdVidyqqR52XTU+Hjz9KeqBU0bUTTDss6JP3LTZl8As+e2I7Z4G6T3YN/1AOkj/AGh5e1wzT/I8NM8uPHO300jdU7tRAVUtdRNCOlNJWkVQJKyQqp0kICJqCYqJxl0cT1AgbcILD8qcJG3LkyVMOW2Xrl+7dvXbbLbLI7RG0mJGzR2XPZ4eygMeeYPwrv7x8O71On1BtTnYn9JDTd8Kl1dzCn/NiX8moGf6SYLhxzF0yYpSIQh56vqUrNNBtPRnaqtGCZNtSOFU0+YLFGXnl3zkkZeMMiy5bFm4vy8cd1w8z72vtwvOndl6A9Rkxlybs89J8nJozMiZykuF6NYuhhhSXlVygpBFAR3Zo208ZFt2nIyaQTizIMgDBYs6YuICI2v2muC3gwBkuq8NIUhQRGQJ3jl7KmdORB4bgOfDzoMa/Tbt1/b9X/pHz/V2l7i3/brp07+WLRlvNN0TMZAMwrMLWdoejuFzj4qYOQ3GU1ZTRQgG35J+7NEnxlHWz51PfvShl07MFXj0s02Xfu3b100w8ZZaZ8f0lvdT2/UHadsf9RLq/UPxuNj9Jb3U/wC0O07/APiS6/8Auu1MO07xs3P7fKfze3x8AbTLhv4Yf8n213RJCY0mJrSrg6NdPMWwBG8mTie/R4DiGVigiqkv3iVCSgahF+lQwahztojCfDiihHYd+IposF0x+lPU5l05EqLp3msWuIkMwpExaDThBOi8xD604hVQVmGm0sjEj1NMO0M4pMMkjzTaeVVGir84yySNtNF3bwAKmBEHLWHSZkrKfTvLeHJPyQgGHJYywhIVhqGoIhIgynICKK+uqUTLTRAmyDQOhUl9ZVFY0PaHyhw8/eVDtgAbQ5eOO64eZ97X22CHCMUAwMWHSYExKzEgxOfiYkH4bwP0OfI+ZitX+A34U/8Atyd2Vy/xLRz0/wBKp3eHTY/Ad8Kft+rI3ZXL/EtHPS38ypYPD6rWVOXjjuuHmfe19l8fDu9Tp9QbY/VR/Zb+7/bm5TuHPzpIOmZ3fnH7s7+Z9vCq1X4DvhT9v1ZG7K5f4lo56W/mVLB4fVb7UNyS+FAuYiQHsU6wd20ahh0tJbyIyyTC8asqphBYPF2lgumtPtLRZyyffJ4GHZNp6YLugMtOxeP3TAC2zY75Z8O71OnTAX5HLOeQ4t6nTp38o+rf+1vbv9tfl93t8TwoDpmd35x+7O/mfbwqFjWlNHfuQxP2IkfQlpw0TTF05l0eGG4Ziud63E5GYB1bfopR9Fbg+XSZ8QIUYIEl1s2UTGghsm8bKOmWm3purJl5yl+HH4U/b9RvuyuX+KaOun+mosH1Z5WsqB7fDu9QOX1BfkePh3ep06YD2GsMSSLt0TnAIgTGQm3MZ5DOACN1MzvO7fxw/wCUfZVav8OPwp/9pvuyv/GeOen+mo+9+Vj8OPwp/wDacbsr/wAZ466f6aj71HlayoHDPh3eqHLpgPYvLOeXd6uPDGeUdA39mv8AiP8AN+YPKQ3dZt2/jh58/MZ8G6eYP1DaltIp+Ad6VJSRROYcdHokQpkynlk0oLUpFiCnC05MQsw2yqRrHZwy+OkyxU0rOXsSPWAOumgZKlnVHW2CJu5t3VyWYZMltBOmd68ZAPNUZaIywXGggIVKK7o6Va69pzcKgICFQCS0OGeWO63o2Dw9wHDPLHd6oUDw91ujUxiUOQMOJ1BY9pjfI0AzPOpBBiROQGYz/N5n9LzGfOEpNHGkaQag5WJHaXNPMnlly09bdrUsZMS6gZaB4YLNEn71pYhqG0xSePX5J42TfPXhpp49KttF3jTTkRYCu9uD2GXe9A+EPMsgIAOs1w2IXGrTyfWsh42I1qIVbbaGlgCogAAAAAWsOWeWB6erYPAPzfPJJKUnPzpogmECJlSeg/UTBMiXLPz78G3jwHx185cu3hp75R+/b8o/abb7b560A9p42O1WtAtaYQotljAXI4kKxuj7QOhnIb5qciQeG7LfHPn5ymrn8Fe/lH6+/wCzujn/AHowvtIXv+JaT8m3uqtTMF6c0uKYhjcyTglVXYVgr4y3FcVy3QY7h5YmGiJBQi27PKvbhkmcPq0PkRenIkQSCtDxYgqvVNhJPd1aVtFOmTRQhx9DemSWgyzRZox2emZHRL54zBjP5cjdSJlCB1b+MzBimKzaYD8oSLOvk5HfpyQ78n5RyQdvW3jbXVHLOOXdbGOeOPK1UtEWOhY5lGUlScsU5iQNJ3imqxMZAa8hwPMdvYart7k7WXujULRpJKB5DTI09SKmakyyhYvOqCo7XIMlrN1WmYmI6YTj+I4oUYoMJCtMNwoRO9NG02KCJ5WSRSTicSJso7gswhpssM3daGgqEYSW2Z16ndLJKEHie5BcSI2mtLE+SUU5VBt0WLP4dPLRt6sOlRll6wWJO044J9hh8Dly+ZYeU1/O/dUbuPUdEatGU49GsiorjKIHzZqIIxLQYVhOLV8427duWj67E8GNQ6uLKh5F06dAoKZ8ydYdOnbth+yw7YZY0pA24h3RkvTLJpB0NyoUHrJp4cBmOT0dzOLC+evxMNMNE5lRbFhRsoDxsWXZFtwJJw4oVclnZZhh0xCreRQgWyQogGXUQMvsBSNNQGiagSBAw8szy3d/tHfCruN4ehKNt8BvDNRWgiC1qA92HEMBkoPRm3cOKUIS3iybhczLZQLuoAhs+RIuyJRJXXU3ogQEgs4c/MiCosJJZhMh4vE6SiuLL28D/mC9bf8AYiak8h/WajPNvq77bdKwdBcHS7hlHguAIThqBoOh4mwnoEJwegpcMwyhkHd3ZJHQUUmRS0wm7FpoWCxIq4csCLXZdhenpF0Jw3HsJxPAsZIxKIoQjSHVqE4rh9TdC+TV2G4jTTCOuIyg5Dsi9JKaWdNEjbsGme24fvGKhWoTbtYLZSQSxcmBCguSSFWTCiYAnnvqyiB255aZ8OVVWvg8m8F0Naf91xJ2WM79W2nuU0xEiOJynVSCZgzUg+FonTyaxMyIVJKMnEZXVCp5w4UU8w4OE3jxyyyYLPWHzoWnbYCM3X6bduv7fq/9I3+3tLzpn+Hn93PO+HfpLe6mt+oN07/+JLrp+7h+bja1j9Jb3U37Q3Tv/wCJLrp+7/e/K1EXaEREHQkIqqCS8kKAJ05eZygYgAOrlzPy8+/YiLvVd2rEawkw8ga7dKiyurymQRkVHTJ2wCdUlVWVDTkimpqeTLrLx+bPHjj9yVKlnLDx8/fvWHTthptsAa77rjGeQYt09/G3ONZB3O+69hdcRYlh7Q9IFHX4eVU5dQ1chBztweS1hJOOT6YpE37JgGnBsidLuDJZ6zRp2+dMNhdkKSUcvd3Zt9XfbbZOkz6TBOUYMXfOLnpUid8d1KHs8O7oPjfj7a43wlTVnqN0jaXdOUWaa51r0ionjbU6jwJE0XIDtGevG4SPS8jtSNFzztcJGyYkSqgmp6m9bqWbBokyyJty6beC1Y4rjxx9vuHr125H1haE9KuvmB4YlvqzlZ+FeC4OitmN4bRvnvMeBPk6J2EhSQWVP5RlrF8GqxuiUsKJX4kfPGk8fjHlxKfGXLh86i6rPbdUOFiMiSRBkHVcx3UIJBjI1AR+hr1bf9dYQR/tR6ef/gnvvQelT9DXq2/66wgj/aj08/8AwT33oPSvdP8AA3O5bt+ozz/piNV31/x8/wC7m2x/A3O5b/aZ/wDlEarv+XP+7tz9Dd/QT++tq+Xb5GdcJ4D+U3L5e7hn+fcs6J5XaIHOpxFhfXvLHXDHc/I/SZwRosQWkQbDSyhHnDKsUVVFWRYYm3NVs47XliIHhp4pNNIhQsbbZKOi70X7AszoBwx4d1vRG/j74+tHW6y0H6A4ri6N9JMiglNFEeQ8VhSK1P8ACdOSPPlVAJqTpXLEPiUy5hRmnEfJqLl0Y+NJpQmdb7HkXhhtw006akErjGeQYt09/G3PotKUQKVVYmArM4EmftOAxkknPTSTVgIEZDsJPvp3h4d3qdeuQ9pyxjkGbep169/NtcYzyDFunv425nh4d3T38ed9KmqmfwiL9kO+D9f2X63wp/l4aL+gfn99s/ljw42uHmd31bck6iNDOlnVfMTT7Naf0rwj2P8ASzGD+PZELwRrMWFvmLFhlcgqJHyr8lwVFkOIsTi2tS9g878RjJOiJNZ+R/i7BJkooKjg91oHDHLHd6o1Hx9+SIVuXnJEXChWJkYUCmco1GUE5VABkncYjwzpwcPGwcbXDzLcPqvscvELd1w8zu+rZvLHLAdPVuPiP5wOGOWO71RqPj79amncvHHdcPM+9r7AcPGwcLXDzL8Pqvs0OGPDut6I38fevh4d3qdeuQ9qlO5Z8OFrh5nd9WxyznkOLep06d/JvLGOQZt6nXr38wOHu42p9Dr14X5qU7lnPIcW9Tp07+QHt8O63odOmA9icseHG1w8zu+rYDh42Dja4eZbh9V9lKcHDPh3W9ELeHuA4Z5Y7vVCgeHuby8Qt3XDzO76tjl4hbuuHmd31bKU7lnlgenq2DwD8wHDPLHd6uOtvc0OHjYOFrh5l+H1X2Xlnw4WuHmd31bKUocM+Hd6uOtvcvj4d3T3ceVmhw93C1PodOnC/I5ZzyHFvU6dO/kpTq4zjkObdPdxtyK4zjkObdPdxtyb4+Hd6nTpgPYocM+Hdb0Qt4e5Sl8fDu6fe/KxsgcM8sd3qhQPD3GylfG5e3hXgz6g24YxUPV2b/zvo49Hj2B/NgcVGq8s4Hh0Zz5luWA48qA3/nDTs2D0c1Zz0Gnsvt6Fc9eoU7LOM0rTqxTLH5x42yIg4vzoPmhjtM48y/PjUeA52QLAz0406s8RZv0v1pkdgce38n1mebN68hrUa2HOyoXTx95pB4d45ZzUWMh2PbgeXQWj7P8AY14s29Ab9aW5hxUeHeOWc1FnIdn8w8r42YPssIcMecGfN/N4Y2VNA3HgOMM8mg4+THwrxvTItDDI04M/R5tMjT9bvm1BHIcbioUGg8aBwClKs3r2B/NzoHFoWBnGA+j6weqPsuI8aXqIePZ5NKf+QFvo/RAf/wDX+b24AQMMY4BYK8A9T+8HHgKfkYyH0cd/mD7bc+4QPo4HGGen70fvXgNBVmuZniPdhGvHl85Kh9HvZp5vdx8mNwr0ELY4sDgOaU+j0ZqAfi/C/Ia8RUOH74Po4oDPqDf66cr1ZYeXAMZ81n9zHqNxx4jIE+APu49vIb5itKMhz7mceazj8Vfnx9uRQM87V9GnBm/62HOvtyOxamQ4fRx5oW/W7jniN+eRaGQxjizmzHqZ8b89tVGXflkOAz9m7LmdaU7I87D9GwWZp9C/3DYyPOw8P3v7nsnEO4fo/vbehx4XHPHYDPsHhz7PqDz2kCI5AjxjkOGuVRx5H4A/GkD/ANrhi4ep9g/XfZKY7x4esz6o/e9OOwHsD0grTmIcmfz9cXE5d45Dqzb0R/vXpx2mpoGnQbjWjPrM/ud/rqPPZgBfh/safSC/63b2UyFwwLrU4XH8n1mbfrY1GnfXrs0ACofVb1gz5lqBXGMVDAqU6l/7nrBjzftELBXrsnHiPeHUMeb+f3go5/uW9IMeaNPELBwzsgc/bj1gG3m+3PPv2UpoY9lQtTlf0LfXw9icGc5rZnpkPxfjZmnMMbAYDqAfRzjkx7wrTZODNuX0e79ztmmAzkMCpRarPsp5v1h+Kz4ezZGaeZ7B9GnW1GGa1772Gg52SteyFOVuyFK0Af6UNBvi3eHEYyGOH0acGR/IDn+UOQGn0tpjXkJ9o+dKXj7QtQeQD+TSnjfnszl3gOK8A4dn2DbuHhs4bVxwHF/RC/o3Dx9uyBw7wwHT94PcNh/Ns88P2dulKXFBpgQH0R4MhQLOulaVZxwsINxe9hARDsjijP7mADjv6jwUfzVDzeTLNwHyVuHK3LiwcAHQR9HozcPxWL1yNRpnI6roOMDPLSBwHvzypI4+fJHjQHAL5Z+iOKMj/SrUEOABjIYBoU80Rrz9Dj5v7mAUCmQoOL8lsFLchDzeTIXp5HuqNOV+GzB4eynm4CjI2/FX7u621qUoCI0Ab8vN/ejT9bxTj07hB7NRpm/Z+j+95O8feocGAAALIhz4MhavZqIUdBe9OHC+Q2AClBCuK2Z6s0EPxN8VuHLv2Ur0ZtTNA9W9O0zank7B7A9uQeFuyNBtX6PrMVv5O3jTuwHmHHNq/RG12R/pXhcMBcdnBjjav0RoNBZ4+SDuC/ALhjaD7/d2wePv7aU4fo9PVpQAFmwfiwrxrbPDkgBj3esHDs/m8c7K0Hmh7bdmnEP3MOWKcrcQQKBQb+F/SCtuzx9lue2Hnw8/tpTwyz44v6QBns/n4ezYZoFA7r9m2WbXYDnmth5UsBlke/h6zPHs/n92yM0qz1HPZt6TNv1sLBwHmAYtSRo3YPeKV6M8M/Rr5vrB6nfW1r2DIOC9M8LUHgLIBbse0bBx5WYzgMhcPo2yH7mFvYGAxkFDhnP5PULCHk7B1p1rxCKV6AOA6MhTs9Q9TIXwHfjZrNh4YDhbH70Me32bAcK9AxgA7I/kWxy51pwAzyszw5B+9Cv19wbKU4OAdA4cw/e/mtm2dgPoh0rSnqh6v1Uvm9KggcO4OFscuz4262zsM5Dux2egepj2XHnkFDn7PYIp4YDj3hzBnPmDQeWK148FDgId9OzfDN/1u/Dn7NkDAZHGWcWYCnoeGK9aUBGcB4Y6M+pfjzpfHHMLI7G9hg6ED3DlwI/L39/nhrXpywF2r9noFw/F/mtbGyjkfYIeb1Zv+thX+9z2byC2Wss9Gf3P2449NitRHjUPyePmep38MUvzqBp28Nxw8ue/Kg1ByI/EedY94cGPGnm3sLFLdju29MiFAsIDw6s/ue3kAWH2/R/eZ8z79dvQBARC3ClezxHs/ufX2D3bV3ePw+dTu8f5vPt49m8PDIBi4/Rtlm/ocPZ32sBkPdYPOD1b042zXGdmh9HuD6Obhf0Apnnx9uyhkO4eFA9IPVDH21xnZQ/Ae4effTg4Bi/5NuFx8zp9vPZQwHeHCwXDh2Q7xtzvx2aFueQtS2ePmB9+WwGOPD6PUL07AX6U9+0H4j3iqnX9uf2eH4jiRmKUOFQ4gGOXZ9Tpy/uKHDvZDGACg/k276c60xs0OHfXFu/0A+/HZQHHeA4tw49n704X2gj3ifFeWeQ18i3t35bpj9h509ngHQLU6BjzPG3DhkXM5ALfRt2b+iGPxfjYa3sORazkA6BanT97fwGnTIqzwC2AsLPQPUxzt7NsyCDv3RrwHHzyGlP2eAHnXuFejI+jxpS/ZvcGbU7Gbc7hz4uZ+hj/AGPqs8ewN/aOB7h82cgNcAH0bhbj5nH7OezmcM48MeazcR7I2tz4DzptWo8+fCkayGMjwzYMeYP2j/ra3UOVA5U7Of1vH4u/GthHvyLGvo3C/GmbBnzce0eVq3cHK2Rt2eHmeoPK9h7uIqU4OPtD0c2YtTyY3Hu8ci8OGOWO63o3Hx9/mFL94/RDFGOHYHPcNbjQbjs/w8O7p7+PO6lKHDHh3eqN/HOea8sY5d3q58c55tDhjw7unv487ryxnl3WxnnnjzupS+Hh3ep165D2gezw7vUHn9YX5oHDHLHd6uet/eBwxyx3ernrf3qUvLGOQZt6nXr38zljw7vU69chfmnLHLAdPVuPiP5wOGOWO71RqPj71KXw8O71Ov1hsvLxx3XDzPva+zQ4Y5Y7rejcfH3gcMeHd6o38c55qU7l447rh5n3tfY5eOO64eZ97X2TljHLu9XPjnPM8PDu9Tr1yHtVMnifP7B4UvLxC3dcPM7vq2OXjjuuHmfe19kD2eHd6g8/rC/M5YxyDNvU69e/mpJ8k8ufLzAheXjjuuHmfe19jl447rh5n3tfZOWPDu9Tr1yF+Z4eHd6nX6w2QOA8/sHhST5ndHPl5yh3j4d3qfegbHj4d3qdPqDZOXjjuuHmfe19jl447rh5n3tfaIHAeA87oqcXw3cMPPl5nJeWc8hxb1OnTv5HLOeQ4t6nTp38k5eOO64eZ97X2OXiFu64eZ3fVswjgPAfLzJ5QDfDdww8+Xncvj4d3qdOmA9gHDPh3eqHLpgPYnLxx3XDzPva+xy8cd1w8z72vtXAPMcuR4eZNSDp3bx9znyPmYdyznl3erjwxnkBwzyx3W9GweHuby8cd1w8z72vsvj4d3qfegbMHnLl93t8k1IbTPhv/U/H286UOGeWO63o2Dw9xyzywPT1bB4B+ZPHw7vU6fUGxyznkOLep06d/KuA+Z5fd89xoG0z4b/1Px9vOlDhnlju9UKB4e4Dhnlju9XHW3uTlnPIcW9Tp07+R4+Hd6nTpgPZBU+Z5cuc/iKkHTu3n7nPn5kyocM+Hdb0Qt4fVZeWccu62Mc8ceVmhwz4d3qhy6YD2Lyznl3erjwxnkwngfA/LzB5TIb4buOHnz8718fDu6e7jysB7fDu6B+bja1kDhnljut6Ng8PcBwzyx3W9GweHuiDwPgeXzFA3w3ccPPn5jNa4zjkObdPdxtyOWfDu6B+bja1k5Z5YHp6tg8A/MBwzyx3eqFA8Pcg8D5/aPGpkeY3xz5+cpXx8O7p978rLyzj71tnw422aHDPLHd6uOtvcBwz4d1vRC3h9VopI8kcvmPMU7l7u7Nvq77bFceOPt9w9euycs45d1sY5448rHj4d3T3ceVlTI4jz+0eNLXHjj7fcPXrsVx43Duzb6h62zsge3w7ugfm42tYrjOOQ5t093G3JSnBwx7Q7s2+97XueHh3dPvfndvLPh3dA/Nxtax4+Hd0+9+VlKdXGM8gxbp7+NuZXGM8gxbp7+Nuacs4+9bZ8ONtjl7u7Nvq77bKUvh4d3T38ed1Dhjw7vVz1v721x44+33D167FceOPt9w9euylODhjlju9XPW/vOWOWA6ercfEfztrjxuHdm31D1tnZQ4Y9od2bfe9r3UpQ4Y5Y7vVGo+PvA4Y8O63ojfx96eHh3dPvfncrjGeQYt09/G3NSnB7PDut6HXrkPacsY5Bm3qdevfzbXGM8gxbp7+NuZ4eHd09/HndSncsY5Bm3qdevfzXljw42uHmd31bNDhjw7vVz1v7wOGOWO71c9b+9SnBw8bBxtcPMtw+q+xy8cd1w8z72vs3ljlgOnq3HxH84HDHLHd6o1Hx96lO5eIW7rh5nd9Wxs0OGPDut6I38febKV8nlnA8OjOfMtywHHlQG+OGhx+9z5th6eb7Nn8vbwrwZz5g24Y592zf+fwx6OR7PTAU9m3oVzSOI8/tHjTwwz7eFss8ez4XvmnEEH255esz6oX49RrYaWUKdln7adWfV/u8acdgQ6jnl6zN/Rvztka2G1FQv2R3+80wc0viuM1aC4+aFB9meeNmj7sh6wXHzLeAezAOEL5ELAGPWDPmY7g/MG2u5rzXlzI2XkVTYm3F6RAUuIIT2FaLYwX3jxwjoKc2dLEWTqg+dOHzbtyJo2Wcdpl01Rt8zUACvZEgAkkAASScgANSTuAq1bADADnzWeHUPV+rzfZtBm+3uSk432BXdbChSzCAHsAsKDcwWz6wEcMTLeSpeTTdQMLHyoEOA9epYOnjt00Q+PNg+YIssCebYaHkrUV8IdKTjXn2m3c7SOmBrS1IRIw/TSMftwQuoMoJeuHrT8k1F5orERZDWVxwlHWXDbR+LHMAS4JuDDlYUYyUSRd8jHtPJvwciZ6npnPztiPUSedb4pTm441RktS3ywqvoWRZmFGmVIhKM0/cFGvLQk2f7Ro9G6dDvxxNipsqaTUJTgZFcQeqcVzaHukDYx0otur3nWMBVczZVyCrPcB/NMCOsRNKtxfkdKD6OO+rP2gFhHu2AH0PZw5h+9GncIBxtkBrNyQ3+57TzERHTbvmJFR5o4n8jNfJhecCZBa5FMg5ulSHxEo8jNAMwuUWz5BycNHGPjpiDXcdwMXbZfmH0SQ48b+bSbYdlDN6Wk+ZcwpNyT0ZI8wZaxqTfKEKRjD7x6/Rl0kWOmkwwZIvXzhy8bduVAkbJvBadMCy/LvnYs1YENui1ftXh1GGIfaQ9W4h3h0MMpByzEcCRWagg5jQH4b4z8e4VEU++EcbmUu9eOH2sgGHrh826esfoedVLXYeOmuw2yLTMjGmWuy2yIVZEQGlWRoIVjA3fXwlORynMPWM6196oUGHZfJ83nZbSAZR5ATOfv1yUjK3MBhtQVGZZSuXlR0baRHUAvGnccuEdZBt++BgiyZBUYc9J6j9Rc6J97xeON2Pu4JEaQJfRHI+XSXMPUZqYnzKRLilPhR0ukIYOl0GAIJTUJgkpKhFxHcIg4MK7padr62dVSTwjDqHCygvKuEzi0r74TRRKOYupH9EDob1yw/KWDVKY0dSXmHoYlTJ9SPwbBRA3EMZswAuSehlCUVWIgQSZx6UIrKkTA6wVFlMLNqzRdNUuM3dqL40YOlhnFxrezt0ZKiGDq21B3wHMYFMMJExWlS/act6boq1vIc53Wjmd7qa0TyegR/F8TFn0spuQS6Q3B4mrsw+aevJmS/gwqquzSikGXbZVLMHn7ply0Jp05dPXTx5zXuGNeM+d4joviqe2ol9B7+O0nUBG8uCbUEw382EdmGofgqWa4nsvE4Tqk08PfH4oVWn5sTNXrppw6B0yy5AWt+aLNQUktYm7/TdWcm5VQ3KdzNuU8eOYlhlJQURPPoEUQj85oViyGTSskI6Q0upqVFCKqfIqm9KlWVRKeEVUU8g8ONlXMEvwYnWPpDkFu8Y1gme2qnTfJWMzeqWZEQlYSm1PGWMuInMoB6XknyRJcLoMYxOjKr5HOHUxSKFVJ2VaJGDSeecOXzb0o/Zd9AvN02yF7yYLtm+5KTbtv+9G2SruxkKx1YmZ00pVobVTqkk1oykVHWoufcSNwzLaX5EuYUzBQm2pLKsoqRssmoUNw4kuhdvVWIYgVjRVNSyYPXBfyz8TSgbIphY6fLQgQDvP8Ae961YZKR/oU3XMHS/k7EhN2owDOvWTOBykpkXoxxlw9TF8nLRANwBFxpIVC7xs0mqMMq0VQ6fJOmDhWJ3oGyrl5IXvd9CS9vHdDMw9OkCxekQhHxxVhWP5dLUQCcGEzkVQafZUCSLEz9MLmjxZDiNOMKKS0rESii9RDh0kuglq7tObTDkY0jd53vA9E0sIC0/wCuDdKasIzVpRwWjQAnTu0hIBGd0ER8lwUmkEBGXVFNhxyzDsIGlNIJlTZphuNWmzpsTT4vDKCDBhHTLbRcuC8Fe5ds7N0YYXLNvGXuEkFHfBc6MBQCOquKT15AFVXTw/xRW3nU8PhKUGPGl2LdGG7qnEiFHD54YgmUEz46l9Gyg8YadPGQTokmdNZXhdwLTtl86ZcmU9609etu2wesMuxYf730H74mGtU0/om0Z6g9O0zdFWs6FEUxEIyWmeadLqTGqOnuGzqqdl7GjpHh9pcbIJjkYgAubh5OKq0NPGlyFFSKE5NXTaVoJ5v+zsSuX5OUW6Z3q8fxN5J24Ipappvdw4lPFlt47YeE1VdRF6OXiOnuXgteVVXiQZFywwL0wQcMdtp3pvSTou146w96fBO9t1wykhvSDDcnpeH4EkZpyIRaTjSZJ9PNwzHMMEW4+Vksm4KuSRR5MuNF8+eVXMNRIoHxQURiDSMPFnxp9mtxhctDZr9/aMVxRdS4ga2tsnrP0vRIUKjMAOcRgYDmat5861Z8r9Qhw4C0zjzOleNb+lxQKdr3h6wZ8y3GvtCocTj7Q4Y84PVvzpeo1sOdvN49dOGHj9+9duXDl229fPnzTLt06dOw7bx6+eNgyww7dsstNtttCDLAMiLTQAAjt6dKi6i/fYbrGAosiiBow1lS2QYtguIVmE4oQziTHjRtGiKHVQykLaUaacQg+ciZTlMkZKPxcvnrryjlsXbxpgWWxh71+fCGpZQlqc3fyJou1VSuibT/ABdN10na1Ff5inFn5ryy/CDKMo2f+UIlhcsron8RShMw18ahp0aOh8R8uDsDRUiD2VvVNqJ3L2mIjEEY6hTmiEtEb5o+tnocJwNKSYc2YnUjL1s2aMFoKhpCXo2Vz6kdfVfqZlPZKCbNeXU1Esw28MBV9nZpW1W75aOFHXNoi0ZS00wactLUNo6xpYgKPJfQhA0Raw4rSYwSYuVDj1ASk0hDKwUWEYl2Cr9aPGZfttkEOA06JVc0uxtEML+VtV7aQpt2rlq5dLKwSwlw3QqMrsWIukKpAKnEBjnAuZp58+eNWhf09zdH2/VvSu4V/hRMH/iV7/btIPIPUHJrVDK9BnPIOPEmZcr4lMrJJCjBELqRdNUjUPq5xAWXLh0rpyceBpPV086QfNPCjDIvi7wXTTbsWWmoC9Fm8n3QeoYu4lxqN05abND2qmHXhNBmLI7UfJSXEtyxOK2nbpkw4hWMIyg9CSTZY4ZeOwT0KJm4cjd22YdFX0PGGGi6gdsHSocyeIwgRSpHOpaE4DJPHz0gmyodQuXhEo+Unzw+ZeFCcIO2EYu8PmH706/bcumWjT589MvBbbettNdmz3XvDF02z3EjIWkdXDQv2w1xsMZgqQGmM8jKoVp7fCQd3Lp0nRNGQ0xhnyxHkoI7iOXkXMocr09URvnBCim/SFRpLUWosLNHSLRoq9aKmWyxd49ciw225cti0721Oz8Ko3WICAi3qNsAf5UCfXDIcIzrkByP13GyM02w7ZabeNMsMMB23jbdGWHbDDIC02200z2WWWWQEWmhEAAAER7IVrSI3RutGWcc/CHdeS8QVCTMF6r2JxwPJuJXhh2ynxiuSoi2EFZFZRzQMiVMu4pgGEV+KCTpl+yZF08SnAumjB10yOG0Xdps3bCfWLI+sXejUHZyCoIkEnpxiOLAhyWS0zuKrFugLfCaQd5PG0ewBpu/Ck0vS5hUjGERtR7BJSFiLKSoKrpELARMOF5XeGzbRx6AtOBcO2WHLLbbT0R7DLXL+lHXvqRmvvxNd+huM4lQT2nqQ0mnEZy4h4pCKGnrqevPn+nxgX6hFBQowsKrhliYUTMMljj546oZLi0y20TcCzPeNKD7OHqh6t/EfbnaqHoJ/wAdAb1T+xvJ8P8AsnSKGOyNP9j0pw22um9bbYla4GZ9qwuyKbaunROwUrjfIQJ6xBImlWuBC+Po/k9GOPkxvfpkMcYMd57vG5+6PNbu6208SpS5bnoD1lTxSZcTZMxjDayrxGRQD02pKwO/ewYoJsSIhRHUvkaYK48dmFJNXXAHnSc/Eq06cPnBrZ2vHcm6Id4POEpqA1HPJruYzRJfI8AMP4NmAThOHy8LQypL66UeGShiGlMANOjUSqrw2eeG2WGi4OWRdu2XHabrVTI0p/BQZWRqZgKJNYM5lJcTzzZBUNwJEUzJlQsQfO3rbhtoY1l/IuJYQUHTD908dPWkVbVGnNGXj527cNsPWo2y9tCKUA2ewuNMF65tYtsyq6syhTZEY1GAw5gGTOlR8D8ufjx07b6OR4XBq3Z6M0/nVKf7Ko0uNbwRT83hmoaXO/V0fbveHH0Ehp7nZIc/MWN3J6F/jUatREVh/Ukou/kmJvjzplPI/GZVQqLRUU1+IuwUWQfB8cZFxyJpg3Am5On3DsJT90yTSmtNqE02ISSikRLCk70tYIkohh44SU2EpeTW4IcqKMrE3oFXp+H10mnKrku/cNvybt0YctvMV1b/AOOt93B/YmLOA/0Ja3OHZDjYbDtN2/fNuw5VLQfbNlUGzf6YXLb3IcEi3bGEjKOsGB3RnPnhVsEWbcMcsY9RoePD2jSm0Rk3t+3up5DTQj2S82NVDMKTKljFCvBkcQ1+A7UaufIkSoZpomqJoLENybWEBSAqZdPHfxxIVD5B/TtlzT5gWWxl0GlADkNBqznHqDX2gIhxoO2hlvS1piihZU4jiXTnIiIogXDxlTWl5dk/L5XWldSOvPLm1BUUz8NGTqgfNP223xg2afvn796208evG22mha7bovkDoGtK09Y3UdwRG4JctkGd5JEbqgGRx/ZO+owP4I33MwU/VkM8f6HnVTX6Nw/jFdOft4bKHwjfczBX9WSzxxp51U0r5v8AWKqGB54C4cZK/wBB3pHt+pZ05cf8o+WeKM5H5qc8XHOeA8Kb0HS9pdhHdx654lh/TlIWHl5G0qTzPIa8iSel6krCOsOpdrgpqglqhGGix1PUCpxpy9JnShh0YLmAdvXL128ZZa25bn19FZzc2MhEZ/3i9nhGKM9oOsedyc47fZHzqQrTfqTkrq6k1CWoDTzGgTClFHLyIXULRaENxZCfyq8haJVWD14AQY3h6GYmJfEIjQFZOEVFFKAa+KAbJiYIvyxp9vPrfA8LhVoOHZ93Wt9oPPg4ZZ6W3NekMXrtp2Jl/qAMsMtsCy006b1NTiZdPKNM17DxhgHjsbg27aYeM1ZaZaGcT3DwuFw9XwvcKZxtpZdruz2LrABrlq27BQQoZ0UmASYBJyzJ4k7prlXWTqUibSlJl7NmEtOM8tUys5idCh78FenmEVCNZivSqy0aB9EDhDTSB8y8R0doq7+VDPkgdl2TTlpt4zVlhuJUN+XPMKCG5I3snEQ/U3xbzC4UhnuCvdSltrC1Me3h6wceyP2j+bZoZDGPyafSZx+KDn1uPDI1e3eYkpfNpYEoLSOCZmZYSJ7ezXJVe39PMnoFADcj72WmQ/U3xdzAahSGKeAcr8dtx6IN9LDmsfVyv6MFzSFqV0wzfhiWitM9dRtQCIQhBZS0dPfQn8TKn4SNsFYnImFslGCUrJL44muCppMaZOO3rbp+WbezYAHo2DA/R6s3/WreHEBrx2qk6WXj+MvhW+8HWSjLT5LgjSVDiY2ZYdCDtw/LwRo8QXxZ687DTPl3iqbVhdMD2Hjbks+EAFku9a25bp2iy+zztBuC7tCWmU2ra9Uq7EyokfY3cTyhVrsOGchbs2tTNWfv04Vzp1/CAii5PWLNMu7c0dTc3hM0YHUnqHGEWwUdewtJuG1IuaOkTT8IuKQ5Fj1SRCagnmyAxIsOIMg5UMum24fitWKC5MmLBsXoDUVQlFEMMH36U3EcOraCwqFWamE5tYTTKeyfLhR3V8UEwBh0HlGKvHbIdtn0gpgbp3WJCO4lcTb0E7y+UMcaf1WIp1rsfwLqdRoBWIvlXM9CMocLQyXZfRBDBNSiBbSyLtDZWYbU4fSV5ymkF1SRYsS4LiBJNuVe213XtvZTpBYtXMfSXyobAVw4EBebaF5PWcEZZCaVIt+jW+EiAAKX6UBIb5J7TJr4l+iWlWKx8Q7fbAv5L8P/AMa+P+Q/Fi18ieUZffjBTgp5DbIJFfCACSXPmEdL28d0eTb3fE2Y5U3CFB0TxuceRNJ6JFM0ZKECL0YtOQ5CZhMR1FQPFU9zESSVjGDiBp4w0uxallvKGHHdI767dSMp/wApjrqkP8WAuyZ8kzEB1s+DvsA12QSWUlpUExTJT4iJoG/M8iDYCAV1d7Bq2hLf0NyY0L7tOTkfz4UIOnakTBjbVKswMtQTK2WiExDkTQmdLsLURlkleTUI+4iD5wRK+ilKQmVJ3DKEmwohRhEpxOZR+e7d6FcVnbjfuyMNhjYu9KZAKKLVtXWQftAwNTlJpV3L6Iez6NvRZz5nhcKha/oggYDHH6PqhnzMBTxAQtW+PwmivYbhSGYdfqD9XfoEPoyK+VTLHZMKb1KTChB4omAo12X51twJl6HlGqNvRDtt7ZAzw+u1rMh6nDnTPLj6a6HKM9O4cAB4ZdutN/d8uXx8d0Ierffxac9HWoaYmm+OdMmueYEVS2fQ26VYulBJeBIrl0sNRRBkORqUGHF9Ym9C6kfZIkIkKpyoJlBIiWWiaiUdAYcuHZt/zIp/Cj9GiMQOKqxpC3kaUlkC7Zk+oqcgJUkCBEs7BkXhg2cNagXRYs4dgFW3z5thhkKC00G1lniIdRGlPVD1PvTwrh/CL9WjaLpyQN3VJPy8Z6tteERQjLqFpeQ4AHF9KlqZi9LbX19UcMOH7pPJRioJrmXyV8ofExPkVSLlhPf+Rg5WflPP2g7RZR7v1hAolkToASScOBA2PrMxIQGBLZxmRUDTz+M+J7amb0W6tZfa6NM8tdVEqobj+E5fzVYit/DaHM9IQkONi5eEo3iOAzhhWTIaiOMEUu4UVSFjyijvCcQn2TiIaTjr34u+MvCrmMTQHrw1Gz93rG8z0pzKiVCU5NaYzic5lKjEISQklVSnZ2JXSe8BVXyJN0prYsE6uXYqD1sQqLxvtvQBsJRdGWnRK0j6UtP+mlINOVFzJqVkJwUoKxdwLhwvRGnphd5FsRO3Au+0XZiKKH6wu+Ra850KgLtpptpkWxr57pz9nm32vRQQhxXEZOvVH7A9m0XHur9RDGGe4Vuhcgx6AlhluxCQOQqff586fhKTr13rsNaC5pQlK5Z0k6v9QBmKpfk4+dRVp4lgnxtCqQ4ORHEMOsw+sqBxdSHhSIXbyHHqg9JsuHjDKcopz9l6LT5phiOc38KL09p0cJUtFDQhvByMx1si8UkWX5yVEDlY3V0526Pmmz6VCj6YbteUCLsukKz9s2UIPXDLlMUHotgwTMtOrO9gAM2AaD2eTTPqfn2oVay9d0GIPwjWXusooSUljTLoxjKWOjybc4kcsClBcMr8w4NnJDsUGVBWKNtlnQQyoRlM1h+WFv46cZlnEIkCxl4yUdGc9quXrGBhfVVuXUQKbSkqp+20zJwKCxkAcSKefCrEmkffYwlq21Cy909pehvXjJ89MJuKGXMxZxycS4XltDvzWguI41ejEi6XiZQfEGVVzDjxESWmCb74wuKSYUa8my/aesYRH2vfUigb/wAkju/k2JUF3ppjfTmrTJiGGnkJIj6IDEUFIEm6tuTDmLWyYrZUoypQgiGGibl+w5aZcPnIj5Ew9YaniIniSoSJKaYcKqCaolip5PUCL90bJHyJt27MFThM2X7bgyVNOHjt+XMOXjbl86bYeO22mGga2pV7yKNtVEu/hKMkIs0YSZhaf+oJO0kFncJysjKKEaC0FfTj0IzxIxQYMRGvxVBKUnvUWHTCktFgMrxcTb4gwScOTT8y7dNTtDXbNu0Wus5+tWZKIVYoWAKYEJLzByzLTEaVXefOmEz25+zKM5uvBwHqF6dafkfXW3PaBrUtvrldG1RRjoh0AaPpka9dScuB+JTTeQ5EibLqT8rVp2/EoeSIpmEqpasUA+gHQdp0QPVRmFoWIrRl3DrmMX8RFVZKTO/9AszddE1JTxQva/dN0EaYZskZiHkiFYHgOPIamGlLUu3MOQucT4rNLELxxMAiUUDcSnYpR3ia/Vyht0WRSxptOduTbgyagaL6Zd4hue9eusTVjph0yM6+tKutSNT0wY9gaB4sLw7PeXS6oRfFEduXJFKMJKspLTqHVWOo2TktxDsPxW4ipGfIrK8ehVbcOzD69+5cKWmti4iO/wCVfoi122kEgi2ykglgASUbCM40NWrrZ7N34TStvnyoiaVd2FAqUaaZeEIUjeOJsRVFKS5Fy7ESytEEHzgJQ2qGvK+U/wAEJpMoXABZYB2PY8u9wyOt8ZvAtCztEXd57uzDUHyUMqiMixFqZ0szRSpmwJDZlXPlkwqcVYFftraggkjRt+06KOorj2Hj5w58TSkkqsn1Eow3lzfwg1PSWAIRVup97ND8VPS7pkqgPNLpdp2YUfJgL8mBlRi5HUQLu3gNsuzTtCfP3rDIPW09w0IumeW9YGqHeYb3KSMc6OdKm7DnTpuljOFlKhyYeojW55KUTlGhEoopa8fdo0BqyG8OmGT5kgUIvYihM1MRTcFHh52kQ45VXXyqkcz3FCsbO07RcuwcKG30gdoEKymyAoMCTKQM5FKtGSwmVA05ZdwPNmWUSEIvl7MeFUONILihLF4JJchuIk5wqJKg5YfuXJlwJgoZdNPihtwXOkn3lCh0u4NOHzl3njOGfzhf0Wc+bx7+YdNuUtDumhzo50j6ftMLuJXkZPpMS2QoPUYraKPCDuIFxy7enogVCSe+em3yclnFw6oPUhNfGzT5OS2ihJ6aMtl2nzfVjOGfZwx5rPqBb22vjAda4iqlgAxAxAaBoGIA8AcqVGtvGd6bpn3acIQmpTiexPGsypkHRTZWSNlinkVyZ0eGGTBci+UCqaeOppJKh0kdNFiplZVDjr4ycespiATW1miW1GrEm/11CSshw3Naeu5h11yv0/kipVUOzPbLsKqkiIb5w2afrEXQkrwPCRKDiRcs7ZbEzEMXEyAPnjosbOEX75wD7nDeGrkDaRfhDGjjWbq/RRd6WIxkK7lXLecC2mv1WCJSzgSAj0sWfrbQOHzlJfIKjFZVeE++ci6RCUavY0LNsNQurGkqwVNfeD6CpaSvXZizG1V6dW5eu4cVVMyBWZ8CRa9ihHdOSxY8Qh6GkZVVVSMzJ1pSJJzKKiJqoZOv1IoT+LNtG3bLXLjuXHujp1sC05UKUQkjCpFxy4JKsSYC4RA1JmoGg7B53e4Vs7SpqrkdrRkhCOoPT1GReNJcxg5fMlzIORJrKCskvJO1iFIrRnvaNIMUIZhtkuqJRqtAbcHiT48lHSCgaiu3Pe8M1D62dQe8+lrO1/Bb6GtJmoRLlpKUIVhcUA+7ho1G8+EB985TfygdBaUGiEvIdADQOibLL5k68Zcf4KFl3zH8F/l7E6Tp61dznT4GWpX6d9ROq6LI+0zQEuFmSb8jLsoXbTQVCJZ09Ml2koCrSHBTg6XfPS503Aig0UfGiTkqafR77mjXzo/0Tayt9EV1UT0haTL+Y+r94Ygh3ExKIzPzicwrNTUw7iFsk0hIiswz8lNxCismWTLThr+GLgXbLwO2LGYvsfqTuwtrc6XpM8KHDbOEy35pMMoJ3jlU1cFnHqu0t6dlBESdQOpSQMilWJSZpRhxMnJOKXcsVBfTyT92WOn0UlG0RIhlVJFDL12XNGSLow4Lv3jDp62w8bZZGDPes79SAdNSLplN6H9Smi6eSjMOeRGDZyFk+ZsFTgGC5amCjh6aih+4l5Msk9hV04ftPHYL6+L9HdiAsPXLTQV2kY1WS83Y2o+QCPrf1WS9lBOaR0CSbeTOhSbMcw2eWixKVEQJxSLCx6HCT5w4Vn3zncv018lI5dOFYWFE2npxYk9Pv3BYaykEEoR1eJZmaO73+DKyfmZp0+OKZGGJpTwj2Xco1OP3aaZbLv1aHobiBWQSD0i5fO3xF6MNRJHRMVIubIirOj5I2QcW2i5cHUR0BcBkwC693CCCWw20aAdJ0IORmlWu/wBM63bH+eFaHP8AdYyE6f6PvvfnfhPWLvKJySY3nO7X0nylalVEciNYyS9Woyic2lHoiXjSW9UVBhJU4BilHikmguk1STHBM0XOPUldLm3L4DJV75J8w1tHhoCQt0fqsn3GWi/UTug5d6Lta8AoD+I1GTMw4YIxAgxmip7LptUVJdxo5KITSy0WIvi0QsEDKIXLKUMHQXISXIwSUtdUUv6+8xQEaE9/JuOIWhxOLI8PQ1DxxAQUkmwLsoloyMtLKclpxV20LQsFiREs4LOGBERZdOmWREaV2NduNaDhkjpbKzbxhgTdRXVg6qRkYIIBz0pVsauMZ5Bi3T38bc4zt7lrjjjd26JI61Ry8g2FI9ieEosl4gFoajR6ruEE2WjKLE6HTb5+9QzZFQYflHJ1owW8m/8AJtPXYMPWGmGh27H1FSRR9SMkpiyNX4zmLLxHmSgNIB6NpSxCVhKZEOOROFDoKMIRIdSV0qjqzDwow7dm36QeZZcvHzIOO02DbNOTXvoh3IulJZeSJ1i713ebxFFR0sQW1STLM60mdRwg4ZaLH0k5FyEj6aIkh6GDjxl6UVEYpFhpKVjhZtyqJRR+VADLOu03LiI2AIsqQLj3FQIxkDJgQSNRx0pVyjT9MRSm9IWSM2VoiQS1iaEopbTEVkxM+MCmpylGsGokSniKcJt4YNfEShpTelygmX78wJd2x5Z68eC023HFpe3i8xp770fXRoNXYCglFgPSlCkIRBC0apL1dbi6KDESlYIMvnC+5OH36M5clfnObYdinEXDb34uXaaaCr1l5EDom3Xu671ywOeVdHm9o3oUdIUBO01EWoQTtTSPBERQIVBy0VRCqjL+JtO0OryKhvXBF6UQlBwjhDx5ggYLI54z8Qfu3O7t3WFPhGG+RCojSWsqgq1cRolyjuNgqPO1+u2XTXG+r5BVe6FLK63BcHR3CcwMgGUHmctxpXXuhrXPqInnvZN5jpMmHEaGoyW0yOIOblKiEYVREtWS2lwwmsnhVIgJFXaot+Y/esOQPvngO2WqiDbYMtBOcHDHLHd6uet/fVx3Xn7Pxvs//pWW3/pCRtaN8PDu6fe/O+uysz22LEseluiSZMC4wA7AMhwGVK4I1Hb0PQNpFmKEpdSGpaCJTzFFBS4oCFYhTotMH2ofWnhtylqbL1HhtUJNODb1POu3dDQvWWyz0G3bAgHa0L+nybon9vFKz/wRMHp/oK7/AL5wnfhaZdN0Zbv7WnPWL9Pkj4qnfCmnGKGYWnHEkp4CXJqw0yiOW36MygTDU4fNRcjMpL44bfJgJyuWAg9NGXhXyLb9603yruv9B2hyYG5z09TOjzRnpRjaZS1pritdWZhRdp2lDEkcqy2WeReBdZU4tWYOOL59VcAVLA5UTSg9OOgLuew+Z8kxSj3NoF42l6GOjNwFlcnCGCwYYCc5kQKVI/KvfI7smd0xoNlJKrV3LyNJjzBXiMMQbCiWlRwwoLy8pNg7JJxRs7CRUow+ftgIA8NGXDhgAFt49YYAWh5X3mG8K1DaVd4Rur9NcqX8FO5aavptOIMm+7iGGPlldbRmplywhZsIZVQPlARDbSVFqsyJhoqeo/Es+ZYZFyIPOC/gsumXTdGOgZKnrF+nySEVTuhPU1MpiFpxxJKeA1yasNMIqNAj9GZh+YapD5qLkZlJfHDj5MZTlcuBB6bNPCoOmjD0W/378H9mH3BuP5oYv/w3SJ6e/u50N262zJdYqpd7JHR4hCtcQEEkmSQSDGUUq2AHDHh3eqN/HOeddCNPhLmk2B4xiyCj+j/ePqp6D4mXoWOqaDp+loeQ1I3D6oaSTJ9GOvp7lHxxKOPibZhONPihZ6YJvXL14XctNtOwsXeHh3dPfx53rrR38KD3YsuY4jKXsSNahmYigSK4ig1fZJSmTzRNlZhdXNoioyUNfPN38YLAeIPwcGPJseWddl52Ge0LO2998AX8ulmSc3UNiiMhLLEd8zypWK/wUJpD/aYbzT/c6Sv/AOX/AL/uF/jLvwqbRHCyc8V4n0m7xuHUl08dOXqouyIlEkJzt6/bB24dPDqhqFLlmHj54PYdMNPQaeNiDLAC1YfsfwVruq/y9SH+08n9P9GvTP8AdrEpvtN/NoR186B4104yFbnKMxl6PJaREQCNJdlIcQvk6FImcKyr5dUcxKptu3/xR218Wd/FGwfPaMC27r2tuR9pKozLttl2VSVUWlliBkPtnU5aUq8bLaOkiaMu4BmYgFlEmgzFgqFo6RSiw4Kl1cqkxchkIgTSyo4JGVAm4UXJNRcOjzkofPFXZll4w4OGXQMPnmacseHd6nXrkL8+c9H38yTpbx/M6SSDAf1NIX9W455j+fovljlgOnq3HxH8/oqZVSdSAT3ilcJxZvQt3LAcVRLA8aa4dLkLRjBkQLMKRZDC7OiBExchyJodUTKQuoSynGld2aT1VIVCZtPUSJl2w/Kmy75w+YYeO2mQhsgff0wEpb3+cOn6J9Ueloju9IekslxLLucDUQwsSTFiZL6EpWHTyG6mu8iAURWeOogXI6LCjuHDJp02lPCovBFMfA1sPesQRuX9DCcUm7PrQbLOe2ofUvMaIWoAlZB0DlFaas75kr6wXU4tXHjww+EHBQV+J09tfWgLKB58tRKlJySjK6qplyTcXR2Sk5Ifhl5OKJfgoshfwPlSTUSKEPIM6IEWZ0FoYB0Jl44cy/Ti6hMU1EpUqAtvUcJSuVV6/YEq8RCT1ujvhu3bwcKGQFGDsLaX3OGDC3CiMAGBnPUAQKnx8fwyq1VLneS7v+b0bw5LWVmszTZMOYMXHhTIWguDpuwUvxNECiDh8aEkjoyaqGDx4yBYs/MNOS7l42Dly8eCAMO2hCPTS3vEdQ829+Hrk3f8XPoMbkFp/kk6mBL12mQo2SjBhdbfac2GxW4oA6+dKBUAmjEoOiYkCrxtn4k0Dbz4g8ab+ZunIC3OuryEIf1caPNHctJQTTlLGL9CiFEUoKJoE1JLzGKp344kbbInThV6XPpag9fIi8nvnxFVIPjRR+7IrKetoqZw9oRaD+CrN6Sz2GBaa0ovGgeD2+2yDJ7Q+AsMgA+T7LwW2RaFp202Au2Ow2wyLxl5Zrtw/VmxoRcvqJtFsLIUYwcWf2hpuiDmDSe3x7Pl7uFWS9X88FHTNpT1G6iUhBJRUqyNklMybCdDSibfpyevnYChBViYukHD5Yu/MEiqi9TWCj404cvnrh29F67dvGmQYHk3dtbyeBNbOi+TmpqZivKaS0bTIbmIytS1/CUjPvm4EGzTjaAk5oHi++S1Zr5YSYWIrtDZFzQVOjgXpYHL1vP963+xkbwLH8xxqL4U/wAqmJ/VDnz4hfnTN3YEtvg16/odkorbwBRgIvq1NtzK/Cs6Wpras4aU2GHE247LQJ8ZRZYxelwQS7UtnMINOfkUg4EyXF0bUvKKz88+eTevPbvooa2FNliRdudGuIOoBDBWJaJAEQRJ3Uk+SeXyHmKvs/h8kTb+PVKXP9UWDrdQ/htnaLbU9vZHUmN4RoW0YSzhyWk2IV1aHzRCKZhpUesH1KXr4utNpzDsmmoDtRTjz8yWY+MO3SibJNMiAtAD13iGn8D3wOe38N5W4v8Ax8td+f8Ax/8Af38+HmYU3UUK76zdRF91Kahs1AJuYTL6bLUNxlOqMnDMYO1Y0whAZMTpWlxTJPRRhfCw4RHjki8Yq8Mu2jAMthnc2h4UK2zAm5aH5K90jkG4oICm0Jka5ggZjSpBkgcxvPLny8wI/oNePh3ep96BtCjqX+EF7sLSrOddkNMOckRL8eQerCgx2MtYAiGOYdghacgAnUhbiJNLO046qJLyhVaToZeRAdRlJh+kKbgqrEjxIr1pvSNRa3pN3emraf0LHWEyL4Fk8vOYJVGmRH5KjqMXxKBIIVmGQYDyjxMiuJ0c+6ctCDD544YdNtssNi0HAm5C3c+nKXW7Bkudj6UEvJlRpq7lQlzhnnEcfwciRapTASZwp4xXDsLLb+IU9RfGoZRIJXUdLcorbxpMfqAqy8JcFJbPmH291rhuLatYAcBuMzqWAUEKqhQQZYjMzkF0Jiok9kfh8gfHsqaGSU7pU6jpWQZOuSEcIkxpXzASXS3CkXQ+9evCKkSbbbcPnL5wZLlj6YqJxxyYTllEVShFZRFUobSlciSUShgs6jV0sbxqY8+96Frr0Ir8AwSiQJpOhuFVuFo0R3q63F0UP4idwe9eOYgcnDz9HcuSrMQmWHfycRLtvRcF2mm2ABtluO3cckn2kHeEb2DdeJKgYeyklTMOG9Qci0A2ZOGX0JQtMIolvlFJdvjj0y9NOmIRiyUCc9MiLpt+eRDam+8s/V3oujdwf44o3zFP+oGWWA/7Elf6o/Z7eeQulxsxgKzX2t3VEESi3AwBjMYlkHXdMVM6cj7BHPl53dnbnzX3qA1sTP3jsJzuMQe+SNL2qFQlFK9mFIZBAMMQkTiGYya7GIHwHT3yuqNFYYSgeHWWSjAvGHzTBdjywgzOEHDPh3eqHLpgPZVl+Dh/y9d9N/Z4rXCo/wCLGc/qj+ba0zy8cd1w8z72vtps0vZRmJJJeSYnK4QNx0A+G+gPv4jivE8vMGOKteevmQu7lkwjz31FfPUIEW5hIksyYwJDjiJ1gIkX0KJohT/Lpz9SSGWE74hCKqD40yZbbdmBKOwcNMvmnjmIH+Ctt1Vb8bqQt/WeIYtb/Fpjw92E/C3/ANjHl1/Ziyt4f1q55+qH3p7LKUsf5Wsvc/4h4TwH/aFPuHmfegbUPSveuWkdEFtLbda2XJLzOYdIjDllnykzMk74GXjl+J7jzqvH/BW26qt+N1IW/rPEMWt/i0x4e7srQtvy9D28Pnc9kBp5anA3HziCl6PXnz3l+UhlEZQIcOIxFREFJ1Eao2Jz4wuEQcFgK0esi9bF47B3tMV4+Hd6nT6g2OWc8hxb1OnTv5XFq+GGK7bZZEgWmUkZSA3SMBrrB7MjAE5dbh/N89x4mlDhnlju9UKB4e6vNMnfwnZkTmjvTzuvtGM094hHktDLKbHsxIciNNlrIOFlFs++TAZdzEVkpZLrRb5QKGypQ8eCEkFfZKHj8LRAtpJF+fZn7ihCdxRDMRQy+Nm091ESEroT0+RaF2dJOldPfp7Zsm8BkPJmizL8XxdsBDsPnbDVbBSmlu9Z3zY+DsQ9OnSxr00oTeUtPi9OpdmRAWtyQ0EF46l+tk1JBhyFXTEftkzxd4gkH5KFUdRQk5UVGo1Rzq0rI5uGjBAoXU2KX2ZDbGI27bFsd0LiwQAVHWUhcUnrMpAiNZNSSctwykgmYhZ48fOcyffomvhGIlBVQ3amjkGAYE2ELjqYTfnF5IGu2CR8qBMAIb+U2nYAXA78bBL8uPlhaZcALLP4Zab+M7LedkAact6Boymju8JhTPMNp8vpgRFEqXMqQ8VnnSgUSnlZgJKWjOEcoypH08kePpwRegw8KgnHoqiFCSlAsf2yn+CZ9zoCICr+iPiwT1AH5tfgDnn8t1FkGhZ8v+D0IcqyIdgRBf7PaCoNCxRsIqd4TO6a/wAIlhuTOlnQbpJm4nSAQ5zIMxo51vz9gkvAUAIJIghRBDD4Jetmj794vkHZGJlU+ukEtT+eSuZRkpILQs4JG21VnBrmETZ2jprmUWvydzGZAg4FUrqZaQBqZgAwDwJJyyOYOkjxnPgKuk+Ph3dPdx5W411l7wHSToBgcjHmqecCJLomttmHEKQ4wWUYijuNDZXyDJlxCUEQ8UUYjWHJR4ZKu1NWYIOkJEE2VeLiqmuH7t6PVUKITMLQvDUMOzx1TYhxBR0FhSUWxeqCgwkJ5ZPZOnnogIvDZsC/lzLwRq2/bbaERrUKi27ok3Bu9t3s28B156noYR5pSt0rzJK6eNL0towLF4kgROGGViIU9JiV/DigRaSzhlEQIbcxi6TlBwaTncaTSVF4C79TRkhQK73XdDbRQDcukhcU4QAMTMdCYGUCJJGdWxHLSTHuB48+/uzmK0c79bdt635iE5RSknSdhyaSw/8AisLQLNmF1OXirGpkReAyTg9QUgfw2uq7xl15QvDpZcCJTbtvyhRGfsuTQl5f+WfDu6B+bja1q9O/53ckkJ26E5w6hIIgCFpeakNKUGGZ3S8mxBKGVhaK3UOyuZYiaLoVU1aHXKYeUUhqEE5bOw4wbfPBhiKCSSsJTZRhhQcHZDt1PqnVtaW710s6jYkNOzsZRtLh2kx+ddOhLsn5hy9WlWXEeKfxYWGQKsrEVwkrLDouwAuXTg+6Au8el/JPWoRrmM2rmEthDqyAgMsgGVJJBViN5BDA5GakMdDwBntj25/hpPBG553gWpbWJq63ssoJ5RLD65BGknUAlS9kuTR4RRIcOo8NG5m6joXfF1lQSizgyvmmkiW0KugNqLTx6y9LGn4CDw4/EbAHLOPvW2fDjbapT8HW/ZCd/wB/2WyDw/r3ayulvq7uVtQOGfDut6IW8PqtGzszWVZiSS1zMmTlccDwAAHKoQ5ZnfvPZ86dy93dm31d9tiuPG4d2bfUPW2dk5Zxy7rYxzxx5WPHw7unu48rb1eRxHn9o8aWuPHH2+4evXYrjxuHdm31D1tnZA9vh3dA/NxtaxXGcchzbp7uNuSlLy93dm31d9tl8PDu6fe/O7eWfDu6B+bja1jx8O7p978rKU7ljw7ug/n42vc2b4+Hd0+9+VjZSvm8vbwrwZz5g24Y592zf+fwx6OfN6Yt7NncvbwrwZz5g24Y592zf+d9HHo5HsfVb2behXIDp3cTuXnz+PGXhhn7RC2WfV/v5px2B8PO5dWb+jfHWvXYCgMs/bTqz6t/tHlx2B8PO5dWb+jfHWvXZUKchrv48Rz555cecsHPLH0fWDPmY9g/m2jJ3kertQ04QzCMv3+751M6+oJnugTHh2PoXkJKE3N2GYfh9LLwynHEGaiQ7RFhPYTY+IRYfKpKepufi6uWQYhdC6esFnrLMmw5Dhjh6wZDsXD2Dx7haP2dMecFx8z6u/GNqurMpVWwEx1sIaBInqtIMiRnxmrA+7t/R5nj8Z3mtHLXe6r8modcwlJ/4PxvJZVQoWZcsl4Ylto7OQNDrhlwz2HIOUWGIHS012y5diLt0y7LMsu2BFlgGQEQ2+Oe+EkNJU2kSQSnurN4enT2iNGeRFDslT8s/ik2l6H3BVVUH66iy4MEncYqqM6IoK6deqhJHfknZRGVjLb4HSccbc9ublneWTL3nElZ2TPmbL2BpdKcrp4KEqUxOgR8vmCCkmEYVhmIQVD7S+eUTDB54YXHzgXRd67LsOXDsQZF4020POs2NGepiIvhFul/WmiyrUTumKA9NK9AsWzWZW4TdJqPFZyXeoVHLJD1AMLrqLjLx6pxnDJQDJKHjRJltVdttmmXbg22X4Qb5t2bli+zpcu2k/2OnVtu+FmgLIwwTmIjXjVvPu+fnKsLmNvfonnDDBuCZt/B/wDeWTSgxQCihCMxtIB+N4YPALDbsQOIETQUppRoBdvG3Y+WKN1YbaY9FoQGRLdwawzGoCGotl8xu99S+79l7IWF4GTILRJ+yiMydg1Xh466XyTpDlsnP0VGSwT4IIw2WFZKkHbJdKKrCOLbDtgwyIyhfk+zhjv838wW5Y2xuMYSQ4+hCKIFicp8fhuNIbXITiEiDTTsTiHEaWZR1YqDxlkWnfxkgcMOQbZo0x2+0AVDbpS1dV8bXseRBBt21xCMgWVcQAaDlw0NUUjcI13nlPn2cYHdZm7TjGJNYzveN7u7WVAml7VyrQulwPNJGjkshxZJmdUMpZVIIuysXFC7hSU0t+opcOQulLtEaIyh13C0MraGUhWL0UYjPwySs1ObyPe0PtW+j3UlvCNH+j6TUlY8CTGodbhKHkuHosnFDqoqx9CcTIEuT8YKiM2oQIrsQQrOVY82rwYdPpyomEFcieRlNaQH+8NfO6w3GO7oVdOJGbGm/U1H7epSZBiWUJMQPOdaelkVZLvoacCeiZpZjKFjDtLabiUq0DxJeKBsGXBipSvkgblqhT4OPud4VMujoaT3kRmnAgLt5Fc558rJWtAEfKpLUyXCMZARCosmk58zSoADICO3GbF+7dZUW3bhp2m0u1X8Fw3VyLBbIw4smbD9sa64qvW1NK8wt3DJDToR0CaO9TMjplKEsJNzIcpUGwTNyBZkR4qvCCYuL8exbFLMFnjbgFxTiJUVFyJWxLJxUqoqD0oUIESrosScQB/Bwd2VoR1f6CozmpqU04QZNqYBHUxMGDikTxEoRY4Ol4ZSIAlMpJyO6dI0QphJkqVPrasaYoW8q09PP2njxurPZs2wJu39EmnFEiyItN+k2S0t5jDAUZQ8hxfC8CpIR2w7XocOpplLJxefcG4kdOldh6yTOOWVVlg46eNOTPlHbbYDH78G/wBLWoHSHoIjGVupOV0QykmAf1MTCjEnDEStJrZ8xDKtAMpk1OWHbaUeUSolDZ9DVirupkHoPSL8G3TIdkWuk2WO0bIt61aZEtX1CojNaQDocA66kBsjExkMs6VnurLTzvdjU24/mBI7ewye0wacj6ijOpfy4jjTTJKJhgYg7QUhNfJZ6P42gk4pLD9UXiympl21JWMv3bKgwRcNi6LOmGeTwlNvnOHwgbSdx/oaNKoUxX/IX1vtJfvh4t0ZwNoVmHFGveUswJ26bE2KpbhFMvpZKSgkRepLZ2M0chCRwgdTJlSiNMl0tfNEzx9gI4T2HhR0+ZbKqVib2q6mP/g76ynEFhH3Hm9ZVkhVJFVJLVE2HZ5n05STjzh2aIqBA8V1yPSxwkcKvXRkqaLvXjgw4eu3rp427bZaHPaMNu6VF0yQHwvt22WiAzHS3aR1CyCFggDQKIFVX5bhwXz5FS5hKXfODf8AggbSd/uaNKuah/oLte/X69vtIEgt97Fam5RYX39OmiJFgww+eF0lB0p6Y1hTfOy7sXz946Ip8CGDTxhw5YafPWmHTTLp2w08bFlhlpoIgPifwfD/ADizezZ/6k598wp/Rwcvd12yfdYS2kqzv0pbTH0aaLNU2lDSs60/zCRxRNQ0EzDIKBeP2oJXna4ffRDFsdTWdOyy008TnaWVbjke22XfMuEok00PlsVuAvaXE7i5cS2ei9IbczAOQC0NbQYRqesNQJq1XN9NMJTygSR0voS1KzZS55zxRU0+XmBNhFhBFgJMjNRfLyobTz5SEYeTEhFRGSqG/S0x4WIJ5d09fEXpptl4+fvHzzWmuPVvLnRRIBendNSXE1ZrwW6WESDVKCZOQghxxGar87zD1MAWYciKJISSziO6d+VFZF8rMtOyjTQslzIC0wHX/jw4U+kGPNDvpe/Ac7IHpezlyEM+aH2ZDIbeyVODArEELhVmlyCBALYjLnecRlt5kzSqPsjtcO4G07Kqavyy3NOtRmIkc6KmmRDHemqCZsrSepi9bfMqCcfmnqUjJ6lmy71sXhBtM+JsprTLv5OYKA5cg7wLeF77FU1Fal93jM7TBK/eOSdlNpsm788NSMEGIKMS+ezYgZmP5ORC6hxPhqXs1VuGo7adw1BUbpLCPHighI7DUQuiDJn4grK78rN7OXVb8ILh2cE1YfkxuuJCR/J9CmRHCNKiPFjURKxFV42lqmRQpkoFi5VR1DUCin0hSiSF3CUsnkw8jpBtPMnXxUymJ75y2Vc62DWL8JVAA/kRenIbBnU3KEK3D/TKZEeFeIjkKh5LK+BrQe8iYlJ6H0XdQSjKwgplBK7siuWmsefd765b1Eb6DdHas3JF3qR3VWtWcRlNcNlUtajTSNJw/FCSWehR6WR4tdT2LxOklnogDTwunKxZy28YdvG2Gnjt20z1nuctbu7keRyqaONC2iXWBpeT48UIynSrnpzy/JEoINr6ciISeqsP4xVp4zQix2aMJaUnFkBAduG0YkyXNMEXSY6evgeaWnnvNfhAemyUsbzznVus9OUFyslujAvxpFH6ICA4i+Rkn42VI/GxRITn8uxEo1NnCzryCUkHzP4wWxci7YbbYnj0CajIj1c6NtO2pWL0FEheJZyS7TozWIehto+8Qkk2eNnXAk014pvjZ9su7dl2KNmTD1402LY1BkQYZ3sy98E3B0qrjbpPR5sXGtEqpi45DQSIkA98VNQL62tbGvjeRTZm3uzd3bp9mfJCE0GL1mUOqvWBOJINwemwkhlnoEIqRoTfEmjhdLS4iSHgmE0+nqKxH8eQmrODEKwzDyYdaiQd9ajtwDLFZ0Pac5I6UI6Oyd1O6MDRmPZCahGwbS1iKJmqh0nEcZvpgKSM5bVyBGOIqTySykqaQ+MnZcKCZD/yMWU4fTFCHFqQfe66kJqaQt3XqV1FyQVU1CmlLZKgA/CyqrIadEKcWMLs15fwipNG0dVcPyB4HyGuqBZgDDoRcNvHT90LD5w7aZ3Du95wRzqD0QaUp4zNPk1OYU2JES5jyMlEgmlEgiciOJYbIqSo/KJZB07JkC7w0YeC5KFmGHTlijDAW7W2q2LNy/dtbQz3rtyyrYiAiW7JugKloKZVg6qxf7RYBsWgCuFN1trQ3gs14ri/S1vA9F8fSpm7JWFHJ9e1LECyYSkvNZhlQcIyO+S/JA7Rj8TxEw7PqLZiWarFUKGfktXNPyUEsgTRWo89BX+OgN6r/Y3k+Ff/AIZ0i5Cg+23SnDa12NKcfD1Qv6Ifbe9hpXaI/T9uyFeSO9P1Zbx0xOFOiNK1MSycy/KSmcwQaTFCD3rl7J14CoZjF5Ep4stMNhK1+AlHUNJbTIrLsPjDQEW/jWtzZ7oOxDG1/odpxu7hFYW+jdQWjCGIlQTBYzMRMPPu8iuPfhPc+JhSe3cSfBEv1oIXY1LT1guQUcxM2dfJblOl+tQrHEZxEmmVFw6belk+JPmSTQohZD8WbhE5EaeYdPyxx+XeSXaYd2Rok0sSQSZIQHp6lOsojcPlUmOYijGA4ai2J5pKHyYyQV1yPFqIU1UOrja009OvRS35hpESyx5+loqanpXkyjP2t43obgbeJaTJj6Yo2VnsLmIkdkV+A44cJ7Ko/gOY0NPPjkKxSCY0+J/KRJ0+bMpK+lMHU5+qwyrLaaVUUw0bcqBWFCAI1+Ew6S4JhjT060taXNZpGEUgpCMD6hnk0U5KNv0dKKAmIr6YLmJZoSriBeMJxEsSfGVU3CKKrKjl22yprK0umHx9qtwdFtb3rti5eR7VtLT27RvG0VL9JbKKCy9IWVsQWGiCcqqeR0In2eI5HXccorApCy7hXdrfCMiWlDTSUPQvpy1x6Yj00Ynk8lmn5mCpeRpDiXNZeIKaQQfeXepRYqek6vMozh4+eOUknNJQQk4HCGwjJxDQO9pkfFepH4RpolkrA88Zj6bYpjfSKWcpM65RqSkjTDgdpDHV5Epp/DiijrEOqJZ4tkEU1DKkJZYJi9SFlRcvWnzl48LPZYd2juz9S8v9UM3d49vGJlwfMzWRNaHmoGhOFZePDhqXklZfNsprt+koj42RTyoKb0ilEUEiRRSj1ORUgFsyZX4rXIxWlIvxRq3t8K33cP8AYmLPD/QjrbyHZDhm3tDhyvZI2e2txDbt3vSllksk4Wt2bl1QEOE9Qk4nhSCmOBBFSNBvyGfGpqd33obm1orIzVJzT1z6kNa7cxDcGmUM3qHiSJokMS6YhdzErtRLwo3EcaRmJVxFIr5F6sMFPk8HryH01p+Bvybn4tIuFKBX2+bcPNZtQWBv9oANa3rqydc8ZRadZdq82Z5TAhuWEtoffpRVbjOLToJyCmGFtUJoqQ5OHGnTbLptQVTxNPKstMj5QyYdOwoLVduHQ3zG6v8A29mnnI/5NHNbgAVp8VGteXfnb1Q2z7Oq2ukS2FHVW5d60EkzNxixBMwSTwGkUHnTgOFcWGNYepJj4REQ0ZMzQUQ0zPdLzUfvJVghwr8nNReEGG1AFkV0UAYt8p8ddO3/AMVBf+IC8Zp8VFkRYHqjfoR6SlzumNbi6dMgXYVpVOICLtAw020+OzOi+FpdEyzDDDsWmhfP4oYYeNAAsuXPlX7wXbl08eBACY1+6L2vhIpDVGzqSlYOnl3pSbg95N75wuxgliKBgo4QBDaVfI9n5Q+OPGC3kewI+UaBmvDabbUlvANx/q8lFEch9ROrXTpMSVMVmEo2uwq8mnEcMsnTSEpFFhHMAsQaow9EBV6nqhMseLtE1VxQwXdtNA0DIBt59u8lyzt6fWLWN7+1JZN28MIVlUJBkkW5OWEEcAagziHCPiO2PDjnvG59ydBowJuo9DCI048gJ6RqNGXk+z2RaCYqoqTCZf07F/jLMUAZrQe15UGqjXtDKVTI9B4XC4B+T0te4UztHLpN10btqLGZT6TNJupaTcYnYTgVMgWVsroNit8urTmC5Xwa7cEyBMDLD44ccw/CEONPTBo4YemXhci9MGHz1+0023I31vgeFw84PV+4Uzt6GzhOgtojpcFu2lssjBlJRFGqzGgPECDGlWqBfUDN74RKjzsmel6btLOgSKpCkIyWispYkmLEEWF45W4HcmxYRFKKXBHUXDhR0sGiwMvTTtwgpDDLTXZ+TyzVXQacZnf8KQGlNHe7QxQP4pY25gPDVJca050uNq126d+EB6jJ26V92/Gs39PkxFyVsykuZkqkchFsPsEG1EumLkSskVYmyypkT5Np0dKtC5eg8LttAz5ztphtlloJPdMsRrcYacNPkWxMpP1iJIpkjKmIogVzYMfGlRbW4Fh9TVVEyLt0w7EwePmTBp+LthlgXr1sWWGGRptxtaBv3bQ2ja1ZUS6Ye3gw3HYBR+TJEYDruIzJOSoJgnf8KQ839R3u0MDT+KWN+bOQ/RS5rS9OY147cBaetKXwiTThq21Q60oS0y6Jonm/qxfFvn6XjqYJlShOGCBZUdqbhGgBPQp2Q4tpaWyJZLJeSiGIYoMiRRkxj415d2/MmLowfRx3U9Zjh2Pzc+dReAhQL8Q4XyFqdivePLnxg7EHKltp2om2cSE3EyYjASPyRzwsw03mN0KiJntqQ3sMpNPWmGIJcaE5a6jtSEZIi1+icgeDpoJMBQLKyI04siNpnzQUYpjBVfLKQtGTis5csBES6ZLMprLx+c/GgDUOWtTfL7yrTrLmHX+t7c7SXRZZTIi4nA6EnzEnFCMxYbiSLXieeVSiS+h9NZi5z5b4gQPGXZpST3JN0Dppj40w9bYdt26InaiBiGYhbhN2RexUwhqrUNO1PtAmvIgAg/FGdqAsi7aAi2o/FmTYsvWGvIC8EG2RoIU6tfWg34QnvHoEl1Luf0J6C0xBllMUpNCHHst4si2HVF7EZNGVENy5VDKyeidwZSxJK5ppsq4LFX4v2XLbJtlhhp28y2xb9tfyNzancooREt2Xtyotg9ITaLS2bGWzMxABBV94Ic1wAbBQD4Kxu/APgYA4B0C2kcDYGweeWA0Bj5M8sBny347y/b8qD38YDQN32+rpK3yu8vnIE05YaQdztJk4U06Rg1AMzYMgCckIQChwBF7w4tp7aMymmmYYRjL14chlactmYdZUCLbSe020aFh4Wbe9g/OT4Ub/AFP92JgMm5jewKfPSg+wBoPLaC6KlzfI/B+oYnTqWimGNHppF1saiiJqMWWn0WTFflJlqCdNCPi5eHktNiGDXiJDfxN/FYPBPnlsyy27SS/lxa8q+ecjs9ko6tttu0MXTu2zbOpVYXBBFkDN4DTOU5AzKrcO791F7wueqrM4rrg0PI+kFMhtNhUxLo+lzShyY7Udn1Mwtu4kKPnaCqKTSQzD5YkivmHhoHIHRV2mHLTfxV4yEmQUt7qB6IW9D82eXH8acYbNp5A08Bll4ZJln7YO2RBgG3xd08bBntA00DIC0IM9ptpqlhba4/sDh33tb0Qt6P10zy4+zbQogUu9w5ku+HEZO/CqrkIAhRkM85NKrUzv3586J2TSmDpP3T+i2bmoae8HxIvy9jGbM0oafQDJqUcUoxw2iKZ5dJKj8kZa+RVQqYcNuJjLUrnIqBUXTksvMeTJnN/7tDc/LGnmbURa6tcU0WtUe8MmQ5Nv1WPzTRkxBUni60ngnqkOyzKmSqe5fnvkl41DfzlYQ0Ikiwqx80IHh2GkB+sDEG5d8zqtmbu9tAcytROm5PgZDmElTHgJ2wC5CZZUh88Yj+NSKbFKmqJBR6lAeV1Jg8/NPlJ6Z+NvTzXxow8fti2Dcg+maPF+amnDT9M+K2yjyKZkSRlVHsStp5QCRBtfjCA4eiFYbJEw8oBUo0oqJhosWB48Bw4F26B432KjxJaD7TF+4167aVbqrgFuzaDEqpVBiLXIUyzkkZYStK3eHHvG3Z6MepbnwrfPCq3unf2ebfa5/wCmCHgK0/ixdeqNP7Xa1GHHv/JsNmMfi8+HtxtE5pF3aKtpi1/65dbBubydGSfrDMEn5KXZaCjSIcgECS27VgZNRM9iJUcRF5VgPI1coiKDtrz6PA83a9+073NlKqStu6Xc5DCpslZzInrEDLvgSQGg8/P3mufd6VNTe3R/NVK0P7vSQZeCIWmfAhNXjbXdEcQeShuA4fWzimjxChoRl2RdOYGjFJ+IiIm3LuM47Opik6UIIhdNPOy8REN0aa9y3pUktu8Ym3f0dJYzYQJtljS9PiZB0mykxTHc1z7tOeO5ioT160qP4VNwYoJaS9lwTA4pMw86Rib1RfLaieiA8sSTz7nDDenqRk4p8xgXPG4VktK6PpqxGTTHbDakeRYAhhSilSIpzDxhl02oHCiW8LEmXjbLto09csvG2WBEQq76WIU3tW+/lo3qvjHXmqaA9Jcw4ijFIlNJfS8gvxmAqwzCEVLUIqRhXmSTWIQigi+YXUk8inFlSiBXZiE0hqRknAUIoiknum8Lqol2WS5tN66j4LZw4bdnqh4xFUVWJAZjLtkskTSuz93Zo73tG73nNCmmA3OGTWpjdqkHy69huO4/bXCc9pOQsSIHDMOQTDqM7NlHnaPKoJyO5SHihGsFoSa2ZVER5CjkuxCxznyakKxO9+FY6aosdQ2vvIVLaQl4gYiZ2jKLcPlzzUr5/MsknywyUFOdGxaMOGWS7www+EXzkAZEXrHa2g3uDJ+w8Dtalhvqt43C8bEBF8jLEVTBiCOIecGwdtMu/lWE2I3hllaT2njTPxpNMqzoubL9su+qy87TPzNE2uHXfpe3lCJuk947HEF6hlWaktlCZ2mnU1CaCWhSIYiRUxNjhcZTo5RU5MTk1+WUE2XEcJDp+ZIFl5EiqFWiRldjpNiVNWU3EqVFm1ct3bSDabT22Z0vKpVgUsyGDorEQpYNBMToBG+e32xn7PDTTOaTWlLfVtNOTpWGNF2o1A0uTgZjJDUzEzYklnC01iDyDihNXdLUNswtGCCvpAGlU8ZRzLpSAmwbKMJz525MO2TD128hSPyU316QfOJarv8AzSwlqacbfkVFOUNLulskfIHir5pwaJnSZmBnRgqaLP2G3L8s/du3rl6w07eMMNsiAWZApRnnb6PrB+5jTFrgH1AFIXVNGvwfaJdZmq6Eo/3Vev3ULqEhCdkfMz7i+Sj2Z0SQ4rzCOxWrNRLEpFPhfWbDLtHRYgX2FQyku2oPhQsLsG3JRFT2HPxRxrtcKVbGVLHDB2m/ZUxnkLIYFtZlRlmTllNSGBKXfP8A/XBek0P/AJGbSpTHGsFey/THBQlLvn7f4YM0mhYM6ZdKlAti8FezFa7RKAT+D2WruKN7TgMQnPu48f6OELD9wDblfWxA+6djjTHMyFtDm523mMm9UioEGfgwmRMmA53qkFw4JGYEJqMbfLJFQ1QTUJv/AJYl2Ui5BTvLQEu+SVlQi+dglvXbCyncLXIVm6TFCzhXbttLEgAwoNoDEdBJAk7oNKuM6F5C70yBJpO481c7yKW2ruRSrAiqXRoGgrTvKeWov4mUjSKbh2MicaQJByQdPJ5FNLqxcCDtSbTlAFV2abdvmijlpmXJnDGeH0afRZ49jHIahileAcD7rFEWoa3bmhWHojSFRAX0TSnI9LWUNbTjaUrpCmRl8hFzqcppp8s4OkD5R+7eOTRQ05cmC75ht29dststAHe4YZzzp2ejN6+T/Pnjt6FtQESMfWCt13e4QWVTGJ5aBOnsG+Doew8fh8M6gc1H767cYxg5mPpu1OT0hCNk9EiJdgaY0tJgaX9RsYoZWJoTVDiIrkTDh5IpTSHyghrJI26JK6UZfNFjThk8kqDIg5MbVR9Neozciy33qGriPJsS+gCMdBbyHUk1pRTGpCxjE6AUjEiYl++evQgmIYXLRk6Lts/Ppl4WjxHbSDIsgy/LtsgiDtb43uMeSA3fmkqP9YiVot0zzfjZLj2DSZ9NjCWkFJr1ePzCitwmKy4pxKXg8+rPlUDCg+U3pp8yYfnjbTxoy97b1t6EhmnWF5VxTJ6UE0kWTUr4FUZiSzgKPTKbCsFQ4nF0o1F0JpEQviBMyURij94XIv1FsuXevGWHjbt0y8bBloRAOa5ZuXryIz7NjtRcgbO5JVsSqHxPBUmSQIggHeKmo3dNe/L0jalJtynkNpqkVq4i1BjlUcQqkTRSdPTcNSFgJPKp7xsk/iSIjq6RPISGy5JskCIkIVNEnDbTly/aJOfJtbRC7ijS9pn1G6x99s91C6d5Fz3ewjrCLu4TezllHAE0HkLu1yaeqBpbdw83G8PLjSIwsNJCU0qspolWVAUxPE2D4SRYXVzMOOc/k9Gf3PNsUD28IDtzVoF1J6NNRO9LmLPeGkFBhfVRqJSZjyeMo0VokSGVeFy0cz9XX5hWJpL8w/QTTtOj6GnnxNQZcvWnhp+6YBpso/Bg9u4buzdJF0K94sRbwqoNqFBBL5YhkSTmYpXQG+H0bxRqF3UU/NK+mCDEZHWUuC5cmZWyqg1ITIbQTSPJmPIKjcnLWEUBMcpyMlMGIfg56iwaiEnBNNcqrtFT3LosVoLrgLdzb+7dwQHpBkbIzUNMY1pSnbpzlLBkl5lSkjyWEzSQpURSlh0jA6uYQHqDCUQlGi6maQHp91DR886jJJfmniSrpbZ8s2ZMSD6+95BPzRlNKE4Clnu0tWes2GongMrFz2ZGnmGonieHofWXi+vIx2CV91Dsuot+TVwkTSUxcYE2dcAdTl4oJdzUsYEKxG9S1B6z94y80+vpX7kzXRJmOZXThT5hxVFMSSDmML+Y6ImEXbknBq/EpKUCA/dpgGHDLztrh86nuGR/FlBeAyA537gtXDctNN1UFo2jauMrANiGFlCgEYidSCMsjSu5ZUTXSt73v4dOesfSBBEWs6VtDUrIjg2YupmIIPVYQJzKiNYQZl/JMFIDCyWIqj500YmaULp6CtlE2IySK+jVfUkkgnG0RhSx/fyyymBOXfG7qGV0q5yLenyYcawjEqNCc6YcRm4gXJdKr2L1d87iFMRna9CzaiZcunL0uyXZX0oRZMNNfGmez2Gut4J3ie+fUUQjDUkdwY4lkkFWBYSkiK9QkDQGgJ7D1rtAw7SV2GZTkyTHbHtvWGWygVFppvsDUQ5i1vLk2ol30O4MX58QUiy4nMrQO9PTMgOG1ovEaBCcZP1xdaW0RGXihxRLqyaSOeUdEzzo8aZfuQYbF800LQBVsLWWUm45ubRZd2Nq5ZUlrtpYQsARCgAQxbItNKm00NaQNXGixGnzEWoveCzL1/P4lhpAPQCjTAl6bgRmXx+CysYnld2ktvZpTIFTbjltXRChwGGEdokEOlR7R4TNCcVPwZ6RkrZz6fZw7wybqHDc2tW2oPUTNtmOZnxakJ6/EMKpzl4iG38JQ8+UnZ5uGyqyeVDcRqjCcJJ6opyqhJZoHyUhpLt1akDhnlju9UKB4e6rY93bu9W3bmoCe0c7ouMdOMeaY9QsZnZlq2l7UI7VkspLiOFEHLJ5mGX6cbh5gwlOGBeEkRSS46hl+MNl0iHIjh1afwukxEc3uW+jewyo9y3b6QFQTcZWcqVcY2LNBDDUlQ2QgUr4mqaV8B6HfhBG7dmVpmh5Ll091uIM3Jb6j5dQMRJosNxmVKu3XZjZWh8i5ckyp46rLSNFKobIuSjCity0LrBll6omV1+pcUpulHUhqx3++9WhfTZrij7QzEMLIMtl+Io0gGCH8bno2RTEJyrT3MMHyTiYkuRJFSp586VmDTR9QBt84ZdATYFry7Mt2gzdjaw1XWwe3mO9OmpLiY2pGHYONy9kFKuUhZ88ltJaG1EqpETygXNG0lLZZU3CavxMlo6YRZVwdDE8QREuRSvrx8oKPo3d1/44x3yP+prKvAf9rJR29G3XH5wwa3iNvErIl3ayypJRlXoGEkoQVLMpaAcgc8yRStD7iKV0w5K737ezysmxOld1EzFguFpbpUVzriZGbh5dmGpCsFTYLimivIgiptOMAWMlyPkGohVB8mTYb+MADfkndwLlnH3rbPhxttVy3Xn7Pvvsv/pWWv8A6Qj9PzB7NrRgcM+Hd093Hlbo2MAWYGgu3hmZOV1xmTmdNSSTxpUZG+e/YqdeX9jlHfD/ALEc5t7uOMhpTdI/sHemj+xWjLAfukbdPAPqztz9vL9HG+91ZxBqNk7IjUdonh3RFOSHk+EUSBJoEIzTZrkobUoOh4tGhBYXYakDGDBV8/jR1EZlFOkYpUTLKE+TGn7ZM15ciV5ikduuvhA8lZCwbppgrebaXJdydgiE1CB0WE0CR0Mx28cwyqPT700nP4jjjT24iQ40yCmccOTjxRdHgdPAabMC+dsPWaMz/WC4sXiostakBBLY5kE3AMMDWZ5UrcXwUIf5Fib/ALJubo4/7RS8+9B9+2n9+D+zD7g3+yFL5D+vdIrNvq+rb8uk3cObzvS5LVmSsst8K9kVKZuJVKLTULyk09k14y+XFt2nOFo+5XYjiyG1ssaPFkwk5ZbFQflSouGHroj+uu3vxN8ciqkN71b4PFDq5EJuLlpAnBDSKsRWfcfFT0TqiXNqQBFQiE6W8uaAubWjbh8pGXAGjPknxlt38YfdnyjWRxrslu29pkKNs6yxQhiLqTAVmP8AKA98Ktycvzh3Zt9XfbahhujN7Poz3cU2N5lCWqKLIxhxZmZrIjCIoTdQxAK/GLg0mIUSR2mKLw2/RnLx2SeuzZtwy7cv+y29YaFtgBZZGl26cWoaQOndKSF7UBPKT8jEOIFB6kIKzOKZcFyySlxWclmjj5MSFGNVpEJqSi5JsNmnpIk+fGXZZht+26B0w02HP36Z1u2LfyQrQ7j9tjIX6/4vs+HG23VeUM9thet23tFiA4DTjXDmMaEZaZ0qMT+Cit0d/VQmz/tHxx/7k2X+Cit0d/VQmz/tHxx/7k6fbzHaN3XPrC0kRd8IZ3Xc64U1S6c4nk3L+Ta+lx5NuHp3SzWpZQSpvmtQQuU6L48TYmMwrDR978tI4uyiyqkjDfysmdh2Px4qL2y5+mdbti38kK0O/wC6xkJ0z/F99XfbbFLt12uA7RYXo3wAm0esMKtiH5cR9qIz013UroHT7PaXupuS0t5/SoOqCjLia0NFItg4+rJZlFUjaIebesFn5xKOMgaIPXnkWxEuYZB8wFO2yyIiztuKuMZ5Bi3T38bc+e5O6ttKmodYVYe0/wCprT5PNfQU1haXEOT05pcTNWEVHeGnRF2qqyZBcSLZ1OTWzr5yTYPHXDkq0aeuy7L0Xrxlgeg648cfb7h69duxTKg4g2UFl0JGpAkxnukxpJpVXHfrwvNPTtrP3du9XT5SxFPTT9pEUYiQ58wlCZR2prsBoqudfGnMxXKaZYEk6dl09XVDhBdPv05FS4shOFSi8toThYJqhfqJW+Ev7oJNlyMek9QkTrqqLoyDmWKXJia7qYj5RLE3ZwUryCxCSXCJd4+8q5LF1g3F7iGH5tt4XdrrTZU98XwaMPhDEGQtFkUwOd3au8tWzkNxCuwscNIshENWRVV+iqJpKNGUo2xGXk1JKOtlm3xIyyx5M2Teu3wMgy8ptA1Led0XEt8lNfeCwTuatbEYyIjuVSTCEHSWKaQDpBah+Oy0ISxQ38bGCBGGFuBkl48WYNXVBpdJKDamy4Wvjph67fvTzsPPuXhbdmsXVIvXF6RWtXG6M4QpuKVwkiAoKmRi0MSKVMt8HdklOk7He8W3gkxpUq0g5fa+Z4ko8kxKdeTXyMt/M9Ni+bEX/Ow2lGGHT5ykmxmc4SYeUWyZF1ETwhEEQJRJiGlJANHdOaEf8dXb0f8AsT3/AAr/APD+hzoP2bd9wVvNt5nM+MISSIP3H88YYgxZiJFIRJHE4dRcuZZnoWh46plCysvfMqIoQImVZ6kpj40pfJjK+RfmWygEnQ+UMeUdcE6EGwD4VNvTGPxPaa0rdsBaYbEwAMHNEoCDp4DIu2XFW2fLsNNA28bAs0wy2y7eCzMIo2RELsF2mSzo6YmdbjkgMqiCSclkDIEzmVSabwTfHaZ9Fc1D2madul/VtPNqIpdpcRrRiUUk5fzMlcqw3GD1aSnkMrL2LpnQqJ4805STbK0jm0EwQEidKAL8yyZeu3cXX6d5uh/86H1Sf7gPTF0/rrj4/wB2tm7UwoaikqRkwj+kxDljEmogump7UsUScj1acSzPqza4lOlJiLXsOq6AtMEXUPNrBguKerk3wqLkmy008dNPHD2Fj8I/wn/+oHuk/wDwxqA/5aOn28x21vdKHyZmBzAXZhcwidC2MScuFKrY7tnW/pH0s6mN4xNbUhu9tQk1JaanpzFI607Qoj6TpZRwclhBrmP52xI9QlhCjyLIfQIKMtoEfQUmgmQMor6W09QTJNo4BJKSX52aCHt+/up4RW0uJoU3Umr2GIkRDbo+jRBD2hfTeiraQecjVydTFVNm8WPkDboai6MlTDp87EasNhevV34R/hP/APUD3Sf/AIY1Af8ALR0+3mO3NcSb0bfOaZdcGhHS5rUk3u/kOGtY04Yagh2pyVTZ1rsREYVexvCUKxWcIqK3Oo0lJC4XdRUVeI7xRQlwk0+Bt6ZImHTppw951DWlVcbquKAz7IPtXHyli/6TQOGQ3Urae8N1YQVvRtwtrymjKCWM8JZo8LvUQgchie8GokExw8fSVmLJOcy8tF0aHIrjYm8hxpBY/wADH3is6fvX6equ35Qs4LuzJiVjdMRSlRjuw93+ro5lybKFNIUgoVfPXDbLxhhVgaW0OwSulWmmWRAHxJbh9QJmGBq06MOHjpvzmBr2tMOAoTmrAMbywj1HKRDA8xoRiSBIyQDztl6TW4Vi1GNoEQJJp22w2w2XUUk+bKPmWmWgadvWwFka0GpVLLTT8IG3VKLFmjbQpA8jNW+lZZiOI1GQU25jqsJo8WSLLRkuAqqYLiAuzMl0y6MlTB5aiBTSvkCYMKG4oNvF9HfC6PqMDnulsdq6t1le6DZ6JzbSWDK+JTgBJAbEwyJAMTlStJPt39LHepfCAt6g7i+aU8pZS+k7BsmUkxFWnWNUGCYoMR+nS5k3Lp9DSytL0FRuRfIomYAjh6fSXacUONraISfgdBhPMOH259x5p3hfSdvqt6dp4guLJgxzC8sJVy/RkiK5qrqdE8wVpweUYDXXhiJl1JQ4dT1E47Mqz4q4fFURPYYIuCrlp028dNvXszG593bcQbvSSsxTs4o9JzZ1W6m5iGpy6lplEWXj1PUoxUPjZgrDCMpGiCcpLaPD59ZiVXbXFQiTNrESxZE6m5T0xPOEUwpHLu4P8cT75f8A7wpZcK//AArLDoP2e7bAWQjbNcZQt25tLu/EB1uuFMGJAgGN4MGKV+b4OJ/L13039nit8K/5MZz9GtrTHLGOQZt6nXr386s3wcT+Xrvpv7PFayH+jGc/Cg39nuG0xyxywHT1bj4j+fp2P/Y6dtz/AOI9KgZ+ET6L9S2uvQrBcm9KstvwpzISdScAx+oQ4EYQDBHxeEkWAJrIimrfLExong9Be/FlOJkQt8QcKj1TffHgfFyT0uWNvnHNJTWL8JKgGCyzo5ukdObKJBULuWDai+1MSifPmUqHElhl+deuCepJ49evWSZNp+8dFXDxttqrDhy00LDAzbRNvFN33BUSRBBsZa6tG8JRfCS2rQzFUKxNqbkmgxJDMSIJ9+lLkPRChqsalVRGXEZTKG01VSlIqXPpx8sYJnHDkw5eOw1XM7eX7uI/LWYRAhvAdEh08dgaLChMmU1VyJMmzZsygH3JcqWLuY6bfGDJh82y6cOXTLbx68bZYYBppoAaq6Wy73V2hrbsoUhHtQcExkyMZzO+lQU6TN8jvz9csrjE6NLW7K03zRloUitXgkxEoTvhqCfJxQhEklQVUwEeYk74SX2hKk1xLffHWEppPf8AxoHZc2+euDDDqU7RTqM31cyZ9IcLa2d3vJnTtIIwhRKbXJmwZOyXkdLxBdJpbx9DKWWh+HJ1RspvXKuqg6KmjTEPmXJZyLTb58VZEH7ETvwY7Wdo9kHu412B566r9NUlo1falpnLzqD5tT0lfLmKXqGoQnLMsQWXcPxhE6OrNpR0wQPlyaiyUEmYfkjbpy+bbLvmWbEX6Z1u17fyQrQ5/usZCdP9Hnfz99NnOK3auPtT4iFZkL2gs6wR0YYA7xinnvqZPE+f2DwrW+8OnLvMZSNSgDd2aQJb6q2V9mPmpvtTBmfB0t/mI0lDBfzABHZiuZUuRWPnOCjGonxIfLIJ/wA3yPxr5P8Ajpf4/Go1rH+Eutsiw3ugtNzbDbIstMNanJPNMtMtBRoBZHUsICy0AiAgICAgNBqGbEkNx1CEwYGTZgy3i+GI6gyJUIV6E40gxcSIqhSIkt+XaeklZBiBFfqCMsppgA7Zc6QNmij9m7DxtnNNndTzb39W9PkJHE+IO3qMDyjTYJm8sSjMQ9E2j/TfEp0+eSIMgaMW1lydSpRp7hyVfuI4LkWCrblt8w+IPnrT0WH7thm18kXEAubSTdDFUsmxhAQLiP5QDI4gftGSToIFJPH29n4eHKshVd61veUTWPDOjNT3SWjktq/i+CH8xYcgT8IEBvlNRgwsQX1V+sBMUvNx9ApQGCMLLpj5OPRmWVGviIO2CLT4yTdme4WdY/wl1hllhjdBabmWGGQBhlnU5J5llllkAAAZZDUsAMsgAAAAAUAKAFgvotV3Je94W9WkM651PesSlM6poQgh/LqHZo/oUoEcgnQaaT19Lfo3zILw86l0b8oQildcfKB6ETSqz8e8qweZfFiTwvzzvVpp7+vdZaeoN1BRjvVIGm4mRjOaHpOOIbhnR/pwho+SPxBBExI2dLb08qyjUC74oWLy9MkHhRhyy+ePlMu+Zesu3Dxhvn/K21uPd+uKqsSpT6rlb6uEvqcczOERERvpJ4nxqxBu8pzbzabZmbLG8R0ey20qFUFxA7cpH0vpoQdMhqOX6m8iwI4YVWYUmZMUUdmG3ZCEmiQn2UgD4rpoCzZ4ST8CkQfwbFRLS1mzvbNJ8ReUTJjys1lrsVG0g86fFzx+HlRXi6CWFYmwZdMvjhBybgos/bMsC07+Lr6MaBoXSoWePbSsPGn55AQzppsHpo4jppoy88mwx5R+YJOHz552Hbpl2x23jbTXYdsssM9oAYZZZAA2r57wPdZark7WCV3nG6pmjBsr9VR2F3MJztlHMBy6Ky21AIRJymlHT4yZEiYTXa4opyOipi+lRCBBLVnqBDkVJEVQbFyI/Ul/ouW2ToLi473RM2INhNxkuCCQAFUlIUgQJAiZ1TpyM+7ny0y7eEj29hmcgSg3aOuiNYjOJ5Ir+hfnDCSYKr2PiJyKpiQYqS+gtKeu3gMAZFYi6J0RLYJg0y2abNMl2GmWngNM8ofB1ZdRBLbc/aSSETFnpNRikjMyYpYo9B5V3D0ezcjiJITMsA8ds0dKsLnUdaddgPJtMKLLTDbfa7Yx0RloJ30O9ti2X8Fb0VVkzpK0bQJEaJFMayL09r7hXiWcyyg+RYAXx1GjCY7BYmotsKD5PORFH4lYMZUSh9OghbiIi5Uydq2FIWh2BoXhqCYPRiEOwlByAjwtC0PJRdkqloUOw+nFklER0wswx2CxBLTChUiTcMea5LuHTtmzIbTbU3LxvFHRFt9GodQrOSwZmKRIAwgCYJMkcpBzns9kc+X4DdVL+Dr/ALITv+/7LdB4f17tZXq2+q/1W1PHw7vU6dMB7Klfwdf9kJ3/AF/ZboOAr/l3ayseaP5vdbT5eOO64eZ97X2jY1nZ1/Xu8NOlbiDw94opjx5cV4nl5zh3LOeXd6uPDGeQHDPh3eqFvDGeTeXjjuuHmfe19jl447rh5n3tfbpwDzHL7vnvNWDc+G/9Xn2+3nTg4Z5Y7rejYPD3HLPLA9PVsHgH5k8fDu9Tp9QbHLPh3ep06YC/KuDzny5Hn79xoDpnw3/qfj7edLyzywPT1bB4B+YDhnlju9XHW3uTlnPIcW9Tp07+QHt8O71A5fUF+TAfM8uXPzBqQdO7efuc+Z8zKhwzyx3erjrb3GyePh3ep06YD2G1YPkHly5+cpkH4e5eJ5+Tr+Cno+3h0Yt6A9w2Hj3CwA7h9KnmiP5Pqd1rey1X8scfo14MWp2B9tsV50Fgez6X0f3nHyY3D2cbBXzu+uIEiYPmR8ufyeGGfcNxqzjzRr+flW+wP1i1a3Vn1b8OftrsM4Z92bs48wfz+3Oxy6j+Tcbsep42GvWt1Sp+ftX3RJz04a00QwOL09HkLPqXC97DbwFg5z9Vg84LiPYH+9y2eOAx6XEK8WP3Mfsx30FmR4DjDPJpn9zG/twPCt1WnfwMe1eJI9vPnVM3QZoM+EFbt2CpmS304wloPVYRmVM5RmeqvppRZFkRrTpYOJSUgsOiRlCPQuWLEfkxFINNFXpU29ZNCZeAaF22w7Y7rCJfhR4UpL/dh8LibmP0pX+LXayLTpi1QZ9ZnH4sa/XfhxFjPC/APo3G7P7n+Yb0zx5rexqq4Ev7SqqAAouAACdP3s/h7pBnUDjP8nke3lAmNarf/OT4Uh5v8b/dhcKf4MmNbvD56/3gttYagduLHkFwa8j50luY6bheH240cInbaRXMWNJJNqI3SQ08afvBS2FgTjCf23zxv4oy6FpttoRaaymno+zhX6uz+YLcsbAB6GBxwHNq/QHwqHcFq6W7XRk/lLtyYyuMGAjhCiOdQpz0A3ZDiVA8zVfjfwbvTVfrwT9HSjpPKS4NxXp3mxFMyFViZUTPobSPKvHEFv4cdsAXTzRhTdvVGH3wHyzp4UaYKs0ZMu23rAhr/wCcnwo6lfwf7sTvE3MevohzjXlQfvTayKADbjeoUZwNsfi7/cMUEWAHLPDzbj5ocOxfnS/js+qq1x7gu37bXMGLo3Cg4VVVywHQc+fOrz537vny5xrVb35yfCjqfyv92IFwGvxuY/IP9Gt6hem0iu79U96koHpphvJYe0uoRF0Vg0ZQNacXsSPXxk228iX58BF/zgW1jsunThiExQxKAXq28VvLi9o6B3JZwzTA1EL+iF6di/134Ds3iHuoPos580Ptzz21TZyjhvrG0PE9V7gZDIIzGATEyM8iAacOz5c/h3jfELv0NLk9NY+7imzIbTjBH4RJsxJFkp1RChP5ywfCPx8lDUxYcXFt78ux2vwvDZUCSQSOHfJnFlw9Mi4+LlHZgy8dum44pLT6+EjSWk7KaTiTunNPq0lyllnAks01YUdS8mnB9WIQJCyTCxRTPOS2pQC7k2fLpTs2ZcuABw7fvnjDoOwyzS0wP5h4dGcebfxGo887HEL+IdGc+aHhzrYdoubMHum8t69acots9GbcFVZmEh7bmZY6HTKNZqh3ecgvM8/dlpVbL9GL8JVt/IitOORH+aclBzAf2yvT25zfbbchNU2/5iqdUrYbn5uxpDSvkotxzDybNOYiHqBlhEazBkDGlEu6iOIktCSp/rqkrHkxNF8YKkiSKqmHz1hll2QNtfiWp8gyGA9LId3q3r9vPOzfePC+WfVvi2ce0IGzOCD9b2owQYJsQYjIxYBgxBgg6551YaefOff2nWkHAZzyvln1Q8OfPZAz/c6hnzQ/uCGQ2UcB38urPqB7Oocdmh6QeNmR5gHBj+9e4bdVTTvH6IYHmHqYz0/e5BGbAFbUAAwPAQt6AcfH69jjgeH0R4CH7nw4XrYMZAD84cKfSC3oM+z7jsqo1G/I/wA3mfPHUx771iR80dSe7y1USMkrC/z0mnMmW7KBBcLfLMPQ6K0rfOJCP/FfluLFVBhxOD4qSMvfLqyuRLVd+TB+L1t2w39DdeyXmXp23fmk6SE44b+Z80JaynR4ZjaGAWECIPkVbKnFB6/IitQsprkPKPYdv3QiZSVY+Ua7QgwYaEGmQ72Dh3BwuNwz5vvuFOgt/I7w4X/8381r4xtU2VF36xLY+jFqMsOGccxE4sWU4ojdOdWqOfey6ZJnayN3vqN01yadoL2Zcz0qAyMLu4nVvkJBF9D81IDi9RFQVvihz4mwyjw+otOhAs8F6YZcuAZZF6DQQ76e5a/CWtNckZUSBl5A+7iNQRJ2BIbl3CZmJliPFKIH6DC6aXSk14sqBKJksmcUWyxd20aMFk4i5ePRabdlnLIgyFp78nvC1Ld/oj4WpewbDFhZGuafRvwCnoja1r+HpDR9lW5d6XpL1pxbW3+TYICuItBlTPWJHPgTSq4Pzk+FFf1P92N/9dTF5B/o0xSn98B26N0kre/qOag5fF9Z0IaE0vTU8GKPwlH5Ov41eTIcMsQTEbcI/NxhViZRTxaex0zC7hW+MEnwAhvFMXfk3wMPXc2IcA5iAU7N6CyzW/kwtnvHiPBvAMjw9EbVZZt+thQOGADrwCybKVKN9Z2s4SpwtdBUwQcLDAJUxBEiQSN9VJ94944Gd/kES0c8cDwthnI9mw5t5vGwbNHhnGRCnBkfyfz+zjs8eOOHD1Qx5v5w7gzs0cDz7r3ZDHm3AfbUeA5266q0SRxiT2Rpu0O8g84iWCHEMUHhkRAM+bzrWw3tUcbV7tRWh7VFHfwgnRTrehWWHyrpelHp5UoFmFM756S8I/N+KjEOapCLlK+ZajFhOYSsLZuY0GOvjqJCSknM/LPbaNsOk5VbIWEs0uGQratPNDIdnrQbc+7Zlh7xAK2HgIX9EbW6h02yvWVvC2GLDo7tu8uEgS1pgygyD1SRmBBI0Iq66DsHurXE2pPSqnzAqpLGdMvIPmpLxcfpphZgmPYfTonhhUMI6iVVkp8fRVYsZIGnicqEyigTbeuREucLODDrsvXTDTPIP6U5uyP2g+ky4D/lFy+5gFv4Q8KXtW/t2kECgiGOtAxi9mQ48q8eGXAFaVG1AralKiA280Q+2/ANrNatOZe3bcxEsisY1iSCYnOp0qPoN03ux7/qB9Jlq/5Rcv8A1f8AtD1Gl/GwbKG6b3Y/7QfSbaoh/GKl/QadnP8ACEOeBHI4C+0g1rjfA8L5D1R/NYOOzuAZwI4zdkKiPZCg+3mHTav1ex/YLP8Ac0/yeQ8Kzk4m1iDAkxOQyg6ye3vrkKU2760NyHjpImdJbSVp+lXMVBcqbhFjaA5VQjDETpbhZTTKMrOiKykpJU8WdqKUeOp5x27essmCZp+4eMtO3jQbdhh7RqA080a5Dh2c9LW532YF6AFRsIUpx7TPqZ52txAKV2czwz4XERaZ9TjxsHGw0Gl1REEIqoJmFUKJ0mAAJgAd1aDQefl7hUUm+i0UTf3gOhaK9N8jT0Ep0wFyPZdRMTNTBWVNAhphNhRfZU1NkwpJCBEZ52ZbLh2SjphMesPXo9l48csgLYR3wBKf4TfLeBYKl3DUf7tAIdgKE4cgtAA+4mMaOgiwskEkNKA6a+YjoDJoCRAuBh/5J2D1923nYY7fZCzbyzgeHVm4j2P/AJrnyoHmGQ5DxoNPSD1Q/PfFNuW9sqXLjXekvW3KIhNq5gBVWJUEQZgsTzkjdkquIEN/CirAEf7sXNv8ATH4iH+gjmAW9vXbfWmFD+EAlZ8S3f6soz0EqWnZ2sG2poEpUFI2YmGYRhR1JkixDLarCZEgybBdFJaMfGDbln5PZOdhoXosMtTiBwDqFqW9L97+br12VmlAzcQG7Nxvy7I0Gvdath4UTZQGB6fajhwnCbxIMFTDDDmDGY3ieNK9A4f63h3er/8ANe7ZzP5g4WG3Ogfb4Y2YGQ7meFOWR7OeVw9uAczwzgOHTiPZCg358+7boPwHuFR59o9/b3Gl9zPC3h2L042G9bBtX1+EZ6IdUGvLR7J+VmlGWP4VY8hbUnD0fryF885ewMJCESMrpqw6aVvlSZEVwcjGvJLMSIpP4gTUTKm8+OgYdkmypY2/cWCeHHAZDu9T6qcRsFNkZyHcH0bhb974V+vG2N6yt+09lywVxBKkBgJByJBG7eDU1+RLcvC6YmuHzPYfOCJRy9Y81rsvHRZ0w2z2mQaZEWWmRZ7TLbQDcQaEBv8AvDh3hwt6IZ80Lfnt0FoYZ8ceqGR7PsAK8+7ZQ4cL8ugZ80PuFKBjbWlRP76vRzOTXhoGj7TlIZ1DD6Y8SxrLNcTWYvXBhxC+IQpFycuKrRhVAifadPgJFXgFnbJZ4L9+LLsWmGRFsI6JYIfwnKUstpeSrheA92o/hqWcDQnL6HnyupzBNqr5DgxATobSXqmaLxYTLmVF4nppZo6YcEyrl8ZaevHRZww0y6Ys78Q7646BcfN+qvPu2cGf7nDzePZH7Rrfu25rmyq903hcvW3KKh6NwoKqSRPVJ/OO/wBudRPtj2xpujPieU7q3/zk+FHXpL/dhhX/ALKmNf0cVjQenj7NuutEizvuj073LjXxCeitIkEMKxC0+OyGfRa8jsIxZ+IfNt2DK5ESqS+RngfHgUBZKtPwbAsDt47ZF4IzC8+Gfo1x2fVG4d41uHGmzuWMDWwWCrOR7A/bz9sJs2Fgen2lsJmGuAhtMmAQSMtAe/gGg7PO8+89tYhMOAISmxL6OJWx+jl4ggWZMHxLAUZIJtkfiq3CsXo5uH4hSTAssA0DlQSVE2UeCw0DYMPhFhoBABGtZKDRPvmN0qimpT6BIk0/669IgRJEEQQfJufZhuWE5pdfOA8YV1JNQYqYXISgt45PKT9k4fUH8RmUlQWTKuqEpfQs+VjJhq0IzlnGfyc+cyH5A3DvHj3C5nIeGA/KZ/c78ed644r1hbjBpZHUEK9tsLAEriByKlTAyYESJ1yqarum9XXwjGIS4pMN7pfThLlWNMtOy0XTB1XywjSFkt6LPZYfqMOQRNxMiM86YetMvWnRE2y8adsNu+0y22y2GfaHt1fqHS9ZT7eZbyCe8Hzu1dOoGNwHLSBJVw8YSZPSHh5VIn0oyWhdRVSCcrrKgUh9diVBJsO0hKJExi2MVNTPRksrbheJTzBgMZC1OocOx42594gX41uGQ6h6njn844jZgWVrl29eKEOguMoVWBENhtoikjcWBg5jOoJiO0T2eHy7eIABRm16/k8O1/8AQx+0PbjanhBcgN9lof3i28c1F6U9A0vZ8y81aziV1yHl6P58yThhw9hNPjKKohh5XTEdueELxEnvVR1E7wDJOIUsmdLsOXDLZMs+F4wNw4MM4z+T6wepYR4Yr7LqGAxfsfRz6P7n1tcchcONrtgXsDF7ltrRLI1sqDJGAziRwRDHdU1WzZ1j/CWrU3Q+nEbB/ROSgAP/AMZT7BtQKUHZQ1kfCWgpTdD6ceAB+qclByAKU/RKByDayazwCn0Q+j0D9z69aWxxcz9GlMBbs8aBw8n+YeGeNPqzfwrafGzy/wDY8vMmlctaL441VzEkFDEV60ZKwtp91AHlOJ3ETyug2KkWNkJFSiK8eKQubLRFD0URslHHqygOSCqZduIgMtlX5poq+clnzptwx1WGGfs7PRnI+S62vkfZt5s+kA2wF+z0Cwfi/D89bvZpRm4dKM8eyzx8n30uPLoOoSAoxMxUr1mzZoABJIUAkxnAA7IgKiY32OjacuvLQJHenGQrmGH0x4kjaWa8nMxeuDDaECfCkWEFtVaMKjKedadPQJlmwLOwLPBfPhYdiLDIi2xHfLtM+E9yyl/Ast4dgLdnvofl9B0MwQhPVRRmEZU3iPCiIQQEx6oGHEWlHD888IkC7Rt+5KlnT1+Lx47LuWGgds2dGshSlsUDkAfufdxGlq02UO6n+t/eY/FXH2Zp37ZPsyvc6QPdRigUm2wWQhlZGEweseHZUDQdg87/AHmq3YRL8KU/qe7sHiP/AEVMiv0eHz15U4X+ztHQosb6o/OZTcbwqFNGSLIwICW3qQc0+v4texu1MZlYhwEFycZXYiVyfzcbQ2onaPtOyrJgD7tK7D5h2L1luXQPuPZv9Dh5Pj9652eHs8O71B5/WF+dBs5UhulvtGeFmkHIZEBRl4aHnU0vLxx3XDzPva+xy8cd1w8z72vsnLGOQZt6nXr38zljw7vU69chfnrB4Hz+0eNKXl447rh5n3tfav8A6/dEmp6dm+C3X+qWWMshiaRGnZwrsTjjoIyl8jfM9o0urBxwHzYiCKkiMYg7ZY04eVhaHVwGfKdhsWXjLbDM/wD4eHd6nX6w2Xl447rh5n3tfbO5bFxQrSAGRxGWaMrjUHIkCeRyI1pS+Ph3ep0+oNjlnPIcW9Tp07+ScvHHdcPM+9r7HLxx3XDzPva+16UvLOeQ4t6nTp38oq9N27eVZCbybWjr6MzaT4mTdWcMQpDxOWDiDDSUegZuGS0HFhNGYreREfLxAydCFnjwHLmH0cS4nGGPKPvIC28lT5eIW7rh5nd9Wxy8cd1w8z72vtVkVipYSUbEuZENBWciJyJEGRnpNKgY0G6L9S0mN7zvRdUMypajDUi9RbiB2JNxz88IBWPni0jvk1tRD5soEUKsYQ98XZLvRrFMPIQPexRwLwWmaz08s55d3q48MZ5N5eOO64eZ97X2OXjjuuHmfe19ot2xbXCpJBZ2ziZdix0AESTGWnGlODhnljut6Ng8PcBwzyx3W9GweHuTx8O71PvQNjx8O71On1BtelLyzywPT1bB4B+avhvUND2qLUhvJd0TP2S8sBjOUumCcjmKp5xZ89JeQ78x0BiaUp4jaP8AyFFcWIMSxLRGhpbOfFYQRogOD8S+LgX+NGShd/YO5ZzyHFvU6dO/kcs55Di3qdOnfypctrcXCxIGJWyiZRgw1BykCeWka0rmHVBow0v60YdhiE9UUn4enFDkGrRmIYYSYjNLxUskLZsi0mmVAv8AISqkPG3z0i28LD8YePXbLttvsMMtNC1txaG4d3RX7R2V3/hWYXT/AEYh424+yXDx8O71OnTAewDhnw7vVDl0wHshrVpjia3bYnUsikmNMyCaVEf+kObor9o7K7/wtMLp/oy93HlY/SHN0V+0dld/4WmF0/0Ze7jytLjyznl3erjwxnkBwzyx3W9GweHujoLH9htf3NPlSuKNL+7m0TaL4oiKNNL2nyEZPRRFyAxC8SK8NnooMv1ZBdqJVWdppl0uLqqWB0woky5pl46cOn7LbsWQeg7beMD2xXGcchzbp7uNuSBwzyx3W9GweHuOWeWB6erYPAPzaKqoIVVUcFAA8BApS8s+Hd0D83G1rHj4d3T735WQOGeWO71QoHh7gOGeWO71cdbe6aU7lnH3rbPhxttXp0k6G9Uksd/jr/1qRxK/5E0zTtkQWgyWEy/nrLtS+c0Su3umdptN+ZqRFp+P0UQCX0Xj8ciGFEkgPyRQDQifTPjthQOGfDut6IW8PqsvLOOXdbGOeOPK2b21uG2SSDbcOsRmQCsGQcoJ0gzvpS8vd3Zt9XfbYrjxuHdm31D1tnZPHw7unu48rAe3w7ugfm42tbSlLXHjj7fcPXrtXz3peh/VDqO3lW6Mn/JmWPzylHphm8EUTyi0Y0l5DwQOhBM6VsQie+QYqixDiaJf4Tw4snPisII0QHP8BfF/i3xowVcP7BdcZxyHNunu425HLPh3dA/Nxta1Lltbi4WJAxK2UTKMGGoOUgTy0jWlLy93dm31d9tl5Yz962x48bbN8fDu6fe/Ky8s4+9bZ8ONtr0peWM/etsePG20U+mjduK2n/eQ61dexmbadFCbq2h+GEQnLJxBhlJPQK1DjuFXQmTUVvIjUC8QMnAhxtoHTpASBcfG2WRbfeRFp7Kvyzj71tnw422OXu7s2+rvttVkVipYSUbEuZENBWciJyJEGRnpNKgO3KeivUzpImvvPIl1CS0/B+iah9WqpM2Tx355S/iv53wOYiSZqg5W/i0ERTEpuH+2UiFHe/JsUF0RXZ+OeTbT2Xhc07cz5VxjPIMW6e/jbmlceNw7s2+oets7FceOPt9w9eu0W7a2kCKSQJgtBPWYsdABqTGWlKjrjXdIbtGY8ZRbMOO9FchoojePInXozjKJleD3RlWiOKooVTS5EK6pmPLB5dRV1c8cUDr8QDypkw9b7Idqm2M/pLm6n/aHadv/ABJc9P3fv5/ZWTquPG4d2bfUPW2djl7u7Nvq77bR0Vo627f8hflSoxf0lzdT2/UHads/9RLrpb9fzfr9lT9Jc3U9v1B2nbP/AFEuulv1/N+v2Vk75Yz962x48bbHLGfvW2PHjbZ0Nr+xW/5C/Kla+gaWUESmlqgyplZCiRBcBwbDgQzBsIIJdkmjIKOWcNuiKSmF2haZLFC/b7Dl2LYsOmfNAWWADamPuvpN/CFt1tIyNJFSv3ZEpplIcbTYV5snVqPdSsgSyqTVleEIJg56lFXcP6iSBNpPdE4JJG3bb102ZEydNMtPBdA6ZZu8+Hh3dPvfnc5Y8O7oP5+Nr3rcsC41tg72zbDBTbwDJ8IIIZGEdURERnSq1f6Mn4S/b+RC6buQfqnpP/8AwS9x+vx2ji3n0o/hDG9HkHCGn+Z+7GlLLZAg+b6BOEmuwFqWkEZWDaxD8GR/BRdJMu4g1FHyQJr8lME+cfNunLJoDREmyw9ZdNP2G7uNcYzyDFunv425gezw7ug/n42vfN9lxqUfaNoZWEEE2sx3WqV8mHir8igoZI0wDoyTR00qYddphvyZguSLunzvtu+27bFh4w0z23bbbDVKstNMiAtfY5Yxy7vVz45zzb4eHd09/HndeWM8u62M888ed+oZADhSlDhjw7vVHn1yHtPDw7vU69ch7UDhjw7reiN/H67gcMcsd3q56396lV4dzDoX1T6T9Y+98mrqAlb8wYC1RaiEmO5FL3z1l1FPz5hUtNLUvEb9U+S4KiyJFmGewjTChA58RjBOh5Ra+VwLsFGjRBTcErD/ACxjkGbep169/NA4Y5Y7vVGo+PvOWOWA6ercfEfz52ra2kFtSSAWMtEyzFjMADUwMtIpS+Hh3ep1+sNjw8O71PvUNkDhjlju9Uaj4+8Dhjljut6Nx8ffpSncvHHdcPM+9r7HLxx3XDzPva+ycsY5d3q58c55gcMeHd6o8+uQ9qpk8T5/YPCl5eOO64eZ97X2OXiFu64eZ3fVsnh4d3qdeuQ9pyxjkGbep169/NST57vkPCl5eOO64eZ97X2Nk5YxyDNvU69e/mbVIzGXmV+A9lSpzz5b+a8eQ8ivxDwxx4dGPUHhm2K4rQWUCvAa1p5uagwNA8wbh7OI0CvnOHhj/Y9GMh2B+zmFsCg3EMDb8noxjzBp487BWo9VctOD0WeHsrxZx5g38e4ciDw6j+Tm7HqZ52GvWt1Zwz7eFeLI280b8ePcPFB4dRH6ObsepnnYaja9aCqQfPh7OXboc6aOAx6X5NeLv1B+zFugsyPAcYZ9dm362PfnHfd44DHpfk+sx6g3DjbFrVoLMjw4B6OfOZsH4sb8c4rYAGoqkHLv/wAns9/cNQ330r2fWZGgfixqPtG96DlpgcOoBlnN2bfrefYN+dbv94B6PrM2DzLjxyN62HIsDh1AA9HN2behnnYb860HRPj8jwPv8IkF+fvHnX+TrXoH0Q7uHX96N/YFAt02QPo4HF+z3Y/FjTx9gVvqedk9pPab5eKc2J7zDhmVktkM2kkVaM4uOgmoScbW1FwlJJc0cadPGXTxQUTRckWAWQ8oYfOnQCAtgA5rB8XQzMCEoUjyDFohEkHRtDqFFsJxElt+XTF+GokTSiyhLKc+F0HliKolnSp4o9oz5Qu/dt9kO1fKQThBBaAcMiYOQMawSCAd9FnM9njiHZ76yEPoj1D6Pdj8WNc8xuPWosZyGLiGWbj5rP7nnnYa9dnh9H2fR7rfrY18RqNc5FjOQ6iGWc+azw7GfY1fnW+qD4bv1Tw+PPPWrjM/hu6sbj7AOMLNJwHhjLN/RZv6HiF64vxSn3pSvms+qHfn28zgPDrS+GfVC/Hjy6DoWTuqLT3qCiOaUIyUm5BkyomklEbqEptIsLKQHz8AxM+OryW6RIlcg5diRUG1CFYiKA4aFpoH6OdYEQ8n51yVBAJALThBIBMDOBqYGZ1gcqkHTnB/xeyfE9+lb6H83K4WZ9W/iN65zsBw/OHRn1Q7xCvOw7IPHuHhfDPq3+v27KHDwx+9sHmePtttNZrqvb8vf2d/ADw9LId3Hs9efjnZvD2tCFqD9H1O7n+cHY/tuH70aB5ufbnx25wK6uNOJ3Uko6QCs1EJ7qTSoWCNlGUzJJcBfKwo9T09VdrbZppIZRGibRBSIvw7Cq8e/wCCGHQuvLMtu2YLKsYmAkhRJAljoonUncBma0XQdg9w5D49tdFjgO/FL5ZD8jH3vjZOIfmZxQQ9T2eNw2UcB34pfLPqY4femycs8cM2yHqDfgNudw2mpOh4x54Gilw9g+jyEL/rfX+6GdlDj7OFB9IPUZ9ma9dkGlv/AGeoUGvkx5/XniHwVBfKkhacuw+MmAGgssea6YHtBZt4DsfODIsMg2IXBoWRvsqq693wSvu8g6BwvkM+b77hS+BbwZxag46gF/NH7LdMba+fRIpPWhF226cANKA7cst8QyL1l5UeY0Ct6AAbeAL6tSnxvFP/AIXLU9IMiBcfzeza+IREHUcNwA4Hh50q48+fxNbGt5uOFLf8zFrBbiNA4jP0fZ9Ea5r+QNel8+I63BfVhoPxsLAA/wDQxa9wD/43xxyFuAVrsgL6tb/BdwABD/AxWuQx/ga/PI39o7TiEHI6CchuI4DwnLdG4wfiPfnWyQsLNhuID6I8g/cg/J8aXHg0OGQ84PojijOfxeLcAC1AqGA1v8vq3m/4L6h/gYr0vT4r444VGmyfL6t5ofGhyA/9DFrBa4f4Ez/seFw2kOAAIOQ5VWdM+HvTx19tbI4h3hwzYPV48L+zjs3l1EBAKXwF/RxbjW/PbXPy+reb/gvHZ/8AhctWleH+B75tce4c7N+X1a3+C8AH/wALluYBf/A/W9vbw2sGB3Hw7Pn8aFSeGZPLWOHMb58a2MFKBWmQEKhgash+T9VhzjZtgEMWaEMV5eoNcDzHN9tc/Lyt/wDHeLAPxctwEP8AsYbcgv0Z2b8vq42E2F6CH+BiufNqI/4G9g161ZvdOcZ+Y+fvqwEAchz5fLh8Z2RYKUtXNQHpzYGoV4AAd19nBwoIBcMs19Gg+dVnA8KiN+XHWjK8r1ARNUp/2MW6ci4CN+/AhSg1FwL6sFB+NhxH/ocsPIOBbGOXHPEW5E9gmm/x+GvPhWyWQxwxamaiGPN6XsFh47PC4s9M29YPV48POv8AVtrQF9WGn+C/yf8A4XLUoF//AI3vbNuHDZ4L6sFP8F1uyP8A0MWqFRAb/wCB691wtsLACTOk+751QKZzj3666/GeByJrZQZD8wW9IPUxzGg0vjOzmfo55eje7TNqeTsA0uNADObU1qC8rBT/AAVxZ/8AhcqP0gEK/wCBh+3PEMgAvq1AD41xD/4WLcw/7FC1uQYCohkKlwOO7hvE8atpHLLdp1RxnzvgTswKUDoFPRuFw49jA94ce4PNnAXyIXoNM/vfC4iA8ttchECtb/BXH/42LcKDf/AwD9mKVtb9ZaJjrsWQfu3RhmrAjRnyTeQr5zLIsc7CwN+QVDauIEtzjXlGutTM+Ry58/lurPmeHeFqdc+h9gd4cdlAMB+9tS44vQGfaNgC/HO3zk9TKKDFXLQsvGeyLbh4AMvGMVEABmjbFfpM9oAH0gZEdvpAFaB+9tTkADjs9OXv2Lr3Dn+jwGvdPPfU05nIcaMhw5Bx83PK4V4VpQFZyznAcOgXEex1/K58qAM5r0DhcPN/e+F/HYDIDfgGOgerjr2qZoPAIP8ANX3Dn8+zeIOneNOZHnnS5AONg4d3qd/AONg4IzgBv30v6Ier7vbsoeiFuAcOjPDsYty9nJGbAGQ9l/RDh2fda99q0BkDsE+FKz9HOOXqhcfNsPtDjyoDuXfy6BcR7Nul+YdNmgHo58L4Zz5tuWQ41xQHcQ7xvToFxHs/n592ypo4/wBzoF8Z/u8qAoZEfzfveYfn92yB9+tg6B9+6gAcR6cufZ9X84d/AFVOg7ue9d+fv8dy8K348M2Z9XPS/G3DZetrAPC4XDPmjXx6Xxs3hx48M2ZD8nId48bBSmy/XbgFRyHIB+0PbgFSug7Kcz9Hxx6zOas/UI8+7Z4ZD2/RsHnB6t6fbXGdmB9HPh6zOfN/PzxjZzOQG1OdKB6TNPo/VfjjbNhqfO7zx5kSBNPDAB1xTqHq09lOtOOwH5wyHUBr6PHuGl8VqIz9HOQtTqHq56U9nHZGeGchlmnGtR8zPGlLVHv2px7PiOXy7dxq2k8CD4d3y7aUaeZbizw59n1OPsryHigcLhlj6Oadnj2PC48cVEBB+h/rch+9yHZCn9r7dkDh/reFhpTPm/aPfTYN/Z8RUrmB2V6M8A6BanQMeZ424cMi5n6OOFuzyAPUH22Hu4ixkcdwZZsFv3oe0KW6XHZzP0fZbs3syHqdQsIezjtFTXoyPo9M2wHZZ9QeWa3DnxVnDOPD1WePY/OPHnQWsjjx9G4eaGfN8AEbhzuGys4Z9g49ULj5v1V592ylI1SoYvbGbB6n5xvyrdQ5W7uz+8t+t552Hu4i1qgCGKDXh0Dmz9taYtXYDl38P3nq37uyPdeoqhdB2D3U8PziHo3v2LfrY352HuHOzw4Y5Y7vVz1v7/MOPeOWb/Rz5g54252HOz/Dw7un3vzugcB5/YPCppeWOWA6ercfEfzgcMcsd3qjUfH3pXGM8gxbp7+NuZXGM8gxbp7+NucYRwHgOXLl7eyFKHDHLHdb0bj4+8Dhjw7vVG/jnPNA9nh3dB/Pxte54eHd09/HneMI4ewcuXL2nlCncsY5d3q58c55nh4d3qdeuQ9qcsZ5d1sZ55487gcMeHdb0Rv4/XeMA8xy+757zSlD2eHd6g8/rC/M5YxyDNvU69e/mgcMcsd3q56395yxywHT1bj4j+eCnmezl2+w8aUvLHh3ep165C/M8PDu9Tr9YbJyxywHT1bj4j+cDhjljut6Nx8ffGDzny+757jSncvHHdcPM+9r7HLxx3XDzPva+zQ4Y8O71Rv45zzXljHLu9XPjnPOMJ8g8uXP2GlLy8cd1w8z72vscvELd1w8zu+rZPDw7vU69ch7Tw8O71OvXIe2MJ4HwPy8x2SpeXjjuuHmfe19jl447rh5n3tfZOWMcgzb1OvXv5nLGOQZt6nXr380HgfP7R40peXjjuuHmfe19l8fDu9T70DZvh4d3qdfrDZQ4Y9gd1w8z71DaIPDz5I8aUvj4d3qdPqDY5ZzyHFvU6dO/knLxx3XDzPva+xy8cd1w8z72vspS8s55Di3qdOnfyPHw7vU6dMB7E5eIW7rh5nd9Wxy8cd1w8z72vspShwz4d3qhy6YD2Lyznl3erjwxnk3l447rh5n3tfY5eOO64eZ97X2UpwcM8sd1vRsHh7gOGeWO63o2Dw9yBwz7A7rh5n3oGx4+Hd6nT6g2UpeWeWB6erYPAPzAcM8sd3qhQPD3JyznkOLep06d/I5ZzyHFvU6dO/kpShwzyx3erjrb3AcM+Hdb0Qt4fVZPHw7vU6dMB7AOGfDu9UOXTAexSncs45d1sY5448rHj4d3T3ceVk5Zzy7vVx4YzyA4Z5Y7rejYPD3KUoe3w7ugfm42tYrjOOQ5t093G3JA4Z5Y7rejYPD3HLPLA9PVsHgH5lKXlnw7ugfm42tY8fDu6fe/Kycs8sD09WweAfmA4Z5Y7vVx1t7lKdyzj71tnw422OWcfets+HG2zQ4Z8O63ohbw+qy8s45d1sY5448rKUvL84d2bfV322K48bh3Zt9Q9bZ2Tx8O7p7uPKwHt8O7oH5uNrWUpa48cfb7h69diuPHH2+4evXZK4zjkObdPdxtyK4zjkObdPdxtyUpeXu7s2+rvtsvLGfvW2PHjbZvj4d3T735WPHw7un3vyspTuWM/etsePG2x4eHd0+9+d05Zx962z4cbbHL84d2bfV322UpfDw7un3vzuVxjPIMW6e/jbmlceNw7s2+oets7FceOPt9w9euylLXGM8gxbp7+NuZ4eHd09/HndK48cfb7h69djl7u7Nvq77bKUocMeHd09/HndeWM8u62M888ed05Yz962x48bbHLGfvW2PHjbZSlDhjlju9XPW/vA4Y5Y7vVz1v708PDu6fe/O54eHd0+9+d1KXljlgOnq3HxH85slcYzyDFunv425mylfj4hjwxZnPmDXwt0xs3iGBsOA6MeoPsvbkGyiH1dOYM+qPLlbpjZOIYG3L976g+z2bdFc9ejOA4WG4hWlgx5t/rvwHOzeXURyz1Zz5nHuG/fQVZ9EO5rIV4Bjzb/XfnnZB4d45Z6s58zj3DfZSkHhj0vycXYz5g/Z7aDfkXX8aNENCOtc+RMvyR0npI1HmyZwo9eFjRQ0Wk9GD4uZLGHIMPi5hw+YYeuH7p4w8dPGWXjDbLQA1t1yPALZ/J5iz6mfZaoXDbn/AFNJcso7krNGSUzZkw/LVJnpK2ZMrW1lVXkBFU3CZGsKHYSWVVCcxA/LllA6jFohdmmGBZfF3ZhsoyaAHb9nt1fNGAyJUgSYzIgZ9pqRkQeBB7tap47nzcrSX3gmhCWeqCcuq7XlDMfxlEsykdUSJZT0hZGg9wVg6PVyF0ttPT4plTGi06MGCCa4fHmzEQm3b062+eF3JVy0wXYlMRvgyuklFV0lYc6xN5MbfJSiQU3RQ/qCls/ImnpE25NMFjxdmQTpt8UfNugdGXLLxgXjpppgHjItA1tE1rm3fJfdf7vqaU0tHW+P1htPZTnYJfQdIeANTTMHQKbMTEm9B8LxQbKwjK6KUkS79grFixE5t8lE3bZlQLNnVBt67aMvG830/Skk3HGmWQ04p4/CbtVsoZizMlBAMexvLU5vD0sirQfFMSQ0lq8QwuxDatMxuLXTxBUjhhOeEz5FtSKtuGXJ5kDINMj5NtbVvDZubIpuraR3Y3rYDCcOIMXAkspy1Gsb60zMkMfAnLLl4ayO81Ll8Jr/AGICfAf6OZEcB/qwQjmwB9w7tpON3iH6gHQyNv5jzTLlnP8AGXgcKB5g3vXN+V6jCdv4NR8idT+5An5H+nmbENzmgZHmtJSCTsaQocfKKU9iZCmhL00qEWj71w5YNG3JZVTjRh8XF84bE4x2H7bXbZZmy3eP8wDoZx/Md6Zcs/1l4Ht+t55DUcgPUey2Q223CCCp2a0QQZBHSXMwRPsmqjId8cP0T8N5FRdbrDW5qe1H7xne6SGnPM0IylRpfnU7hKRkKfMqXsPfMiHxmdN+HhT/AJdhSEUSJImEUeFkEp8ajBXiE6PxETHxgTRo6+M2AWQ9HF6YZ6MhT0MhS9hqNQoNaDVT3H/7Lvv8v7Ix3wqH8uif/qtX4Bb2Dja1aAeh3BhnusP4v66DegXrQejYWZ9nlmZj0t8SxJMC84USSTAWABuAAGQFSSJy0y0/tdO4ZR4bywAtTnb0ejPq5DjnlxoNUr4Oj/Nj79fP82Qj8P66WrHNreNunG1syGOGOHRn1PuNuNBqkfB0f5sffr/2Y6Pw/rpasfV91OnFf/2VsP620f8AwDQEZd2v9pn5yraW+Q1ZbwqAtf8AoK0daHtSCJp9b1Rw5EZFWUojlfK2YCH85S0RNlU9XU30cS3jpdKFiyeXeFmiqE04cvWm2Xr0s9egLwPsho5+Eq2pvddOHT9TBKH1bfzNHdboPt1ZvVf2e7cp/wD0SJOH+iQ/0v4D3jtaeCwV5dOFGfV9/KnAcrdrp721F720AJeVVW3tF1FC9DbaAqvGpJ79TUA/ZyB7s/tRPLdHmI2N3tJveWSmam4O8O1eS41UMr7MBhKFmX0roQlx8xWksYxGPhVmoVlnLsVkYmBRgsCAHhWAIfN88Jb4gJ0x8eh9hL/HYkz/AOwqIcP638veHZ/N44G1SPPoP0b4Zx5uadb3sO1JjVnqbjzSX8JVmnNqXOmKcereI2NK0Hw2Eo5GIiyvx08IrUvYLE1EjKehQ1FJ75JRfiboFF8CSLl2Jxx5Qw57TPbnagti3sss5VNrtEs7PdeJcmScTtEwNSAABkBV107QPcOQ+PwF2OlaB34D96OOxx42xx4bN4+5m2WbD5g34e3htwnoE1gTM1ly3jKO5oaO59aMVaF44eQknQHqBh5fh2J4pTmEFGWQi1HJxDCEIGXyE0ZVHyMyZcEjTgVBMPOvjQPHTTljuzIhjj9HNOyNPQG/3px27kdbih1JKsJUkMpOfBgCN+oHzHQjlG4ZwBy85cqxqIVRoq7ZKF2qP3zPaeNsgAC6dCIBQB7NQePL9kagLLFWgEBFloMCD7WuIZ85kc9gedeOR7x/aoPxNnTL8RqDb14DFv52wIMuwDzbUYZZwIBkQAK12/CHDvHh6zOPMHv48c52tVFOY7/cOZG7h8ANfBNqWIzVGRoR9CQzjCBGZoDLD5bIfPgJc/LzML/Pj5t+VFUCF/nGIIfy38W+ICqf4CB/8YHsDi2o+eMOaZ5Czd1AxclLa7C8nYBiKYS8jQ4wQeLymlQ0ReqRwmjsKZtPTm1F+5ctsFmDp8mXaeCyD0w5ZEWwiud/44yf4/Yc2OH+nFceqPj/AG3DbDN7bqG1gOtJ+uaWjnd8RiZko1J2Z8OjqUY1H6enaEzB72HzLt/MEZYP4mdzNEoUcPHhl5DbKQMQPfItuS5d6227FvlbaCtq+xBm211Ewo75osqWChoE6kwvEitBp54dg93yrvyKtdkMQ5Nbd9yzLwCvKLG8ARpgrcJrr9WTyDUvCkBylRpueTiFLdllD5YMqqasO0gHaapOHRE84afC+Nl22Wg27qI1g6X9JaciqepGeUu5POIlaNsQ4XjJdcE1aIPk8XHyg2iIbh2ZWlZyQEyWA8YIJ5lwTaMl2TLx00/dduHaZH81P8G14fxvdQV6f6S6Bxt5txv1uPtHeGgpCSZ6bwXebapZgEnK/MCUU9UrR1J14sFS5xqVsrJYwUjqq4Ugtp84afI34Ronic3EMSGHDfljxhnybLxgq/MOX1E2i4WZBhLPeW2hYdVE+q2b7sQMJbrMwAlSSwzCjKalbk9OqUeoGBUyZkkJkQbNWAFZ8aKkItgVdT4hRXp1Peg4UE94bT2nzJVRIPqOj6caZcHibxplkyXctNMgOg5H6xEKdOo3Wfp5cwYow0a0ZrUokeIItOKxZQT40/CvAqjHTg4mJhdMcmUd0hE08SRp2ZMnnhx898q58gw77LfDsnUxM04b7Ge8jpdJRSHpXastFsMat4khZHBkmgpc84Cm8alHEESp0PF3TKekmo5hc8TUYoUibgs2vr5JybUPjRxkX7HxND/7JDv2B/0W6QeH+l2iXHmiN+GOFOe1hedmsqYVjfu2boGanBZuuCs5gNhR+InDJGZzBiOwcsjgHH8PaKl0knO6VOo2WEMTmklGiZMKWEZsrAwxGCO5UHCcsBD8QqkLLAlnSoRIHmQIxAhqqY98uUd9p+TeNOgeORdvXjJRzvlTPhDiCJJRRknRuhwpHEUS3iBQTSykWcpccQSddkIph1+yqECL1s4inHjJY08cunhUXtWXJl72WuzW/wByxqx1Ly13ZmmaCYA3dM/p6QiiOZvAkzVgqZWntAhmKgUJ8zQVjzSYkRvMlBigoCKpHjkOnPlRJKC/PpJoyTB+nviph957qHX+VkrJefsLxNo816xkuq2tjVDFyo+kjpcjOdkIw4eiONnJk3Bp+O4FaPw0bimGjLp8QXSiadNOC75l0+cv3xcy4etrW2grspfqdLaNy4TbuIobBaICMQAyks2hYGASTqdKnY0LauEjXBp1hzUMhwWoy/TohimYkLu4YVVcsvHSz6X8crsDmjTaiTT09w9dKRlCfH3DsCrLThy/duXrTbxloR+prQ1bQDofkDEGomZqNEK7BsMRBA0PKZKFwRWFR29jqMESDSKg08iFTRUpymph1bcHlV8YUXIuE5wZeuWH75lhy84A+D7GWTu7ElUcBwZLAbmjqMNMljpdsscLgYn3MB4Dg2WeMi2XNOgb8m/cNfjHT1lp20NWRDbE999OvSvE2n+KNF0ydVcn9Pk54yfygmsgFZto8fKqG3DMKTTT4iLnVJxBULrRh+RWTMCrSO7cuX7t+L5y98uLh0LL1rTp2+oLfLoLr7OrBnwKrXWQFRmAubaDIbtNFSCfpkW7uGgfo9tF2eOqOR3TNY3G1fvem2IwTvK9Ks1tVUD6UZKTJg6eUSRnK6L5otR7JuYUuJky+hYlByiSTzkNxSpwnFSsoJkTqLJ1weTCDSa9dPiPbfvX7mjLLdf8N5u5Cn6qvcEjQKBXSfrKtj/RB0+3nd+nzWnpkTNdcutX+onXRu2kZMl3JSYUoiUH6T5R6jZefK3z1VExXcrS4WjhGicuoHCL8i8LeXdKJHsk22GGSz1tkW2uYbfLW1FyyFNy3jJKKAhKBzJvMB1SdxOZFKs56ktWEidI0LIUaT8ildhSHYliH5roxxAlpNGZ5oytCmnFUC75HlTBUbrJAuBFONvRUlFPKpjLxh2VE4ybMFnD3jVnfX7t+38eSZYYxpG1kcArb9T73VsFuedsl3iOsOc+mpD0mkdOUJyojeO9VOpeBtPkOtziUIwRoISmo/h2IlVHiBRPQaVNRCVLOjySRYNtuEhVfu08yZbdJhgw7du2sa+Vd+AIh/EJuqMj/lsauuQf1laeAe/bpvXrnSPbtkEJhDAbNculcQVh11vIMxoAuWWpFK3vps3j2jnV1MVdlJIKaS3FsxoYgwZhLcLL0nZ3yyPE4NdraZDrS6w/mpLWCiJwuKyrESLtyROGTj1t68eOi7TgqaeuNyzZ1WaXJBrKZDc9dSUg5KxCsJjK4joM2pwS8lwsqqKJt+RBXTEuMV5GOn0wTxM2TA+VLvCvxsqYLeWB85eMMR96XNKuuItvCY91vaunulJKdRHpMTdNyLCunGL5vRM9dm0aaadMEmtqjqZstITYcF3xVtXJmnpRZNPWX7Caw5TxdPTRh1JfG8j5LTPUiizMqUMrphq5EgwmEVWOJfQnFikTTWH740ynkzy+inzRcgyaNGTLJRy9ZLgYMv3wOwePXjTS2997ZLBVuYioxIyAopADFMbsCRuxnPhpVTqPO9K0B+mR7u236vfRd/upJHdP9G/TpgPZvuUk+JHT9R1KIZEzmlROpBRFJhGWVyUsxIQmOjpCwJVweBKU1ODlZZJEFISRgubAgaMOjQlX7l+DryT1201h4aRtKNA/Uxaebh/UVlvfHD5rYvy2jQ3O6PDiTMfexF4NR0ZAhNK3ls24RRkaHU0klIaUEHwjBKUcTE1PTS5cgScEjAtOfiRVy6dlmgFgHYCNBY7y3LSP0ZF0uJQMCMCBp6xOU5d+7Qyue+dPcKm8cPXjh6w9dNi7eMCy0w2AYEArfzaCHAQEBZELCFBpts1KPsKJZh8AAy8Zo7fMfkvGWQqIB2fRbDzmfNqAD2RuyI7atZ+0M0sNA/e2za+eWNsmhcwLs624EfNMORtw7bkBbZGnZp6AvAxbpfbpUwRzyqaz9nnzxa/o/va/ZxzsocM55dGePY8BrenpcARnAe6/ohw7Nutsc87ABjNh/JwNAvXyefb7RwFaqTpxkb+YNKHoh3fk5sz6mOVuFOgIHoh7vVD1PbgPbnZfvcLBYP3Px+3knTrinQMeZ429+0xpzMb/ADv3Z0XTw9wp/LORvS+Az5uOGQ432WlRryqOP3oZ7Phfh7NmhjuHlf6PqcsYx7dnBx9vC/0fV9gX8cbRU7hru4z8T2+2jj48P3vq37qjjHIxXuHAVH6Pqj9viFgOPjw/e+rfuqOMcgfzcAqOQ6D+b27KqPsg8COHEHzp35EqOA7hwF8/vfzjx5WUMhfwC4ecznzR+3GyCFaBz6XyHqjXxHHgrOQvx5XDzmeHZG3TkA52VKnId3wnhp3d+pUMs/bT1mfVG3t92zmeHUQvQaXaD1Pz26cGs5ZHqF6Yq2GfMG1ueAzs5ngPXPZt6XLsY9vLaraHuy7x7fnVqczwC+QtS2Qv6AfZztx2GeHsyHX94HfjiNgzsAGAGuQt2eA0HPY48umy+H0eHd6gV+u9cV2y49g+HLzxO+jZjtz9oHPjuNI19H/W8P3vqhSvH0fbsM5DuDhYbc+z+f3bKOWfZwxYPU/MHt2azkO4ArQeX73Ht92zcfO8ed/YNalT1R4a+Hwyp7OQuPohkLYD1A9oU54yDmcMh9Qh6rN/Q+qgd1qg1nId35NgoHHzOH21sGdnMhZnvwIY81n1Mewb91doq1OZwFxx+Tf0Wc+bnlioc6WVn6OccvVC4j2bD7Q48qAjOGaj0x6rPqd4cLcBts4AuHSoY6BcR7P2D42AFKY3kOoDcQ6Bnzc+2w8tgOV8Dw/eernp2fZx2VrI93LPo5Hs+F88tkDIhfjalvoep+b37KhdB2D3U4AsOb1pbPo5Ds2ryoHGw0qD648cfb7h69dmcAzgeHUMh2PqoHcOQfyzj71tnw422VNFceOPt9w9euxXHjj7fcPXrscs4+9bZ8ONtjlnH3rbPhxtspQHD84fbb6vq2XljP3rbHjxtsnLOPvW2fDjbY5Zx962z4cbbKUvLGfvW2PHjbY5Yz962x48bbJyzj71tnw422OWcfets+HG2ylL4eHd0+9+dzljw7ug/n42vdK48cfb7h69diuPHH2+4evXZSlrjGeQYt09/G3MD2eHd0H8/G17pXHjj7fcPXrsBw/OH22+r6tlKXw8O7p7+PO68sZ5d1sZ55487pyxn71tjx422OWM/etsePG2ylKHDHh3W9Eb+P13A4Y5Y7vVz1v705Yz962x48bbHh4d3T7353QOA8/sHhSlDhjlju9Uaj4+85Y5YDp6tx8R/OnLHh3dB/Pxte5XGM8gxbp7+NucQOA8B8u6lKHDHLHdb0bj4+8Dhjljut6Nx8fegezw7ug/n42vc8PDu6e/jzvGEcPYOXLl7TyhTuWMcu71c+Oc8wOGPDu9UefXIe1OWM8u62M888edwOGPDut6I38frvGAeY5fd895pS+Hh3ep165D2nLGOQZt6nXr380Dhjlju9XPW/vA4Y5Y7vVGo+Pvgp58OXb795pS8sY5Bm3qdevfzPDw7vU6/WGycscsB09W4+I/nA4Y5Y7rejcfH3xg858vu+e40pfDw7vU+9Q2Xl447rh5n3tfZocMcsd1vRuPj715Yxy7vVz45zzgqfM8uXP37xSl5eOO64eZ97X2OXjjuuHmfe19kDhjw7vVHn1yHtPDw7vU69ch7WE8D4H5eYPKVLy8Qt3XDzO76tjl447rh5n3tfZOWMcgzb1OvXv5nLGOQZt6nXr384g8D4eeI8aUvLxx3XDzPva+xy8cd1w8z72vsnh4d3qdfrDY8PDu9T71DaIPDz5I8aU7x8O71On1Bscs+Hd6nTpgL8k5eOO64eZ97X2OXjjuuHmfe19lKXlnPIcW9Tp07+QHt8O71A5fUF+ScvHHdcPM+9r7HLxC3dcPM7vq2UpfHw7vU6dMB7F5Zzy7vVx4Yzyby8cd1w8z72vscvHHdcPM+9r7KU4OGfDu9ULeGM8gOGeWO63o2Dw9zeXjjuuHmfe19l8fDu9Tp9QbKUocM8sd3qhQPD3HLPLA9PVsHgH5k5Z8O71OnTAX5HLOeQ4t6nTp38lKUOGeWO71cdbe4Dhnlju9XHW3uQPb4d3qBy+oL8jx8O71OnTAexSncs45d1sY5448rAcM+Hd093HlZOWc8u71ceGM8gOGfDu9ULeGM8lKXx8O7p7uPKxXGcchzbp7uNuSBwzyx3W9GweHuA4Z5Y7vVCgeHuUpa4zjkObdPdxtyPHw7un3vysnLPLA9PVsHgH5gOGeWO71cdbe5Sl8fDu6fe/Ky8s4+9bZ8ONtmhwzyx3erjrb3Lyzjl3WxjnjjyspS8vzh3Zt9XfbY5e7uzb6u+2yBwz4d3T3ceVjx8O7p7uPKylLXHjj7fcPXrsbJXGcchzbp7uNuRspX5eHtDh6oeqP2csY2bxDjamP3vNgfZfls8QtjiHDp+9H7PaGNmiA1C30b+bx831B8K/ZboGfDuM1z05n0Q7muHRnHm3zzG4+3ZtMW/K4d3qh4092zgDzQsOGq2/e+qFfEfbnZADpwa4dA9UOvDpfGylNHgHXHZtln1Mj3crhtwvra3cOkTeHpcvEjVfLY7MEnKw/ESlBDSdGUZQUbRzMWOEUqvs/HoMWUM4cLqLpBSPKlTj9+W8oRLPmXXlXbLzbumg25XtTu9TPs2aIDa1cfR9Zmv0OAVvXxEL1ZVdSrqrKYlWAKmDIkGQcwDnUzBkcvd2Dzx1qpNI3dl/B/wCcWuPUXoDhzRZOx7OLTJC6fF0eRJGE5ZwEZZq6aotQSDkvCKxDOo17FR86z8+0gHjtZg1AcM/F1HsGnouSonJioR3Jm6iggXAo2haRR3yAMgx87kFSmCDVGmQDy4R4pRKBkRw0JgH3ar5wtVEGqyK5prkJqc+ED7zmEdQOq+bGkWGkCE4TiNFjaUc9YNkGtxKusw9I1MCFlKJI1QIgILCU0nnzquKIUKuTgnEwqoA/FySeu3kiP6Ulu0f8+x1sX/8A0kUg6jcP62n97PCg+dYK9eNj2U4b15AxNm0cKPhWVKEyANSSCZMVfPLrMJE6E7hOe/3DlXde95ktu/5IbrSb8EzdlbHEn9JhSM5VLMUwhoVgqS8AR184zUx4MTUFRh9CilKS5btPDCy4QXETHFMsyov4fJNuyj5s2XJsBJbo0+YH6EDSl+Cf54fgs/Q2SL/Bp+ERlF+f/wAwPwZQr8zQjn5tu/m788fm78m/OUUARRfloTopX+AfICNLfe9bvbRHILQbNeZ8mN53qd1JzCQ1uWZZHlBMrWlKWccHxEXWZjQykKppRgCFYKRltXeoKWdNrhB+VUHLCWeIOFMyy9LlXjpu4vu8a/oAdDNv6DzTLlnh+BeB6/QvxoNR53y1rYdm2q4ptpbixbjCyuYxuACwAAA/RjIyZMiqn7PfwjUA+c8+e6p7oG3h2jvQBvZ99qq6uZvhKUhM7Uwup8DPxl/NCPAXDkKzhnOZX3PkpZwPGr5M+IOF1Kb8oruk90a+Ndkm2ZbcGWHMyER/CY9z6hOG3yZqEjGMXjoB7JWG5DTpKv39P6U1F8CQqVDtUt5cw6pUO1QKhtKUpaFdEa1GK/MRZ0caVlaYEWKp6IIojpT08yjPxjEq6qnGj6otr8TmoNerayrqR5++OH1JROmjhw29eGDD98+baba2fDUhpHwa8cPoPkvKmFXzkGfIvYblzCCG8dgFKC7bS0Qq0xQbB2RCggAAOAHWzY2u0hS3d2cJjdwWtXGf8oxfMi6q5YoyHjUyDnnPCRnGHjmQTzOk8ajY0I75GSe8LnOpyvkfITVMgQgnQGtRsWnlNKWKbCsqV98jq0NpjqHEFaS4kiRt8rKpddMKia6U2El8+KIinQsIsMduMX4Oh/Nkb9f+zIRuF/5aWrH1RzgLBTpta2ZZ7IMAyzRkAAAZBkAAGQAKAAdgKAGAoFsU51SPg6H82Rv1/wCzIRuH9dPVj6o92A/NtLrcXaNhFy4LjY9oOIILYjoDkFDNpxJJ48aAicgBAB1y1Xw55ds18bfLTCgWVG+63OsxpmxfDsAwDCJGKFeKYxi1WJoMNw8luonOO3igsK6i8LkiBNh49dsNvzL1h2DTbDItCLQBtNoo733ddpLnyxrXtpceMUEaJs2oVWX1AAP/AIXRzZ5+I2Hsh5MRHgHDbduojQvpC1arMORBqV09y2nQtQgmmkeGVGO0NlXMoiWfMsHTpJPaaeOwcODRthgw+ZZZEXjxhgWmhBkADRCZudt1slvPLFdBmmd63WoApSxQ1l1YAD9YWC55yIXGoeTEBHIVttYWtqt3LzWjs5S86uOkNzEsW0SOqII6sjPPlQQY1BHZxy9/nfrkjvzt1kuzQlhJqDdVkOx9MWcEfQjLWCEWCINmNERE3FEcRElwogulSKSsHMwkhE3yyrEnT84rrpVhwXbemxZaLF37x3GFCn+OxJnf2FKfw/rfS84dn83jxsGyu0U6OpHnmVWTWlLTlKtXZeOn4LEvpJy3hBZF+X7Dbh+2rIUMkVJ4+cNMstuXrZltt00ANMNMtAA7V8YU/wAdiTO/sKk/h/W9l7w7P5tqXxeA2bpmtknbbGEWlZQB1siWZix5wvCKssSIn7O/TONPbOWutWphyHdy6M+pn2e3ZnGo0wN6W+j6g7PEBrjgHDozT6I8uXhxYOQtW3IB4M+r+fb0uPZQmN+g9zARAyz98jIVp9tkWGxZayyLbI1DiFKhgcD169dmshfhkeHVn1OPt9u32l4mJRQeNAzR0Y7T92NKBVvsi8ZxQBZeC1avoiy1S4Dt8YA87HDl+99X78x2is11HaKg01Ey31qSv3txHWjIXSAo6nZYqOgBP0zGnifPOSkoWUaPDM/1WZRt8oMzFiNzEL9NS0VOSQMmEqFFJ0/Fdd/EDBs0nniLPzdZM0Nb8xN3vvEQ1P6U5aab4KJaTpqvIReQvqGKTwilbXWkV6y8KqTtIgSEkpNS3Sa0ZfAcB82aeG3TDkCTLlvy4zu0EKW4CPo8xZH8nrmvjx1NPaTEHaiZNTMkVMP5WCBpswavQLFnyEddpqyKDEJJsiogmqD0ocYJHGiz1sHJlos/8k0INg7aaAB25W2c4b2C7cHSdIejPR4MbqRmej6SJjLHW2/dv+GWp7/hvg4mR/NS/Btf9T3UHw/0lsDercPHj7dxRUjajd3nrD1KTylhpvmhq20wazz8IzDiSEZF/Nk5NmSM/oTh0tCS8dGEIiU4edxRAs0EgoTVzi2TWBMIC2nCSNE3Dj4s9WOwZgaEkiKp3bvKasPzDNw0g7v8jNNJRIMUIZYiM/MhImFKBIlGmlzsVu19CYhg3DhJJcLBk6xDURsLr542TZKo4UNbd8UHl+VSwdKW7P5g7wxtCWGJuFiUYXkuW3UqTlstiy2RkFSRcQqwmOsIhWqdaiP0UybnrNPVpO3eP6mJYmZFxFMGVULacNO0iV8+lrUwZcyDhmI30cLSzMtQRTJ5FIxdMmOnzqIQhVOetv4VTyjCcqGzRt5VzqzQsXfHN5TvzyhZjyhg1Gmj4s4d1YZ8o+f6eIkdOmAaedlhntttsh2m2mWQrVpqlR2nB4gNK24AHEGR/JEOueduO3FGn3R9+AnVFrc1JfhD+dP6MiJJKxB8zPmj8ifg5/BBAB6B/ifzjGJVj53/ADi+PfKnxj5BhgEnyXxEXCp5T42xboSrbPhlsN65cuuSASXs3lLEZau6gKohRAACrljO/lAGe4r51n2VE/u3lXec6F9Fsl9Ky/upY5mEryrYmCwbi9H1g6QENNWBjSaUbzDLiXSj0xj5or8RKxY5TXwPTT0Xz8m9MMCw7esO2O6d0XI6e0idO000rURK9/J+P5jar5/zoLwIZjCCI7MpUMTOiMkvobJiIpersSQ4aesMtmCj1l0oOzAPCrTx8SLMvXTLUp7GA7wtTp+9sIewc2DOyDW1uADjqFfo8u/vvtexswtta/K3HFlOjtq/RABYQRKWkZiAgAlomTnWozAPECoXNwGH8jQlpzGbOpYLhy1ATC9UeI3z+9Hj2Zr8noS066dlKZp7UXDultwTi2EEQJrxPIGM9SqWXfrykCeVh4JWQCrIUSqRtfMPHZMopk1Bh0lvgB8YcvnTYsNeugLSEOhnTPDWnb8IX4Ufm7FsyopGMfml8yfjgTEj+IY5+IBD/wA5Iu+Lgj/L/wAliZ+XHwKHxT475Aj5f4m5+ZvCtHSvrk07vJIQ/NsZHr5eY0uJkoUxQgErMsEZYlxEpSJkxkYQOxJCRJRB+cKuWam1cSzoWQaMET7lpsu3ZEvJsK21T8smzqoTFE3FReriV0jOQSLi8mGoD4n35VDP+maLw0/kvcFcA/YOdZo/k2/xfjXu6ddtz6Kt4PPCc2uyAZDlNS0OaqJIL8mpkRnF0ZJmhScekI1B8bw0bSHMOQ2DybEQLj6IGFIibNqTZhM8i6ZBz8WeVeMtCO8g0Qb4IMb8UAr/APoztL/T/RXjH2jm+3pC6Ut5XL+bcGRhPHevfohJVoxtRexdJwNCchJTfPcqYRFEinlBmFCMQHYjhv5MWDScu+XTCr54c+S/k18DJU8/eM8yJteO2WTaFUOhY4gQVBXEGx+lbwwkAhotO0fZGLIzWSa7JZaKdTLuAZaaiNTJGTUXSQmUgzehF/A+omFJKzUg6OScPKBWHVtypPzrERor9ykxI2qpJko6TjbLx8nqhQ0DLLltuFGcUEyfhLXvo0kbB29r1on5CzegTUUtzlif9M3jBT+QF6X8MoyjLor88S0XAkwv8rKZs45+JqLt4+W/J/FyYsNumtrG0xdFWjecMXqUwZt6StM00o9W2CLpYjeY0hpWRvFys6Sk4qkpjtTiSJoTVFk+wmpZImmkGDR1+yTIFCxMuDou4dO2MJDdu7u0afqCNF30c6WpHcaV/wAgn2j3Wtte/s1y45cLYBxoxbFcxsttk6rQoHWUYWjcSRwpXNWnKAdH8iJmFI1Qd5xOmdKqaTD0NFIGnzvDGJ1QSdfLb0k7cmXEDxDEj8kYiNy+cu3SMecuxPFmzL90XBr4y2w31bEe8A0HQdES9CEXa2NI0KxXCyyqQ5E8MRHqPk2hxDDkRIZ18mLSCvIqnF5VSR1lHUippPVEtQLODyeeLPyhty5MOXjpn8abu8NACIpp6wjaGdHiSrpJ0qppSqmaZJKkFJMUiBhyaIqCeeKwM6NEzxM07dGChss8dmCz927fOW2HjDLW2z1bS5pmX1ZSXl3TrIpbXFtQOq6wsq8oZfqSqrKqkZbNqKmpqJyHHxw+onzb58aOHTT58ZNGXz1+/evHrbTTVkS6iwgsp1pgdIwiBJM4TPjPLU5kiTrkeW4rz5a69wy1J+mR7u2gB+j20W2r/RRyN6f6N+/h7duNN1ZEWmOUJOc8qErWto2nnPTU1q61EammIakVqBgKPF1b/CGJeIRIJsOFlR1Eyiow5BsJtHl90nJBokQKJiipAaekS5kyxIv+hG0oiI10xaeu4ZKy29X/AEMXzyH2BtkUKac9PkCL5CK4HkRJuDYoShN/JkSwpK+CIdX0348RMJp34gsJCCTUSfx1OOGyBv4sYd/GCRoyVfeUcP3rDU4LzPadjaOAsMg8w+ANEk5wIUwezM1ZYjLzAA51uYMM+71Q49n8/u2+5DzIiqlR4MMvxatanxZtmgj2aU7TTPAb8tviUvjAjenRkM9n8/u2zOFibQeXPNM0AQ8g6qAecFWBeNBa9BBhkBvUe2FQEBDboXUdo99WrMaUoHIRtS42D1fGwfn2QMh31sz0C9fJj9vEL2ps6n5+H73h2f8A5n37MDOP7UOTHqfn8bbRu8fh518N+bZFe4EDlGWg8NN8Cad9wtzpcPxYfnra/DYC9elwCnRnHmYvyz3V2QO7PqhezN/Q69e/ACofStnp+99X37WH5v6x/m1ZdPD/ABRTg+9Av9Hh2fzcu8HBgRvx+jf6Pq/n8cbNpbGQEcdWfV/+Z9+zqW/2V6dQ9Xj+fA5GtSN3d4iCOEeHhS8vbwrTHQa918YHZB/NyqOQxYfzWrng4AGoW6WC/wBHHmjm3Ov5I1un0gt9VeLNOA57r52VQ5KRwj+adRHHcBOusyZFnv5X9IPVH2Z59wzw77WvXtMj+QOfeN9i4iFvq9YPVHj9+QADQLV86laesHqjm3D7aiouneN+/q+dOUjUuDAD1Z+jcPOz6A+zu2VmwANeIX7IjUO1y7FdmgA0C3EKebcR7QCA+gOe724q4AEACw5Aa9mo3EB/IpevO9eO1Toe0fzeR9xq4Ovbv7B793jnT+LPsrbozx8n09lNjwC7IY7s0ZD89/yRHYAKizamB9EODIDT0Pz2rsrNeXAOHS/0Qx7acg2z0n9UfzTVDmBP6PxXfQOWbYAOFaWD1PzB7c7NZyyPQLiHT95j242cIejQOXDoHDsfmD27MZDHO16By/eUv3+O0ZRz+HHT4ns31K/Z7xv5jn7PZXozwHnXDNrMhnzOH21xs5nDOM8vUYyHYuHsHZgV823EeAZ7LPqcOVfDGz2QHzbcbBTj2WPUv4DtFTP2eYHHivPnvnvzBeABYOtLhWlmeHYGoUCwWxjZ3EB6jlnFgz5uPbw442aAYt9Ifo14M8Ox9VAzxzs4AGuBGgjegXsz6vWmfHZSd2+Rx+7zPHj45yxrOaW5Wyzkez4XH2bAZHvGws49D1Lh7B7uIjda4+rI+bx7P1VHPsEAOg3rYWQ5s48y/OlBpXhXZRcgNPZxHMceHidXcAxxtTqz6mOlPZx2d7/vwx9+N20GgBTnwDNWfV+qlPt2de3fa31deFvfsqc/Mcufb51Njlf78xt9nW2Nlvbvtbj+fu9+xe3fa3H8/d79lO73cufmOyU5X+/MbfZ1tjY9v354+zwxst7d9rcfz93v2L277W4/n7vfsp3H2fPzB5Smxyzj71tnw422W9u+1uP5+737F7d9rcfz93v2VNJyzj71tnw422OWcfets+HG2y3t32tx/P3e/ZNlKOWcfets+HG2xyzj71tnw422KDbPLvH393PYoNs8u8ff3c9lKOWcfets+HG2xyzj71tnw422KDbPLvH393PYoNs8u8ff3c9lKOWcfets+HG2xXHjj7fcPXrsbGylFceOPt9w9euxXHjj7fcPXrsbGylAcPzh9tvq+rZeWM/etsePG2ybGylLyxn71tjx422OWM/etsePG2ybGylL4eHd0+9+dzljw7ug/n42vdNjZSlrjGeQYt09/G3MD2eHd0H8/G17psbKUvh4d3T38ed15Yzy7rYzzzx53bsffH3r3bKU4OGPDut6I38fruBwxyx3ernrf3pe3fa3H8/d79i/3AOnTu+4jsgcB5/YPClKHDHLHd6o1Hx95yxywHT1bj4j+dOVvqC+Ond9xGpytx5BfFsZ8c9RrEDgPAcuXKPIpShwxyx3W9G4+PvA4Y5Y7rejcfH3oHC3HkHToP584uNQOHfTHd09/de7COA8B8vMnlCncsY5d3q58c55gcMeHd6o8+uQ9rQ4d/Lu6D+fuvdQra31cLdB/PnF71wDzHLly8yaUvh4d3qdeuQ9pyxjkGbep169/NAra31Bi3QeebjfF7gcLdMB09UfzjfxYPOXLkOfv3mlLyxjkGbep169/M8PDu9Tr9YbJyt0wHT1feN/EDhb6g6eqPPvv4xgPLx/Dt8jNS+Hh3ep96hsvLxx3XDzPva+zeVvq/e+r16+9b2tw5cLerfvv76lTxHjPDlz8mJUvLxx3XDzPva+xy8cd1w8z72vsgVtb6u71eo/3eJfl/ah09XqP3pWI858uA5+ZEqXl4hbuuHmd31bHLxx3XDzPva+ycrcOQdL+hi/X7KnK3DkHS/oYv1+ysUpeXjjuuHmfe19jl447rh5n3tfZOVshXHd6nv7+ZytkK47vU9/fzUp3j4d3qdPqDY5Z8O71OnTAX5Je1uuMDb1Pf38y9rdcYG3qe/v5qUvLOeQ4t6nTp38gPb4d3qBy+oL8kva3XGBt6nv7+ZysIccYx6mfdnZSl8fDu9Tp0wHsXlnPLu9XHhjPJvKw88Yx6mfdnZaY7+WMX9D3YzspShwz4d3qhbwxnkBwzyx3W9GweHuSmO/ljF/Q92M8i9s55d3qe4LZ5KUocM8sd3qhQPD3GyBw7+Xd6gfmxnkbKV+cQtjlw6fvB+zwxslMW4cq/X2B9t87KIdOV6Xx+8H78sbJTpw5faPYH2523Hy9w5nzx1PPTg9ELUs1w/e580Kj44wOwIYtw5UyyzX6GR7r4qONgAtgcNcOjNh80Kjbr7dkEMW4cujPqe0Ld/LZv8AH4c/h4b1JTFud6d1qdj69m0x5v1dWRv+LzxzwG47OpfHAb07v3Pj+bZoBjzeA8OoZ/F5H28RvtNKien9uPN13qhm/G8+p6aYBjibEx1AmqRnFf4atQ8M/LB5PSU1BKP/AJCg+asPw2n+SSksgU8mlIxJy88gL96w8MvXz55pwfg4O5i/aaNcv5ofVZXIAOJ3deWQuPDacIQx5vPhi7P7lcetB43GtNmiFg80cjw9Zn9yz1pkMhjbL6ts7NLbPZYsZYm1bJJJkkkrMk6mZ51MnifE1CCHwcHcxCNP0Gg4Af5ofVZULhYaTwH22D2BfaZCXkv4SlRAEDSugBHFAgSW0HQxAMFIXx5TVPkWEoORiEOw2kiqLRhRWFH5OR00kT+PqyioKZwHAmD500aevTDzMADHmj7QqIU7Nh8wcd2b0DOxS/o8shnzgsP4rPtG171rtKWrVsk27Vu2TkSiKpI4HCBPfSSdST303s39Glg4esz+5XxyGt7jWgsBmweaOA4DmoY/FjTFutbhWgvpf0aWwIY84P3K4+wbVvw2bSluyNApw9YP3IaW499wwPQp3ch8By7PnHWimdn0PNEfZiwfufTFqjtyhp00QaX9JkZT0mBp+lgMARdqXjJxMCdqv89JhxWEbRc4VYrW3Kt8QjaKYkTIb7CnHMVGfiEJEkBMa+VPItEmi5FOdE+sAD0fN4BS3VnP4rlfhx5V2bT0fN/JvS3DP4vOL+y9LWwqSrMqlkJwsQJUsADhOZBIMGCJGWY1mefvziMvPCgAuFsiFLcKAFfR+0L46bKyGKB3/wBr6nDl9labJ+Rbl+ev0fzdOmyshYPNr1pWmPUH81Om1tPZ5zoDB88Z5+49lJStApnpjzWfUCvUOW3KZXRLpiI6sVPXEVliLrVIswU6l2pTQ+eUwXnxmDnSampTtH+ZLyKW5dueyRSiDj5QcQi6VGhL+VE8L56/ePOrKej5ta04Ysz+55tbn9jQC4W4sjj1Wa28n0D74hlVoxKrYWDLiAOFhownRhuIzG6pBjuA48Rz5RqMsuApvD0eAWp0CweZblwuGA2ZS1aYCluFQZH8gLW5hwG+dnAGAFn8nvpQArXydhD2UEOGzKWDzeXCn0WfUDvoA8McQsPfl7uz2yOW+kiPEZZb1PZxnwyEV+FST3SgWacvABloBBp09BkBFhvs/vQEWWgs2zXzmaCHnADQa5NETJF6Low6FkaB2GgCrt4FGaNMN9i4cwoDQYaABtttWlahTIh9YB6vvr1282nLp+yLp66Yeu2qALDxgG2RsAVoLAhUKjQaAIY7QcIqBqO0ed1ajvy4D40YGvoY5iA/bsg9wYGvUeyz6tw53HuERrtsR7DaY9GrLt64FqlnL0QZuyzWz128AOYsgIBawAFafn+ayeNvKnArx7bnAss2p8UCt6WvbntME+eMfOrg89TPiF/Zl3AAyMBEBsNAC2OVWWcebewDkOQXrTZubdm9q/7ELVFmweA1vYNs9CF0+34w5S303PIK0/wJb2gFKUxYGhC6fVkfKHOFPxji1g/7FC1rhUKUxau1sDZ5bsvM1IYCJO4Zdw4Dt86YFSuQtUA43sHq8egjzoOdm8hpxAfZSn5PPiPQBHIbZ981k+3405Wwj+Mc3wGPiv13DvHZnzXIY8qcwFfxjmw1D/sW31D3BtAVjGWvMVlWDMejjl9rPq/V/a7Lm1OYY424dnp++2zpiF0+/wCMODn+eOeIgOPivP2d432X5rkBp+NOBgf1xzijIW/wJe493TawUg6DLf3jgR515aqwCiTx8+3wz4xgXLzch9dvV4W9bw2bSoAIBUQvSmQt6o47udAARvnvzWIBT8Ycz/THFgGn/Yt+HQOIbJ81iDI/rpyg0H9cc8aV/wDhUAHjmvCtQvtfPIHPnpvyy86c6nEOPA9xj51gQALVA7PUbB6ocWPeHsps4AvizIW+oOLI2vz6CPDbPPmwn2/GnLh/THHT/sXvzQfrHYCFk+gfjTtR/dHOLcitaU76DyDZ538ufnnnIMuefM5HkB8PwrBAClLYC9QDIiA09AKcc09vF4BfHHwoACH0ahX2e3jnQQun/wBNODcA/XHGApX/AOFe/Ht2UIWTxp+NOWAR/XHI1wH/AMa08AHrfahDaDTKYPIceEcfjTEo3+w9vDnWAZHHEKeLNfoU9gVp04qF6Wp39RZ4ixavIR9g8c7+ayf/AE07cafrjjgACFP8C8xvceFKDsoQsn+aHlDg3Zt5Rx04fFa1vy5CIcdoKNw3DfyHnhw3VkTJk7/O6sFDhawhxzkKfQv9fS+zqdMgI46shjs9AHHv2ztmFk/zRF4dyF/KOLgIhYB+K5x9LiHdt+0sgprhplr4uL1oMNPx8phpn6HYB0NBv+ttey9QUmDpnPu0y5b/AA43UgDtOQ46d1YklIxhQbBtplp0WBrz3ogIdugsgLDmrHnNDSgteizWo9oaMjsVy6duHTDp2wDDthkGWGQClAZ7Ifk3EaDURERERERGo7OZAABlkGABkLAAMgDIBVkAAA7FgAMBSnTm+laWzW9PWD1f/mvdtbCFHE5EnkCCfOpq4Mwd+WXbHZ49vMU4A6ZAeHVkPyelcceGdmAF8c/aPmgH0BpUKW+2t3h3ZDl1D1eHQBtjbzAMebzAQpbLNfoY6ca8cjnu8fbHnXuG/NyMoM6nz4aeNP5W4cuoU+hf6+Vb3KByyH52fVv9dvrSmLcOPezx7I2HvH24FQC7Ns07/SZx5vHvHPsFu5gk/wCL+PHs31KHLvP80D8T404AranDl6wZDsfm4173AFaB2bX4WCrTPq1+/t2ayFwt9XrB6l/AaWxs4A9Gw/mDzmch2fze/aKsZEnkf5vb8Bx404AqIWrf87Pqj7AvelhyKUuFuIdciA/kjmlceOdgAxbjy9Zm/oj/AHxryEQOFuIdeP73HELD+cVUbz4L2++ecagBi3EOuWgv6I/ZnYALBb6XALBcOHY/N7xA4W4hYMB5wX9Ebezu2ACwW4hw6h6vXlx4ZFUrujzmu/LwyyjI5EuAKAz5o5ZGlOYsjYBd9eQ+2tRUAsz5v5PDqH7mIjzCw9a8UAPRsP0bUrX0Rx5P8323VkPRsOAyHQOHk/zD9d4I94Pn35e3QgfaVPf1fAezdllPoyHnB5o4DhX6IX9Aft5dwgBjzRwHeHmhx7AV8ePCt0YC4eaOAH6gv6A26V8eKshYLcAvy80L+jcL/lDStLVvifHIe4cu748YJ039UduqndMePYN5QQuzbIAFg6BkOwPO1Ar0vdGQsz5v1dGf3OvG35+KiF2fN+roznzB+wRvgK3RkLM+aPh0Y/cxGl7W768bfmr+tz58xnw0+ZdIz+0PeOXZnOXKc3gHo+aPHh6rPHsfn402dS4ebxHhjzWeHYpatLVzwtVrIejVkbCIV4eixevYG18V4gF+LgCt+zxHgFg7LIV9C+eY5rbjSgOYzOQGme8SN/nLL7IdT1Rzy6BanY62txrTiLwDPmjxtwp5uPM4/WIhnZoB6vG1v3mQ8ncL2sOccRcyGfN58LfQ9QbDgA4iIZ4qAmRzIyGX6Pdugd8xpTGgvgcDf/Y2Aez+ceAWxsU9UcCFgoI3DHmZ9g8LBnYaC4W53p1Y49gf/O4hbgKgFbUEK1ra+WfU62zSoY4qgGIB3fEg5eG8/KlAPRsPH/zmbU7OetPfs4O7iOOP1Z55z4oAejYfu0zw7HHhb3i4Axal756dONeQ5DoIqBhlru9mH/JNHKw58egddjlYc+PQOuxTFhz1xbp1693Mp0H706dfrDZUgjLPh/M+R8KOVhz49A67HKw58egddinQfvTp1+sNjlYc+PQOuypB003cPufj4csjlYc+PQOuxysOfHoHXY5WHPj0DrscrDnx6B12VIOnduH3OXPzAg5WHPj0DrscrDnx6B12OVhz49A67HKw58egddlAdMuHD7nLn7OyDlYc+PQOuxysOfHoHXY5WHPj0DrscrDnx6B12UB03acPu8Bz/ZlBysOfHoHXY5WHPj0DrscrDnx6B12OVhz49A67KmefD+b93n7d245WHPj0DrslMW6fZYLfe1tl5WHPj0DrscrDnx6B12UB79OPLkOM/LOEpi3T7LBb72tsUxboH1WD78tl5WHPj0DrscrDnx6B12VM8vfy5c/Z2wlMW6B7g+rYpi3T7LBb72tsvKw58egddjlYc+PQOuyk+YPLlz8waSmLdPssFvva2xTFun2WC33tbZeVhz49A67HKw58egddlJ7fA+d/v4Gk5WDHh0DpscrBjw6B02KYt0+ywW+9rbFMW6fZYLfe1tlTRysGPDoHTY5WDHh0DpsUxbp9lgt97W2KYt0D3B9WylHKwY8OgdNjYpi3T7LBb72tsUxbp9lgt97W2Uo2NimLdPssFvva2xysGPDoHTZSjY2OVgx4dA6bHKwY8OgdNlKNjY5WDHh0DpscrBjw6B02Uo2XlYc+PQOuybGylLytx8cWx7845nK3HxxbHvzjmmxspS8rDnpm3T6uviBwtx93Qa918+KbGylKHDv93S/dfu5gcLcfd0HwvnHNNjZSnUxYc+7pjxzjmcrfV+99X3563TlYc+PQOuxytx8cWx7845qUocLfe1/RH8+etzlYfq6X9HHiN+t05W4+OLY9+cczlYc9M26fV18UdvifO738TSlDhb729Ufz/Xc5W+/m+r76+26Bwtx93Qa918+IHDv93S/dfu5wVHknlz5eOfap1MWHHLuv6OOeePO4AYtw5d1/RH8/fe7Q4W4+7oPhfOOa0xYc+7pjxzjnGEeZ5c+Xu4ZqUOFuHLuv6Pv7+YHC3Dl3X9Afz997pyt9X731ffnrc5W+r976vvz1vXB5js+92+3lSl5WHHIMW9S/f387lMW4cu71L99++905WH6ul/Rx4jfrcDhb729Ufz/Xdg8x2czz9vKlLTFuHLu9S/ffvvdaYsOOX2+Znx432byt9/N9X319twAxb6u71ff9d64T5jlz5+7jkp1On1f8zY2QAxbhy7r+iP5++9zaMJ8kcufMe+leNMW5XpfH733U6Y2SnT6unH8WPtzstLhblw7vVtTvD2Wo0AqGOQYC9aXux+cfbtuPOvxJ8+Nc9PAPMxT+9j0QqPjsghi3Dl0Z9T2hbp02UPRxmv8A5v70Kj1vWvHGyCGLcuHMA9Tpa3SvDaN/nlz+H4qQQuFh9HlX8mw+YN/bwH2Np6vAeHdn8WNx9uOOzhC4DThmn721OwPs9vcDaX9HgOQ/e5/Fj9o448JGg8/P3mlNpe7PBrIV/J/crj1oPG/AW9moeiNqjjkLI/0oaYz33DAvpcPN4DYQ6M2H8V1z4jw2ZT1fyuFaD5vDyX1243Cu0rqO0e8efdnSnMh6NudONPRz5g1tnregZ2UQ9X+19Zmw/iriPSuBuI7IyHo258K47PNke/nyCt9l7NfojxyHVnP4qgjbN8DcdopTRDA9nNqCzjzmf3K40G1QHlW9NmCFx83gHD1gsP4ofG1OYVu4QsHm8RsIesz+5Uryt0rw2aIceyP+xxQWbD+KEOP97a6a+eK8x+PPSlNpjzbB0x5wZ/F+3N79+zQDHm/k3p1Dh5IPHvuNLLT1fq9YMj5LnfI8R412bS/o8q1D1g/cr99+8dtB8jrwjmflxnepaVBm2KcM3pbzevIMZDGwyFQZ83F8VpgKD5jQcelOmxwxilfEPVt4BTpjYZDHm1paoX4s5/FtcL5DjYM7SfiPf2jzuOlKKeh5vELgFr0z+Lz978GgF2PNAPRH0fZX9aD33oI2oDgDA9nlembh+5fXe3EdmAHo+bjsiACHGoBwdezhTnw2UpoBSluLNahilA/pfS9wpzDgyno2yIcOjNP53moVpyr3g8A9HzcUyFwuH7lbheoeyldmUGjPm4pw6hn8VxHv4jfO0jz5ynupS0uFrjQR+/Zvw4D7dhgLhauBH6gt5o0pQOAUzUMbAB6NuAWp1p+TyxboI8NkZyFvyb0xf96OOlBCv0c7RSloAdnzbDTh+9pXzA77ZpjiDQC7Pm3HsjjoF/1sOVu7jgHAFmfNC1BC3Vn9zC41G1+I3yDQD0fNxS1MXZC34sL94BxARsIBdfbl7wRnPw155GQY8jly5DzNNp6NGQsACP1BX0ApSgBwGwWAPRaAWZ80MM8OrOfMsPSt+Q8FpSnm3Ds8MXZ/cw9oWpkKUs3s0sDP94BZGtPJ3HHvEQtoD8OfDmeP7d8TPnu+FGAAacA4chAByzXxDoI5DZo86flfmp9H229gYHZ3ClODXDGPVAA8AHoAYSw2pxDwEAr9G9R7w7xyHs3dkCONKGM45fXSv0fd1ENlpjzeGKDw7I47FvbmgXzsxmwhauOebB+SPIBsADbAZB9aCHm8Q4DkeyP9LDpyat0tNSDHjz5H4ecqbTHm5AKWx6PqcPGwUHkAADSoXAOVwGrIU9GodQ80eQAOxTHm+jYRp+9/cw40oAjalwtQEpTsiDNhoI2H1bj+LAOHHIhfoqPkPOfPzFAM3CoBSlrfvQ4sYxbpTFA2UM1oFGQp7RAAt5tKZ5e0cN5UZv3Z9HkxnkHTFhEHAFKB2QqOc+pUfQAagAWDNgsAYUpQD0bcB4D0x5mArx5WDGzsAA9mlgDFOXNjmHEe4NmgFaDQArQK0x6OfMCncHZAacbUUQtins4eb6gUvW3m9w8Ejj58keNWyg5QYyPh855T2UwArfjccdwfkgIe0Q5X2cHC2LYzQA4dmmeQD12aAUpbIBwpkQHgzXwAPbs4ApelhqP2B+TT6xp0HZVaczcQtwZEc8Keraod3t2czYAtkQr7b/k3pe4j4DbZtgoFOdLYsz6lfqDF652UA9G1AoA1pyALej3ZEOnEAgaCNIEVZTmOR98CngGKheoU9ogOOx3Xp7xezwGlwH2XaDj2a8OYcaV2YACIs+aAWZ76BQaejSlq49l9nBw838mtrBUQ9StB7grS9eFW944818Bx3ca0BiOzPWMsI3jdJHdmcsnAHm1oI/nv+9vcOY22YyFgGg5pi1xDh2a1447wHOz6ADIW4Bju4D2efXwxswApQKfkj4jUbdn83v2zOvcPcKzbXsAHsnfnGe/8AoBgadL4Hzg9UevG+OmzmQ9Eae/IVv2enP27N/1v5NeNxEPVEb1rwxxDZzIDaocQ+sQpfs/nDlsGh7PiKsuneD/0h8uc7tDT2QxbizwvkPVv1zsrIWC3L/zuXY/N/daAejbIsD3VoP5F+o3r7dngFLU/J4cxAb+Zz5Bx8YpIjWZMe0HiAIHZHFTlQAWC3Hlb0gx5mPZ170AMWpdn7a47OL2sPW99nUsFuDPDN2eHY4d3hxaGcfk8M49XwsNOmyqsSY7Ae8jzw7N5UAxb8kaUxUQ4dnF+XjxUAG1h4D4Urbs49nELBS6Ur2Qp+SPdQAHHZ/NjnxUAxb6Ifm4djAd17+1QEx2T71PnTvNDIY80ce3h6mOVrVwHFzIXZsOA4dAyHk8XClhzjiKAGPNHAcM49TAcQ78Vu5kPR83hyuNGWOHksBXkPEeNRefj8PIqREj+1/m/jpzpzIej5t+PELss8ewNhrjmPGt1ALBb28vNZv6OB7+V+AoyFmfNrxpS3os/uY26cetaioBZm3CtaD+Szx7GP9d3DwHA/H3RzOXD3mqmPZHhHbzjTt3U0Quz5vgGbM58yncFByFQDijIWZDsjnlgaMcPJiN+VPHirQecFGR42pewM+pentpyDiUuyFByI49VmtvJ3D/Wj3DkbA5IPve0HL30XUcJHbqO/s74308AuFhyPXgzf0Pz8aX4uDu48v8A6HQfQuHtHPMbtZCtfN5jiofQvXsDYa/XxwLgDjTiN6fvPUuA948A6NUoNR3fDt87t1PAL+j9X/0PIeTxewUHIDS9RUAt6I8eH7y9PJ45BQb3oPFoBcfNHjwz6HqceAUGgCFg4vALB5o8eGLs5Dyd61sFOQ0Hipv8Pdnx87t1MaDzsDjNOrHqD3Zzw4CrIej5o5/+aZvXsXzzGw8OIPpha9fZ6TFL9ge7I34DgRkPR80c/wDzTN69i+eY2HhxVHnz55U4Auzb6vWYz5gW5BQcgNq1FwBYLcfzh6tw5WHIZy01kLB5tLhwvSoZ8zHEAoOQEaZFwBYLcfzh6tw5WHIZy0pS0xYc+7pjxzjmUxYc+7pjxzjmUxYc+7pjxzjmUxYc+7pjxzjmpRTFhz7umPHOOZTFhz7umPHOOZTFhz7umPHOOZTFhz7umPHOOalJTFh+9OnW2ch7SnQfvTp165D2rTFhz7umPHOOZTFhz7umPHOOaknj58gUlMWH706deuQtzKYsOeuLdOvXu5rTFhz7umPHOOZTFhz7umPHOOapk8fOXyHhSU6D96dOv1hsU6D96dOv1hstMWHPu6Y8c45lMWHPu6Y8c45qYjy3eyP8ke2k5WHPj0DrscrDnx6B12WmLDn3dMeOcc0piw/enTrbOQ9qpDceXsw/5NHKw58egddjlYc+PQOuxToP3p069ch7SmLD96dOvXIW5qBhlru9mH/JNHKw58egddjlYc+PQOuxTFhz1xbp1693Mp0H706dfrDZUgjLu1/tPkaOVhz49A67HKw58egddinQfvTp1+sNjlYc+PQOuypBGWY3cPufj4csjlYc+PQOuxysOfHoHXY5WHPj0DrscrDnx6B12UB003bh9z5+YFHKw58egddjlYc+PQOuxysOfHoHXY5WHPj0DrsqQdMuHD7nLn7OyDlYc+PQOuxysOfHoHXY5WHPj0DrscrDnx6B12UB03acPu8Bz/ZlBysOfHoHXY5WHPj0DrscrDnx6B12OVhz49A67KmefD+b93n7d245WHPj0DrslMW6fZYLfe1tl5WHPj0DrscrDnx6B12UB79OPLkOM/LOEpi3T7LBb72tsUxbp9lgt97W2XlYc+PQOuxysOfHoHXZUzy9/Llz9nbCUxboHuD6timLdPssFvva2y8rDnx6B12OVhz49A67KT5g8uXPzBpKYt0+ywW+9rbFMW6fZYLfe1tl5WHPj0DrscrDnx6B12Unt8D53+/gaTlYMeHQOmxysGPDoHTZeVhz49A67JTFun2WC33tbZU0crBjw6B02OVgx4dA6bFMW6fZYLfe1timLdA9wfVspRysGPDoHTY5WDHh0DpsUxboH1WD78timLdPssFvva2ylGxsUxbp9lgt97W2OVgx4dA6bKUbHfscrBjw6B02OVgx4dA6bKUbGxysGPDoHTY5WDHh0DpspRsvKw58egddk5WDHh0DpsbKUvK3HxxbHvzjY5W4+OLY9+cc02NlKUOFuPutga/3cczlYc9M26fV18U79jZSlDh3+7pfuv3cwOHf7ul+6/dzTY2Up1MWHPu6Y8c45mycrDnx6B12NqnUefzlpXnxZty4Y/tfzhTpnZoB04h7cZ8y3jfrXZ35NuAdfEez+cL8s7Np6NuXTxHs49o+3O1q5QZ3z+xeQ4+3wcyHmgABcfDHDzfZcBriuwIWxy4Xxy7A/e1sbKxhm3EOHT977MdK8Nkp04hwqI2Dh2Rt7M1xjZUyeHv5cufs7YSnT6q8A9QafVeuzQC/o1sPCw1Bn9zG3tHA52WnTlwxYM+YPhz4cdkALDatw4dAz5g28a9dlJ858uXPznDaY82tuXRm/wCtD/doIcaCylKebXzWhr2b/QH+ljYK5+sOLqY82vs5gxw8mP2dBzQWiFw83gN6Xwx+5jb38ONl1XtPuHPx+Ogmnh9G3OnD8mn0OOaX7tlAPVzXhw839yv3343G2yAGPNpWtqZsznzOPK9Q4DnYAMebXPDozj8XjgOahXOBrSm0CgebaojcOQs/uXSlbX48NmiGPN4jQaVwLGfxX94eWdnUsHmiNhGwc+yP9KGlqfXcMC2mPN/K4cuzT+d8M+Pftdd3aePAHj86U0WbeiGRvTPnM2H8V7+OdmUuHm0rSws+sH7l9Y88iNtnCHDs8RG4ZCrH7kFrDzr12YAWCjNb4EM3Z/cvviu11GQ7OfLmfPDOlLztwDvyFvR4f62nTZQCt6ceAesHqD3550DiKUsFuGaYoLPq2z09mygHStx4Z85nPmDxH71rtalHZoNOzy4cO0H7lfhe/G47efZoAB2cUyHJoA/pQ05VtcBuGNvSlw83jS7PVn9yC16XD2jjZlOPZClQyF7CzYfxVKXzUONw2gaDs4zSmUpTzcAHD1gz+K5XsPPoOzKU+jegVtb0gt+tdM3r12eIYHshmgWpWjTOR8lYKjzvceuzRC/ohceXrM/uQVC4X77jtYGPPMH4UoCwBUMAGQ9YPV4dQDHALbAB5wWrige3j5o2AO7nbOy0tj32Fnh2QoAB0ZpfGyAFaW4j04s8RZHv49A47RSgWb+j9Vh85m1PJBzzfvGlmiHqhnlxBpn9ysF82EOYBQAcLOPN/K4fvR4ur8qiF73zs2l/R/Kyz+9Gg/irB7Q9gX2spzkx7OXMeOe/I50pohWnm8WuHIWRABHyVfDrTgOzMUHs8WhxT8m/60FO8Q7xtQHCF6dn8oa0pkGRoP4rwG4UrcR2bTAdjiFfN6BYfxVg8B6gFKaA+Z/V4sfn36qUOA05BjmAeoGciAU6Bgdm0Cw05DTwD8n6x45HhsrOAtTA4pxAMdgOfCocaiOyUALU5h7QEKZZoH1DyptI38sszuy7e3PM5TuhSAIVC2K+AUplm/1hs6mPNyADjFOzj8WFxAArgL91G06cQEfaAX9HmOfrDZwM+j5tQAR+j3Xs6xbIc/S5TSgArTzeHL96FQ/FZ50sFbCHBoBwFkK15c+yHF3W/WnHA4KWDzQqyOaUHhX+dAABgb3zXGx2REA7LPGuBCtaBnyQBbnx50Czz37vPOlKDIBSjIcOAer+5dQ5fZRADjSwUDAerf8AWxAPbTvsNEBloaebS9aiAhSvZx+LAfvwoIgtPRDs0wGKDbsiI2dBegeIjcA2js+fDnvHz7VOABAWfNAaBXA+rQbMXEKhitKcKWQbAzbAWzcB7OfMC+Mcr9FDh5vEAxSnoj/SgC9rjTjQeTR4B2bVCoYt5ocWA+v2dE+cuXPn5yl507Pd51oBnFuIBjNKCI+iPDv9mzgARpag0p4iFPo18RD82zQvw5iPTAB9H7aWrTZ4VCgUv5v1Ur9GvgAe3YZgxrupQAVGtAwIhbqyH5FLXEKV8bg4AuHmhUK92GKfQCmOYVoFAHgyg2sF7dbizQQHyYh7e0NOYDYHAFADzQvUcYuwFQ/FVqIZsHGtsOEcPZlzG7zuMgx559h8+FPZCnZ83oPsZZyPYpa/gGOD2Q9EezkADGLMjcPJ8sWDHtBgBi3ERG3RgA/nfUOIcQAQpQHAFw83jywFGeHk+FuFr94VJmBxy9g4HiePiNQPkns4Z7vlzdfshalgvTkDPHsBTOKh3cNmshUQAQ4Bw5BX8nnfA9abOEKM0pioVpSoUZoPoB3ZD/XUs1mwBbnXn6Icezent522y8+FQfgPd3eeOtFKiFA4M8MBVkR+iP2AI26js8ArTzeADgaWpUA8yt6YqFRwA7NALhUOABjA0DIdge/AYqPMFZDA9nIcujP7nb89OPCd3bPw+XAbsyKsDAPj7R53dpyp7IV7PmjhkcXsyA8WMd/C2zmQuHm0szgOgD+RcOdA4Bs1kPRGnAOF7MhevYyH5uGAcyz6NuAWEKUoyyP9LuPSnDwinAcxx4DlPge7SnAFw836IXp3Y8zAcf7t2s5xwCvh+9D+502cAYHsjgL0z6NPod/fQdmhgLce76IeqH96uMbKg7uwe7z+ylDLIUrYO/HLs/m8eKshi2QCvsAL+h15YDrQUD6Nvq4dkPU9tOPtGoyHo+bwDhizPqey2Q9tVNw7Tu/V85Ee2nAFmfNz7ODNB/W+HEOXKt3Mh6Pm8OWfNYvTyePYPERzdoBjzed6ZsxcPxfjcbYyNXAFw80cjalxszf9bpb244VvB3dvxHz5xy1E7+wL8B5yPZTgDAdkaX4WCzP7mI09l6XrWouEMWp7OjNw8zHD0g7xwKAz6o8RxbDAY8n7ccBzWorTjTgNBpmzFwHsB3Z53Hjju7z8KjcO0/CmiFRwI5G2fo8ewNaVvcbcsCAHq8xC37y9PJ49g8e8QQuNq2Hvyx6g163G1rVoIAerwHhcf1u9PJ49g8ed5H5vafevnf2b6gefOfuPZTgD1edeQ2YvXyeOeajXNbupgaDcB4fvPU8bjXrxaDNvRyAjSn73H4seVcX61qLqXC3Dl1ZvXsY51Hx2rTd4/Dzp47n0x5uQHABUbs+pkO4bUoAZFwBUACg8b0t6TOQ7H5vZx2YAXAKDew86VZ9S4hxz73BTzbXv/wCczw7P5vfsp+H4a/s7qbTzw80RGvjdj1B9t/7qsh6I04henMWRGnmXxcKjnxaIedXs9/izx7AjwHvvz2VkPRtW7OM+zzPEaj381KeyAUC3EPbcM+Z4BQadMi5kLBbj4XD1euKcbhzYyFsDkOGb/vQuHSvDGRcGAsP3pYLBf2ewNlKdTFhz7umPHOOZTFhz7umPHOOacrDnx6B12OVuPji2PfnHNSlpiw593THjnHMpiw593THjnHNOVuPji2PfnHM5WHPTNun1dfFSlpiw593THjnHMpiw593THjnHNA4W4+7oNe6+fEDh3+7pfuv3c1KWmLDn3dMeOccymLDn3dMeOcc0Dhbj7ug+F845rTFhz7umPHOOalFMWHPu6Y8c45lMWHPu6Y8c45lMWHPu6Y8c45lMWHPu6Y8c45qUUxYc+7pjxzjmUxYc+7pjxzjmUxYc+7pjxzjmUxYc+7pjxzjmpRTFhz7umPHOOZTFhz7umPHOOZTFhz7umPHOOZTFhz7umPHOOalFMWHPu6Y8c45lMWHPu6Y8c45lMWHPu6Y8c45lMWHPu6Y8c45qUUxYc+7pjxzjmUxYc+7pjxzjmUxYc+7pjxzjmUxYc+7pjxzjmpSUxYfvTp1tnIe0p0H706deuQ9q0xYc+7pjxzjmUxYc+7pjxzjmpJ4+fIFJToP3p069ch7SmLDnri3Tr17ua0xYc+7pjxzjmUxYc+7pjxzjmqZPHzl8h4UlOg/enTr14W5lOg/enTr9YbLTFhz7umPHOOZTFhz7umPHOOamI+e75Ckpiw+/GLfeobHKw58egddlpiw593THjnHMpiw593THjnHNUhuXD2Yf8mk5WHPj0DrscrDnx6B12KdB+9OnXrkPaU6D96dOvXIe1QMMtd3sw/5Jo5WHPj0DrscrDnx6B12KYsOeuLdOvXu5lOg/enTr14W5qkEZd38z5GjlYc+PQOuxysOfHoHXYp0H706dfrDYpiw+/GLfeobKkEZZjdw+5+PhyyOVhz49A67HKw58egddjlYc+PQOuxysOfHoHXZQHTTduH3Pn5gUcrDnx6B12OVhz49A67HKw58egddjlYc+PQOuypB0y4cPucufs7IOVhz49A67HKw58egddjlYc+PQOuxysOfHoHXZQHTLhw+5y5+zsg5WHPj0DrscrDnx6B12OVhz49A67HKw58egddlTPPh/N+7z9u7ccrDnx6B12OVhz49A67HKw58egddjlYc+PQOuygPf5Xlz87kpi3T7LBb72tsUxbp9lgt97W2XlYc+PQOuxysOfHoHXZUzy9/Llz9nbCUxboHuD6timLdA+qwfflsvKw58egddjlYc+PQOuyk+c+XIcfOcJTFun2WC33tbYpi3T7LBb72tsvKw58egddjlYc+PQOuyk9vgfO/38DScrBjw6B02OVgx4dA6bLysOfHoHXZKYt0+ywW+9rbKmjlYMeHQOmxysGPDoHTYpi3T7LBb72tsUxboH1WD78tlKOVgx4dA6bHKwY8OgdNimLdA+qwfflsUxbp9lgt97W2Uo2NimLdPssFvva2xspTAD0bYAB+vn2etRvnlnZn5NuXCw9PRAft9uzwClLBYAC3RoPVC3Eb8K04gymLcAEfGn5F61HnXrsrhB+PDlujQx7d8GXseizbiFqfX6P2h3jw2XlbiH2BjzbfVcOHBGPRZtW4d9enm/mtjoC09GwcKjxtS3o/XbuDZUg5Sfn+jnlzjUdsnItALhbiHWlgz5vjcL8s7MpbFbh/5oepeuMjmt9nMhcLAFwxf6Icez+frbINDh5vFnhb0QsHmgI/XbnsqQd/b3ZLwA04xA572iFvRHIcA/JAMdga+Fq94bNEMDTmGOjH7mNgpYOvCl3CFQAKXEWch0C9AY/Ngedtm0ranGnfZmweZbhy9lNrDUbs9eAMDf38d+Q1qQfbG6Ny655a89w4AuZCweb0vxEQCw+b457hGuy0x5tfZQA81n9zG3CnHF9kZwFsiH2B6oX8b/UUt6Nbs8ObIYoxmwbRv459s1YaDsy9nLs3d2lIIYtwzToxkPJ4vngI9btELh5tPS4Z9Aa/reKjX28suELB5vtp0Z9TjQMh+fZgh6trhgBrUGLehbuxfhtdTp2nxyjfn5y30n2kcN4HD4ns1ApoANbs3HtVAQ5gyP9Lx7ON67MAAoFWa3HhT8m9fJ2v3d+z6BUPN4Yz9Bnj2L1++NmCGLW7gDgx6gV63DnXNLjQdg87/AHmg3dnnhSgFgtz+rsj+TyDFQpytXZWQqIhTnwzdkfyB9o8Q4jsAFAC1LD05U+iHfS3dx2AC42DA1tzBn1ByP98cbTU0gBWlGeI2EOXZt+tW5cO/hs2laebXN+zyFkb/AIuwdagOy0oAWreuKZBnI+TxenDZBClLBx4cwZGg/i/zhx79lKbSoeiGR+jm7I0H8UH28eNNmUrSjIZaGlOQs2/WrBwCoByrw2fS/o57WQzUGeHkufG9hyIhswWaU83mOM2ZH+lWDhWgd4UoAajz8veKUod3BrhjFvR91OQBXZKXAKc70sNeyNB83r1DoOy0sA06BXqAcRYD83QMDsnHAXp9bIercB7hr1xspSizYPNtfIcRBn9ysFa0GgUxW1NmCzWggzetAqFK1AKAI+SC1g4hx7wfStuzUKhw9UM/irB180b8ODKeiHZC4gOOFAz+K5+zNxHaRu5H5cx7xSm0uHmANRCws8wD9ywPMQ4jUeAM7Poj2Q4DcA6BQR8lYP7tA4g+lQDzQtThxqGQ8lYL580Q5hTZnZwHZDljNBZEa1dda2qGc7XXhvy37sp3nd2HhwCgAoGMV4UxSo+gGedB6jw2BCvDI0xwGg09H7LdMbDIcKAFRG9KXEAEP52yFg9ucAFilL0rgcYwFfR5VuNQvcR2sDJz13dmW6Tv450pvALcLd4UGmO7ryDZQZrwDnj97Wv4trrka3G2yV6cRClOA09Xp+92GQqIVZC1rhXln8WNs3CgchDaTp7fDP20pQC4D2c8BDNKfuNQDri9hC+yUoIB2cja3Omauq27g4047L2bU7PojyzSlv1qlBD28xEMAAA0Ds9w0v8ARzR0Fscq8RwIAe+Mt2/Q66R48KUlrebz4B6thDyPXIchvioyFqizmgXZHFuToQuPt5CI7KDGBEK9KCHLP4utL9PqGhSoh5vfbh5vJ0A+HPIBsmdNOPgY46fjOYpSgz6IdkOdwpyG/wCL4WCw940w2mBAKZEbBbAcGQ6cGfbsoB6nGmO4bgDmlMXHrQdkpyDFgzetOQcKBivWmwZ66jI9sA0pQCwUC9AoGM0H8mt+gBnZwXHHEeFeAerSleQDTps0AqOOIcM0oP5I1+v2bOCoZDh9QiFL9n7R7sbDu4yN+6RPb5jOlIFah5tBBpnhx83j5KocL9oO8dlZZEez5tOGL3EOTqgY5d/RAsIeaGRyFODOfxQCHsAPbsrIY82voiNgwAAI1/FXp7eNwsG0DQdwHfHPt59u9TwvTzb34DntM/uQCFedQrwqABR7Icmc1HF7CyH9LpwzjupUGMhSnm3sPo0pUQGn61XuoF6DWuzmQx5thsNqZaAMi6p9Y0vcKbVJ9gBGfMTvPLUEb+ZU4QoHo0uI4oAWZ/cwG98Uri/BKdOI/YAfk9efS1abDQWAOze9LU4hw8mFelu8ByBTpwG/tAOXsyH5ts/Pnz+ClEPOC3EeH731B+zF7ZBQClA7OK8ONGeHk+Ps43Hg2lRHzefCoiPm2H8WIce4OlK7KDPq4ERxQPo5/FeFAAa89p3DtP8ANpTwCgM2Cw8qX7LIAP6343tcKhgHsgIdkBZxbFcMs3/W/wA3gNwZT1cCI17PRkKfrX5w77U2eyF7M0oI2pcRoyF/xX1/ZS0efPn8VOZCggHZxbFg81n9z93HOzeVrVH/AM0PV/PbHTZwAH5I2G1sDRkL/is8eF71pfZtL4wI3pmzIZ7P2te7aB58BzPnxKlpRoApgRC4V4M3/Wx+/LZaXDzRzyG1mc/i/t9uyUvZkRoI2pW/mhcfJj/c6bKyHq/Vj0M/is+F69+zh53jn8/gVL2b17I2qNRDoyH9KG/O973HAvZDPmjSg8L/AEOPk+HHPHHFoBcfNHA8K/kfuf58gNx2cAUAfNsIDw6sh/SrjUOY94V2j8N/6vM+e3NPnL5efGXAz0HA/RHPmcPJ9PyR43uIitBCvm0G9eVaMcewFK9+ajfidnHm/RH6N8s5DyV++g8e8VELB5tLDalAC4Z/FgN/r67Zbh2n4UpjQerUKDenVn1B6gPnDxC1aCoB6ohYeFxuxenk8BTFB4iOaijQX9HgN6dWbV8mP/nDyqFw2UArTzRCoCA2v6QVr+KoIh7aU4cbHIDkAT34efLgezQlS0sHm5AeFss/ueOOBwNa1qLwC7NuHLqzevY8b+0ci0A9HzRwPDF2c/is9acBvx2cAXAaf3Lhx7AcufPnXalN3j8KVnIUDl35Z9UK/X73AFwt0/tgHHZ7+HvFoBcLcughcB/I6XGtvbs5kMW4hwzf95+YfZnZI4+fJHjSmiFx83iHOnCt+wI053vfnsAGLcuH5+x+f27IIerxDhi4epwz7L7KAYsP0eHdx7PDjfZSnB3fk8O71Qx7adNnBgO778A+wO7ZoB0/JzkKB3BUfaPsxs4MB3ffgH2B3bKUbGxsbKUbGxsbKUbLysOfHoHXZNjZSl5WHPj0DrscrDnx6B12TY2UpeVuPji2PfnHM5W4+OLY9+cc02NlKXlYc9M26fV18TlYc9M26fV18U2NlKUOHf7ul+6/dzA4d/u6X7r93M5WHPj0DrscrDnx6B12UpaYsOfd0x45xzKYsOfd0x45xzTlYc+PQOuxytx8cWx7842UpaYsOfd0x45xzKYsOfd0x45xzTlbj44tj35xzA4W4+62Br/dxzUpaYsOfd0x45xzKYsOfd0x45xzTlYc9M26fV18QOHf7ul+6/dzUpaYsOfd0x45xzKYsOfd0x45xzQOHf7ul+6/dzWmLDn3dMeOcc1KKYsOfd0x45xzKYsOfd0x45xzKYsOfd0x45xzKYsOfd0x45xzUopiw593THjnHMpiw593THjnHMpiw593THjnHMpiw593THjnHNSimLDn3dMeOccymLDn3dMeOccymLDn3dMeOccymLDn3dMeOcc1KKYsOfd0x45xzKYsOfd0x45xzKYsOfd0x45xzKYsOfd0x45xzUopiw593THjnHMpiw593THjnHMpiw593THjnHMpiw593THjnHNSimLDn3dMeOcc0p0H706deuQ9q0xYc+7pjxzjmUxYc+7pjxzjmpSU6D96dOvXIe0piw564t069e7mtMWHPu6Y8c45lMWHPu6Y8c45qmTx85fIeFJToP3p069eFuZToP3p06/WGy0xYc+7pjxzjmUxYc+7pjxzjmpiPnu+QpKYsPvxi33qGxysOfHoHXZaYsOfd0x45xzKYsOfd0x45xzVIY+72R/kik5WHPj0DrscrDnx6B12KdB+9OnXrkPaU6D96dOvXIe1QMMtd3sw/wCSaOVhz49A67HKw58egddimLDnri3Tr17uZToP3p069eFuapBGXd/N+Ro5WHPj0DrscrDnx6B12KdB+9OnX6w2KYsPvxi33qGypBGWY3cPufj4cqOVhz49A67HKw58egddjlYc+PQOuxysOfHoHXZQHTTduH3PP7BRysOfHoHXY5WHPj0DrscrDnx6B12OVhz49A67KkHTu4fc5c/Z2QcrDnx6B12OVhz49A67HKw58egddjlYc+PQOuygOmXDh9zlz9nZBysOfHoHXY5WHPj0DrscrDnx6B12OVhz49A67KmefD+b93n7d245WHPj0DrsbHKw58egddjaDu87xzHx+BTO/h/N/V48Dr/a15UuFvC30mc+YFO6twDHEG0pQOyFaBzoAVZAaeYH15DngFp6ocOFK+cznzA+2g0Cw0EWUEL4DAcPWZv6AX5Wv1wE1wzlHb8Pl53vYAOyFsUH62QH6NA+qnO1ino+aAW4Bjj+RYP9jfhxBGA82lMcw9Zm/oWpwrS4XpSwAej5oYDIXC7PqWH2hjAZBUk6eeHbwjIjsGhQA9DzQDGO6v5Ie2/DHEG09HzeVxCnLh2AqPu47OALM1ABsFLU4s5HsBTurcOHEOfdTmqKROjiUC3PrUhHAS5lPDJ5ATFuK/mxGMXfET0TK5NBRHPyFAcNxPEhkTqqeKlPKlEYw5LeU8ubeOCzDx67gkKCzEKoBJJIAAGpJOQA3k1OoiJJIAG/MADWe6PFRkd/AFOzal2eHQMeZi3IOHcDAC+ACghgOgepb6vZtCF/BHu5h839WSHm0/oedVXCmP4xVPqDh3BuLT7vvd19qlnDBEg5EamwjqbUxTigQg6EwkvqEhj5YNpKGpxGoOvl2MZSQ7DSf8XRkZSOeUU1kg6eiX+LuG3hp84cPM12nZ2OFb9ks0KoF22SSSIAAaSToAAc4q+FsuqwiJyIyhQd2Wh3jIHcaleYwFs0rQegY8249b+3Gy0x5tQqz9gYDsZ+/dA1v0teOo7QrB+jtY06xIhQ2enHqUTJYxy8XITQ4qYOwodS2DT1wRdrhQwynHGXwC0wdLAy8AGhZaBsAZBmeSg1ZqAfRHHRkPyOdsYCvdYXFa5dtAENawYuHXBIgySYAMz7akiFSd4y7io1035EZ8CKbStLX8eAep7uXCzefm050/es+pb6vZtGNvFd6vp93cpSAYcjZDjmb0+ZvmGSkn9O0oUlhemRG714oOUcufbLtiy6RUQ0tPnaOQNPHZ1YXVRkyQhZBiA2mqjghxIj62N/dNhluI5a7peTUn4SeNNgnpWoPUojvoyNsVZ8k8fJySfgpVSm2HdPLuVeFiAtPGhAu9eMu2hGp2m0jlOu7rBKWrb3CskHrlFIWQJAYyZkCpUEgHQGMyY4c5O/SOYNWEqWAezxDhQfQCtB7Ad4/ejRDA0uFL4pUGfUAb0zy7rVxI23rG9T0gpSrHGufdKGT0lYaJPVyMpxaVJ0w7MArB0NlQYbPrqjBTTyJz7BFIcC29VTkSRFBSYTLOn6mYUHCcXev2ZptJOrWRmt6RsJ6hdPMVhFkvIrE0UqaKNpi/DcQJjTpytwnFiI97b9FiVFfvHbB0k22+LmCz8mqpRxSRVFMUze1raLV1iilluAT0dxHtvhBgkBwCwByJWQDqamCIOo0kGRu5/Mxv49KgHmhYOIeNM+aFONQ+rZWQqPo8MUx5oXDza9PbceGyAHm0pSo0rwx+9ze9AHuttCpqh+EAbtjS7HStKkzMmLZ9TXQjphKVpeaa4OeTPUya2UePCxqHxiZ8oQ7Lp9ERM0XNE1JCLxo9VEU6Wfk1osmmWAdDe5dtWVxXbi2xoCxAk8ANSeQk0gnQTU1YhYBpgQ4U+iz6gcudvrBohgez9XRn1AuPHoPMLVw074TpolSFdOT536fNcenBHWG2RTIym5IhJKww/dtMstuQ7MMx1EMTP35gt5U27dpUNKroS5d+18ZFplyy9nM08alZDasJapM4NOc0IUm1LpZePHBaIYWOPHvxQ+4ZdNGUhdSDxYkuQyvlWHjps5D8SJaUtE3b5y2aIOmHroRrb2mxeJW3dR2GZUGGAyzwmGjMZxFIIAkHdnuzjfMTnxJ7a3dSt+yFe7ACDNf53ceFw5hUMA3s1+iGQ4eqzzd+Po0EeAYeAY83DQcOjNw/F2H2BS9wAKBXnmT8I/0rSwmNHstVfSLvEltVl3G0UwOprULyElwpQ0rKEJLh2HzqpDqiZnenmVBDUDKc9NpJ1+QIPjRB8XfvShV42Ll3N29asgG64QMYEzme4GkE6Ccvl50qwqzgLcQ4ZqADT0A+/ARqOzaejbIgNKdKfk8wtboI8Nq24fCd9Iwf0Ge8v4Y07yy4f/AFfAz3D7eHyFv4UroqhlNfLESaTd4zD6QVFyyZVVyRMpkpNLtv3ztw4ZfHj+oIuVctP3zx24cg29YaevnjDtirbbLI4/Xtk/s6f9L5cx41OFuB8/t9/A1Zi7Poj2Q+iOA6Bf8VwrzCl8Ut50x5t7WEKcQ/cvrHNaCI421lI6bUNz+kpJ6e8GkVlPg+dcrpfTbhQhEhYgUiEjDcx4VRoyQya8VSjyyllloslrJVyqlk1ZViDk8w/dk1I+XZdm3kb28I3nCroe1R7vPTqQk2nTGK65Jxu5WKEVm42MQuYlu5bmJJ2BxWiSO5hRcdxO9B3NJ6pAQfKCEANorsqJvsnhfk93upbTpWaEOATBIONlVclBMFmXdlM5RNQASYFS2Cz6ocgqFKUEBoI+Sxfp0ps0QEPogPpcOfZ/cuXEQveo8niyNA80KX4VyDFP52Fx4gFs2xRtMeaFKs1sFrM3p5MPzCFRuAB5u4O/LIeAEDiBnw1kDlSmgGB7IcOGQ80KWdh4V50AbbFgoFOYe0KUp5vXn2gtjYAKUHs0Gl7UsHZEbeTC9+NuYjQaLTpxDhitLejx5Y6DatxHduM5ZRG/PManPKKUzPDNB4cKVG7Ich69dkC407PEBvxG1foj14CPTbn/AFE6qtO+kuGoXi/UdNqEZRw3GcaocuoZVYsOtlS6tFkQvhdkE5wy5LmHrssXcuzCisqxh25R4eRyptYXTqemFXxpjnjeda7w3cWkiJ9UwSsCcwQ3FEDw0EDBHIS9A8EZrpdFA8EThB8c/FwTgf8Axr4uEPmAOAz5Hy5XteWCr3bdtbjO4AtLjuR1iiwSCVWWzAJGUmDE0g5c9KkJp6I9kPD97Sv4qwdQpxoNdkEKCA9mwjyAL2Gg1dWAPZxDgO1aKHd9fvMYth5CimGtwTqCW4ciVIS4gQFpP1AnH5BXRVkk4UUpTJP2dL4Mvih8gZcGiz0LPHL5hvAht9kN8hvTAt/A+2o0aVr/AB/Dt8VAaaX/AO7e4janKNv2fIg3iBlA2basxkQf3qNO88pynCeXiPnVkPl5vGmAv6P7l/dvcebgZpQBZuObdWaB+tDz4dbiNKQ4aKN4prj1JT0TpYT73S84tH8vjkOREsGJzxpNM3F6ESVUgs6fpkPPkduR8DMC/XnjTxwXNNL7kHDx1YuZabZYDvjV7qWT9IcgI0n+qSvmlOMjBRmFi76XkmIdLxTMdcGKYrRIUdPEFCMGUx0cdpLxaYV1Zpo45+LIxFQNM+UFwDpvZNot3LbXRiFtJLFkuIZUBvsuqsQAZnDB3GZARnHHmDXS4hQGQpSl60CvARy7DjyaDvGmyBwtxr4Uplnpx9m1aCLvhNMk4AQjUUR5oA3ikEwyReFnR2Iouk5CMNoRN6cMOihN2aV1iPSKeXeGjb1yWLMPjDLT8w9duXQNPG2GB+oj/CTpWxCkpa/D+7p3lC4hLacSVUVaR5Gw4ppKulKJd0bT1NMUiUcPyZ9PPlHro0TOlHz0saLvXb9y9eO22WhyHpDY9OnWSASMNyc4E/Z00A3eBphPDzl8/MGrJocKhwqNLcqfR5Dx9mygAhS3FkOnD1QoHsDPHbg3Vxqmi6VG7onDrEllDzCPGUNabDE7oNhaZaO/eikKhiEycTJyDG6GnKRAyBpPE2wQXU4krlnjo25MOXR1nsA92/Nuu9TMxdZGgnTnqXmyUhglMKa0NxIsRMUg1MPI8MOTSVH0VwyVZSkxSU106VcinIhNp6y/VDrTRlp+9B4wy2y7d7G8pvCyJxNb6YGDGDEqAzIIOIgR30gxPnSfdXfIBUA80ONLdWf3KntAOI1HZ4BcA7IWaHh0Zt+tWDvEOg22aAB5tWQGvZDHDzbD+KpTqI86CHCNqbG+A3asipjxfKKberKXsDzJgFXeoMXwkrJcatqKErunTl+2SNNkYRNlG2wcv3LwGyxl86bYeMiy8bAdpuXLdsDG62xMAu6oCeqYBZhJjQTPDSREE6CakpBkR7PmhkKWzQAEQEPJWDFBpxH2PAMB2QyzenOmfxVg7xDoNAptXa14b+vRGj6QJ+qej7WzLx9qZJwKafSbdpcKKa4oNxeB5PZLslUiOpen4QPvfiYnKOF8mYIiHaaaY8oy7EPXQfv69ECvpBkCp6v9bMu3Opk5ARN9OR0qQoqIZ9iMROHQMsm0mBZfEIRIPfioFKuEAmWIshRphjti2I8h23Zuk6Lprc9GHx9InRwSFC4ukPX34Y+zBnQCcJ4HwNWIKej5tBryvQRAceTAPAB41oOwyFRAafcWg5s1vfl7do6pIb2rdz6kJowpJWR+qmAZiTSjd6puYVg1FToxcqa09Q0JSiVVYLPFOFk8iyJFCRVRSeiYNumfIE3oMNC87DtqRUAoABT8nhxG+Oz7cB7dt0uW7gxW3R1BglGDAGASJBImCDE6EGACKiCNRFFOlahTAc2ePkx+0fZSmy0x5oYHh1ZyHke69OfftExvFN54Y0G6gNAEii0k3E0G9cc4jcrW4sMTDag5mWLghHEl4PfLLKCxA0TtRk8MMTcE+7JCuQswWah/4s0aMAqi9TZaGQqLPmhYaYz5wWH8VjOA51oOxbqs7orS1koHEEYSyKy5kQ0qQciY3wZAQcjx07qcAcezwGtq8Wf3O1qcuNx2cAUAR7NQEBEbXpVkKV8lelMhWl7hbaDDfi7wDUFoBgDSnEen99BhdRnDqNTZWxj88oYCJXDUMHkYyfe/JjoTicJFRZfuGfJmxafMgwLbLbh5ZpmXWes8pV6aJRxvPWdsT/MqVUt0lhcjSKvkOI4j+Rkt6oEkxg18iQkhr0RqNTp8q48ilJB4wHlvKC6B0w9bYoLyF71uYNgI1wtAUB1LAyToACWJgCke0x7vnW3QZsHm5AbCHVkL/ivrpz79k52vQe7LIB9G1s3D27aekTP2UepWTkGT/krFrqMZQzASTq5CUYPUWIYXdKiSnKZ9JOnHqPGKHD0QJbsuoJZ9y2yrpBB72S7RgGBLvHT5uDExvwZ2aoppR/KrdO6C4u1mIkul15DESakYymAjygkEWVnbLDTbxIVF0i6cr5B6w20bIOTkVQrEawmlxUkaHFJPOETb+r7RatqhZp6SOjVA1xrmQMoqYiwiDiErmCTnnMHPlrOUeNWLhCwjSta8OrPqDW/IedwHZwBSnm8BsLPVnIeS7uHv2rzfhS+E2C38o/oZ91oBEXomQh0YpnKMQAS8sDz5K+WQnIKEKr8XoW+UvIim/Gf8EfFgcf4H2+WT3307NL01Jeyn3segyK9GSLMddZhiGtScHzBRZuyANKz0GmmHiyqohB64h1PdssMGz7otFUUxEjJpplTXYdS00mfPOM/rlpSOkW9ZBMBrtm4qSSIl4KrwliBz1pB5HsMn8e7gasXgGABjgIUpbIfuXH6x4iA7OBmvZ83ICFRDHnM/uV++o94VoPk5bdvmHT10LD109YZeOnjsQbdtu3nZaYbYbZdiy2w2yINMtsiLLTIg0AiA129WQuz5o249n1mePkhv7ed+G3QTkeyePD7x9uvPOYp4BgOzTzRyHrBn8VT6h5jStRWlmQ7I8rhYLhYfxYVH2cKjXOyMhx7I8qdnm0GfxVxCnWl7s7cX6XdfOnHWFMnUtKeSK7EavGWkiPS0tp0FFuFFSHiaRFRuII8ht0VRj59wwXiAt8qy1il20dTxbcMuixV92hYOuWtsWZVZVLAM/wBkEwWIXEQJzMDM8BJgCldnUq2Hm+2lQp2mQ/pY/wDncw6bKyGKMjjl6zOR8lfxG1bhxACrVaXqF6VDIfuY0/2Xu2gb3cuvHUdqM3mu9G0yTSiRCVZSaWYzLI0n0hOhNCRlRIIGI3iVGF2rLieTdqK82wnpZRww9UXrxurLb1sW3zwW9ouXVRraNM3YRY0xBcecnLJTEA57s5pGvL9lTzgzYLDbpzEM/is2zTnfjs4Ax5od1PtHyfj9vHbQ+pjUPL7SbIaZWouazC7+DuU6AxEkV/NlMdLC8CYKkRTBaTkx8YT3Zx+wYUHDYumjbkfIg9aZaFsGWG4Jg+FX7q0AAO3qNtw/BAn0z/35B7+vHbO7fs2iFuXEQkAgMYkTE6jv75GRFSAToKspMhi3EOFw/tPEfr2VkMWpdnh14+b+Yeds7Vrg+FX7q0KfjNR3D/KfT6/78/z17tt3abvhGO7t1UT0ljp4lWM9m5hzaicnCUJsxDLEikIgqply/fsNKamzFZtomVZdFnrbb5kqYbCgMsummmgDbMbXszMAL9skkAANmSSoAAnfPDjlrLCeB8+ffwNTwiHq/VbIfuY+zuyGygFwtwDh0tfshf258Nkp0+ru9Tw2h33s28imTu9lLRmTl7L+B46Y1MT/ACcnYkbjN8vOW4dSzb+HXIK6IKGfIA9UHbKwYEXJ7y5dsXbnzWABsG9rlxbVs3HJCjDJEnUhRkCdSRvI3mc6gAkwKmKDu4BnIW/ehXlnwxs4MB3ffgH2B3bNAMDTlnIW/e+N/dtEVult4rMbeFJGrFQmHAUFQK809akokkggMQY+XXzC8joRZl+7Wlj5cPnmnSkYaaAG3JIXJV2ADRgREKQ1xVdLZJxXMWEZmcAUtJmBkRrmZyBzl8Kl32NoL9xRro1E665UaqYr1FRGhxItSo1VRbKaDn6HCqJCropByNDcNqRIscLohYs6PnQNqZpt6fMMi+eMtMMeaywAbTobLVxbqLcWQrZjFkciBmMR+OvPOSIMUbG0duvTeSSm3fi3poQ5nwRMSMTOqGarEpINfQE4hp+4QV54bhwmwoRMMQxCgvHSR5SJCrTTxKYUzgMODFCbTXkwbkS2kXFZmQMCyYcQ4YgCN+8HKJ+cUbGxtHfI7eQynnxrn1NaCYagiYaRMzS1DyfEcaRcuOIaYgVfKKTyE2C7iGH5CIDsQPTDIReRF8CqhJbpn4sbBh48o5F7JuKpQMQC7YVH6TRMDM7pPYOyXwqRDY2NuQIt126Z4H1iyx0FxJG6iR1Ozggg9MSAYGdwfFptOV4TTUqYKybUH0YlEZ9CKY9dp8ro0egRU1kodeNJjp0w4aeKCeyZkuqxiIXEwUSQJZogDPMmchv3aiVdf7G2AzWi07AMrpkx0nFip1QgqAYxi0gTO+V+JmzsOQ8orBUsb+LvHT/4q/fk3box5F67e+Sbb8m8Yb7LQQeSW3q88p/7kieu8eLwfL6Xs5YHgyeStC8PJBRYXYJKKUsVE0noxg6SXFN6oKDo58WB8fLtH3LDQti7ctOuyDW2b37aNhYmeje5kJ6qAFswYnrCBv3VIE+IHjVgHY24M3YOoiYurLQPpm1FzaeIr2Y014DMRHFbyHUv5FRBUWImXkxgE1L8uaEmXZKJ5ZkHQmHzQtstNtPGhbEdtz6ndW+m/RnLd/NnU5N2EpRQOwYeESJ+JDb54qRErOyj8/8AIUIQymOD8TRjEDRIqZNsIULpCsqiULmDYlALF3z13cXENtbmIKjKHliFhWAIxSYGRE576iM45xXRmxtXFZ+EjSVj14fO6ZNCO8S1PwYnH2k9uY8tZAsv4KUXrtsWHzaSbLL6sr0diw9dCXXUaHz/AMacP3LZN27YZft7Nk/8Ix0BxnMEtKOfaZPnQ7M0y+cFmEDV1LB7LpK8oZ8oDgwaidKVokTIZSXjTl+5+WY/CDE1gyWMOW37IA5eP8htezEx0yZmATKqTuhiApndBq2FtY89mtT27G35SB8iqESammHCiimqJQufT1AgYcnCJ8iccsGChwmbLtvHBooacPHb8uYcPG3L9y2w9dNtMNMtD+rboqtGxsbc46itXmmXSQlwyt6lp1wHJZIjI+oJcLKMdqwJBRcUUsu4NqBIg+advGXpgqWMuH712IstA7eA0yAgDVIZlUFmIUDUsQAO0nIUro7ZeVhz49A67VOd7Pv3oJghU0ZsbvnXFKs6QiCfZdM1KjCCZLqYLBeUomIZB89W3kcwdEzcNJ/kXy3VWh5pKVAAHrTJyrhyLuZ1F3xG69iJYSYfQtcMgFVbXVIijI6WSjF2/OKSqpmnRJPIFHLJftPjJw2/cl3Dpnznj14wwFx2wXarDO6C4gKFRiLoFbEuLqHF1o0bIQcs6mDAPHz7ZyqSnlYc+PQOuxysOfHoHXaBTf0a9dSGguWWlOJtOESoUNK82NSCbLOMny7CaHFjs3CpyHz6g9cE3C4VMuiBxkyWdtsHC7LL0Ge0w0DTI0CcqK4shaA4YiCNo4iWH4MgyEkZRiKKotitZTodhiGYfRyj0+rrsQLyuZJpSMjJZFw/OqKmomyxIiUcvTBl+6cu22w0W6rPctiQbQQuTAEOCwgzuAMyBFIyB4z7KyHlbj44tj35xscrcfHFse/OOfDv6Zxu2f8APCdD3+6xkL/x+23fJrU/pp1GtxE7096h5GT3eQgylNxa7k1NuAZoNwuwvCosobcRMwQvrjSIystI6uCU0pgWBRFLUQJ+WEiZ8nIuW2MB0JOgDKSe4Gog8PPkjxreYcLcfdbA1/u45nKw56Zt0+rr4xN7sTeNRZr7ijWugRPLOHpdudKeoxakcjGEFdUlp5F5BIUYlJBECmwoEyjKYbfsoblsSJUTLl20/eB8YeAyztqrdMbw+fGtyfO8wlrOJNl2Qh7SHqQZlNKx7A8PrCKpnYY+eU5kAX8XmVSJV5wrK4kYAQ2vjacVRS3xh4oPAJdgw6dl6LtFtjaCknpseAwQPyYJaZgjQxlnUwRM7vw+dTchw7/d0v3X7uYHDv8Ad0v3X7ufCGubeUaP93TC8MxJqkmcEJm43NHikEQYgoypFseRc0lu3b1VNpMMohcwacI6WD8u6UYiWHiXDxQ4cT018qMqSinkzWPaEt6bos3jZWKGNMUzn65FMElyZ6LpeRagKkGR6ipZ94DgqsgiK7pl0sogmhAiZWYbPLSann3pYkomShk6RdGbdNa6ToukTpP0MQxcdJmYzjWM6QYmMuNSI0xYc+7pjxzjmUxYc+7pjxzjnEHvVd4vMfQGv6JUiAICgmN3OqLUejySid7GD5edPYbSFU7DhZpaQfkVQIsvVJwwsGGgcqDJgs8aduKssADYPNe62NfE/pDb1ndv6PoCfwgxJ7VGUil9NFyrw2ClEzbaIaVmCnzeXPjzgEgG2Cbhl+DRM52wBoWPJtNC1tR9otoXBxE23tIwA0a9GDUgEZiY0pBy5zHdr55VN9TFhz7umPHOOZTFhz7umPHOOacrcfHFse/OOYHC3H3WwNf7uOe9RS0xYc+7pjxzjmUxYc+7pjxzjnDfuZt5PMneXSmn3MKZcvoHl6oyjn2ryiSSECv15+TVUtMhpAW2VZRaX1BRfsH3z9XeuWnRZ4wWYdOXYgy0200IzHhw7/d0v3X7udLdxbqLcQkq4lSRBIkjQ5jSpIgwaWmLDn3dMeOccymLDn3dMeOcc0Dh3+7pfuv3c1piw593THjnHO9RRTFhz7umPHOOZTFhz7umPHOOcSuoPeZq0j96VpD3cxeTydEaXqgl0ox2bmw/jUymH4NeJ4TXa+TS8HO4YPF112+CWjoPjT2I0tp38sPB+LvPiTIGpaqYsOfd0x45xzotxHLhTJttgfIiGgNGYE5MMxIqSCInfpRTFhz7umPHOOZTFhz7umPHOOZTFhz7umPHOOZTFhz7umPHOOd6iimLDn3dMeOccymLDn3dMeOccymLDn3dMeOcc4tt4JvYpLbuaKZcwlNKR2qmbZ6ZaAtRGlHNPEtITj1MRiiGolE1+WiYxEUxoHfJx42+NA9T3BcsfdPy7p+8bfumnfk26O6W1LuwVRAJOgkwNOZoBOQqUmmLDn3dMeOccymLDn3dMeOcc6xih8Kt0MpCwlw8q6V94mmL61T5GQ1CR8nySwr1bF1/CxMM6h3Z0/V4y07D4q4feeAsekAht0xpj+EAaaNVE+ZZ6fIP0t69IHiaaK88h9HiuaUkoAhqX6KbYTTyn8ZiddS5yxEoJxF47T3hd29Koqi8aOPyznyHZeNPGcRtmzMQq3lJJAAEySYgaamR5BqcLcD5/b5g1O3TFhz7umPHOOZTFhz7umPHOOcIO+K3iM+dBsYaBUGSibLtQJamtRbqVMxGo9h5YXTBSGnipAZMX8MPEqJIeYTVYHUSKAsmjztWLdtksIkhB22D2UzUpPAnpskVMqeihAseTLJS1h8YgMQHLFHdL8fxOwB0kSBNhZGfmSTpRVG2jjL12WbNuAbdu3g9sBAO1qLqFrqyQbIUuSMgGXGCOOWuVIOXPT3VvKmLDn3dMeOcc0p0H706deuQ9tZyJfhNMnYLQlGKIx3eO8ihOGkd0wYVoiiWSkLISEluHj50XYfKKsqR4VIEnLZh86cMPDRh2w0+fOnTIi22yy16Q98JjlFFqKmxJCu7s3k0TQ6slmDyOvw/JGGFlFVSTwRB2bTVVOjsyRPFXgstAw/LP3rloQHstjQa4/XdlmOlExMYXmOMYdM/fwNThbgfMfh5Bqy/ToP3p069ch7SmLDnri3Tr17ufFMZ6pVg9u9Jg6y4DgxdgiISukuYGoSD4Dm2htEl+Gl1ElWtx0gw5MOHCKi7eODhBRIlSURpBRXdvGRZNFXJ9032TAaL3NWsubWvnQNLDU1O4jBidMSMYnmakKpSAEdSQoYdlIPj5chhKEmmqy3EZ509eJyaXbONvVYwy+NNPXjp24dtMuWdulQ3EtiSz2zcUxlhBUZzmD1hAiozic9Y7xHy9nZUpVOg/enTr14W5lOg/enTr9YbLTFhz7umPHOOZTFhz7umPHOOelMR893yFJToP3p06/WGxysOfHoHXZaYsOfd0x45xzKYsOfd0x45xzVIY+72R/kik5WHPj0DrsbFMWH706dbZyHtNoJzHneOY4+dCDD3ezD/AJJryELYDPLqx6gXt7aBYfosELgPZC9ApQfymb/rfLFQ4X5A4Q9Xn04sD+QF7W5048GiFgozxG1OrAfkBQeQUDAAPIJrlp7GBtyrbHnM+pan+tEB4BwUAoIWDAcPWZ9TNq0qGMBkEYC2OPhQWeHYsAcPRvwDgUwPZ+qn0mePYtTOeADT6QKnfx0/ZunhApoBQA80MM1qFOLP7mF7YrwwPCAD4TcFN0FPS1P4u5E2p/XchMPyA/NbwCf8Qv6NccLekz6gXt7QDjwgA+E3B/Ig562p/F5Inh/XdhO/oM05Bjl0Dn2v/Yu0f8jc/wAQ1KfbX9ZfeK7K0OaSdKqvoq0fKyrpl0+qaop6XNPyipKShJmXB1QUT52VEIGDh48cMww9Mmjht+9ePzJkw8bfP37bb168abbaa27AhbTLpugdeTIrgrT3JCEIoR3jb5JiSFpUQGgL6W+flnpR8+T1lJh4moEnr0oYflnrZUy6abLvnzloRdvG2RwHQYH6hrRlYP5lDTr/AMEUG3HzRoPHIX4hkOrWQoAW4M8KYEPVDvG/9zS0idGhwrIRCDhEgwOHv7NDkZk4jmdePMDjw7fiKq/wpP8Ald7ui1P1aqD/AOow6B9m1qsA9DzQwHDuv6AcrVDlxsFTn4Vygl4okzoIhg4ZPEikRauy6CbOJj52WUihdXhV8nvzKeYeuH7pwecOjDb0o+eF37t0YYdttunrLIsD3fIHc7Su3ay1MHVrp5mPra1UTigCS00xgSQc5J7wGoQnMyInkMv1BIhAs/TpLoj5CiGJVRLJQ8ixE/eniiK/VWzhpJUnbAlh5VZ123a8KBkPQF2xwUARswuEl5EmAQcuJFaGCiZmQDAjfK7/AA1BzPKuIN7JJzURpN3q+lvfEwDIWKdVcipZS8ZlpOKX0Bpja5HktC4JUxIXORglJLsofMOyDCFMd7EiCsOSbpJIxTDyilxWrwuQiFPWR7alp8JH3RcwCxMFXUOvSpWnxZh+ZhqaUoJpJKglv2XfaNJ6irw3CcVQcwfJt9pw+dlooNOXz9lpki/NsgDe2BBvVd7aGPg/82bB+3JgcMCGf4xFh6BTPTbV8Va6N4NHb1sxHHwaQ3GZh88B89MRXqLk7EL58+7QNeVevVfTmceNvRa84W22haqIjWt9qi70b3GsXHC3Wxvbu7FtTjGQqsVZFRgGCjI4gMysTFSASFDLmogEOoyBBEiTwzrNZ1/CVN3y6Q1eD9LaZNvWxOVdKH0WCpUS0kzMIgQilcflX7gsUWTUcwugKTyG3z3suFN7DcNRYpvir2hFFPMPGnjvMvg7OhOe2iHRrGLOodFCBI/n9NxQnA7lEywy7fSyh8xDiBDqMmLJR2+NukyJVVyjtqKgisv3r9DShQUhVacrhJUIktbwtvFd5jAzoXEFfBy4sg9y26YctOYW1Syuh9025ZaZFl007SdPhNhp2DTLAsuxZFllplkaWCm6ZV7y7ehRtM+W0Gx1uO5nyvgiLI8g+GYxmYe1YwdEBKXcKr0RJyTEMdHEEtJZNMrZWEUk2bXzCQXUU9+pOk9sm6OlW3zL53pbuK19L167cd0DJaVNi2m0i9JhDElkdmmABiYKuZjOaZgEAQJBJLqSYjLI7hPbG+axf4SpqsmNpY3Z66ErFtVhWLNQE1oR0+vorQzLRJXh+FolhqN41jJtPPMu+2UfRBDcv1CDXxgu25PlyMSnDKe/LGy7oyX7u3dO7T0z7u2TMIQVKOX8LPJlNwujFpozuMJBAzMSZcSCXZMLJ5Qih64eqpaGGlZ+ceQ7CJI26QUJPeO3JYs2bbOHznlvU9BKVvH9F8xtNzxWJw1Gb8wkx3KaKlB28eJsOzRhH408h0wrA5KmjLtEWSZ5XhKIDBMq/PlEGIlI2QcPTrgu5bh906b8yLNEEOQjpZ3zEgZ0ae5vS8QCkJI+odMg05H0qZ4pcKliKYUih0ehVyZfP4jPkgdPlc3AjmMobUTxZQUTJmEjZt1DBbS4yWdsa7tGSNaRLF1gcFtgzdIhaIts8qQxKyAQDlFSJKwDvk8SMt3v4TMVZ+iWF4ajRAVIUjGHUKLIXXyTxOXYbiVIILqAtJ5ijL8irIyoUNJyiTfgAA+KnCz5w8AKNsN0tUofSaQt0bv89L0JaXm3kGaYN45CsQoMxZDEDR15CsNRkmguFiyhC6U29fOElMS4t+aERQ6205fCgp6zMCEUZpKhk6VKke4Iy+E6bqtFQ35iX8czcnRGL3yROG5cwFJKP0+JYoWzj50WTUhOMx2jwggu3504+dOWReKgvqC0BYqdMi4Jv9I6HNNGsHeD7xVE3tWuqT6tpoltJqDX0IaMNM0SmTgRkULKJVacOY4jVJOF088nNlHMVREsGDK8hQ4uxJFJxBfE0chCUHI3ypF67Z2h7C7Oy3byXrbi5b6wtWwwN0vcXJVZJUoW65IAB1ASJnIREHed0TrB5T2b7P1PRsFhAcY9Hh5O3X0aXxTza9k0PhMu7SlDMyYcp4vGf7MWSujqLZeROCZKogdTWYigmID8NrfyedGLXDRsl8pJhoCpkXLkTDjyb0XTsW+yxYT7NwsGAvQLUFn1KB4h0AMs0Od2NvSdI27g1rb4wlqjiWLoceze1gLBqCGoYgdZjF2ddwNNrUY6iJk2KM7fNJzZVqLETyIGmXbJtky88g08Es/B1ptd9rL2FF23ZW61wNcuriVcKYhljtgSerJbeOwlznKcgct+Yzynd25DLcal5D4VRusQD09RnCwShIU4VH/FkH1hXmNLbRc75Tf26DNc+78m/prkc3OYZkxsuSuUEQIwl0Uh9A+LwhM6FIsVwNqrqJVJsu38ko50SzIFHgPjIOnNXYPBbZl7D4T9ulKD/HNmx/tJRt0p/wDCYBanAPaAWBP4J+3Sv9U2a/H/ACko3vWmf8CV51uIdB25rl4XUe23pPYwtxGRsNoAwwgwfrJzg9mvDKwy/MbLmeXLzJ5RKBu1L7ubQCIsCyI6KNK4iyIAIsiMioBGg9lhpkWgGwiDTTNa0basIV7vhIMRKUttaG5rnj8wJix5CUg51RZNuOSEtoVfxREDUOwRNXTNGCgQSyvlU9MFdUkyGlNyiFVhWRiJw6yw7fqJMuyYMl7LUk9T0utR2miHtU8kisSxrL2MYPiOMYJT/kE6lRVEziHjKwntJhRAMl3h9yqqaohGSCcVeOmnz969LiDAi9ZYCHf9PLnnb+Qj72SlQ/ob4v4AH+hkK1pzDuxTo2jojsyWWvYQ62ilxbbXARaa24YBZENAiW0MiQDULIMxnwJjlv8AhWEB8J20jgIfqMt5dkB/meJY4AAAR/l9XEacfHFG/wAE66R7D+gz3ltqf0PEseAsjak+uNOFOgBamcfp5U87fyEjeyWAB/mb4uyAhf8AxM9KVsNeOKN/Typ52D9JI3sdb/0OEXcezUf8TPS/C/dTIbQ8/wCzhun+srnEHjPnkaQP0fBgeA4c/b4d27vfecyj3j34XPwWSY1LSj/A2MBfL36IiXcMQF8vjMT55/JYwf8ANyO45+Vvkr5iqPzh+O/JQkPlND+LtHQOPxJSR05BwAfsv6PIPe1tALD++0neuL6Givdy5vUkR0rrCWlvFlY07xaUSUh2oHC5NtTVDTUNAyWTiDL0TR0wPmuSzp68EABm0/YYAKWuHcI05sfm7XTb0Nmui4gAu9KyZO3RNaHWbFIVuXVgE5iTByqCI5d4Pu461V63k0iZ/akt+tuyENWkbNqOtG8k4aSJmLsdJktY2XJMw5M99FMx4kU2YyjgmjmoITDj17LOUJYylLKiXfNFjKe4MsNl1ws7e71+E8BTdKzTtmakkR5f5OyHqhXj7xvtYPzS2Qp7berfP77aCnUrvQt4VJie0yZXyp3L08tQ0vIMX/kiFZ0w5OM7DqHMJOAgSNNLaais6f4oZTy4GjBgiDllfVGGmyjT1kxR4DDGN+zbt2trFy44O2s0stm5eKE2wgXDaDMVQLkThGcSJFSCSR92N8adtcX6e/hN+7NlpISR8uYla1A/OOX8oZawUv8AxCVBA0Q+W4VgxDQlX4iaai920ZKAeTzHxYwLpy0+cdh55N2LXZDb4/CpN1iNB7eoytaiH4ISFBxisZZGg1rYa1twaG+Q3pYW/gfjUbYQH+X6e6CH9DD3DcB2iw3Us396ZuxpbTql7+kxajZ3/hgnSpzfBY+ep6W3zd+UUFFRPm98QGTsfireR+SANfKwHkvynxnyPyY7FyD55xnar6NaVNoxoVZXuf0t2pejCgYBhLS+MyJEYYk6ipgZyI3AYhrv7+PbU9+jjf1aDtc2oCD9NcjvwzNTIjYlFCgjfO+XZGH0BktCEMqkWK7RxUdxKovHDYpaMcZKsME3ovjTTly0Lthtt6xNUIAAB5odbc+zeou6V5gNKX4hRmtz+nI70wKf4X21HWx/H9Pc2f8ASv8AQMUz3UkCnbrf1Qy03e8Nas4a0DTJizUHEBaFyyvpCTl9SWY2l8sxeuvYYLPFZ+lQE4iWLSCEqPkYwrlIfgkmpPU1TaPNAmJBFRWiXZY2oMrm7de4bam6WXZL9kYFw5BWDFyDJ6pJg/ZgEmpGYjfzB91Rv/ChJylCuiqXmkCESBuL546u52wFDsBS/QXfx+JVRHgdeT4jPqRFJLg2cNNGIv8AmPCpBw7c/wCDD0RD5FtoSJhlnsrccarIN1E7q/TuoQM8drcYafJUoshI8gl0ZcsraZF0mYZJw2ikDTouB54XdxlDCZD0SIRkXL4HxBdcsi5ZOlDxItyruz92/qzj3VErb03esqSOram1NJeJcgJCpzx0fhjTnDKkWeuwNsEXJ9XSUBcIpqioo8MwomqS4/h52qLcUxdEK3MVdMPYcwDVdu29bWhfVVHe8M3OjUPxC7m0edK2prRHETaeShSYpoThs+prkHEzihD6cZLPT6iqxIwiEYhhuM4WXVFaZl8pLCNE5uBXGIO0i8dvNm50dxOhNgLN+3YBDJewTLPjxlrWbBGG8EVOX2ZEjOTpO8dnPlzrnbeDb07eKzY0R6oZazJ3Js9pGwDG8m4zh6LZwL86Di4iS5Q1FNbcHosU0hvT3DjCiTSHQiYfFW15KB6yHZ+OuPS2mK3Blf0oXRR5tQ+Y0bcLD/HgmH6jQePsENvu7y9WmEv7mrViuzZhRGgSZyxo4ipTj6CoeXH0TIkJxafhB0aXodTYhfpqU9WCyOovH5BlQEgWYNC4aeOgeuhYevPh7goK7obRONK/xDxrwxScEwhrXsj9rPt4WtK6+kFx3nvYtiJBuJbtlQb9sxFtLY0z6wmcuVD9nSOt8OdTAAyAjXs/SvbkADxdBQP9jWo3HhE7vLp37u3QPKNX1Lan9P0o45iSLV/5FhZAcSflvEcyptR2aJPjokHSkvoQADsqRJvT6/E66oMlElOcgDTZ1UNpKSoyxsgFAHshxEP7UBqAO+XAKcxxaGTfW7teY28PkRLN5IiNEaCtRGnCZDubMo3kUgDMKxGfYJuHKjDSqaaT1FylHjD8gjKqGrHUxUSnaikMpSuUcpSucUk3p2rpBYuG0ge8FHRqwDCRhDQMUEhZKgxiIA31A1E6EieyajxTR3o+oFMJRfIXcZ7tnTZBih/g1JdawU2EIqjBYSXrsGyrx7DEAOJYxHCx16Dxy8eFolh0s257L4uy7fALs0P5IjiPeSaXYfUY+1P7izd5ag5cILoyrxUtaNkyC0OIoYhwiVE4qKPzGjZPmhF0SPk4i4OGxdoyK7KP2i4FjJxNZeuzg9RQpvNt7LLNAIwvqS3K03ozmSlO3BFWjPTjNODoml5Fb906ZZMLaakki0avoXcHnrAvnKU/i6IWnTD3svThd4z8VY/JHG8f3v05YYPQTpa3N0ypWTBX3JhLLzM1MzTgZFgmB2DbDJcYgbhdTLQa1FL1OZftHnZQIgdMsvCjDAIsReVaTG/N/JRIvbb0sZD6pni6uXRfVggAyG4b8X5wsJ4LE/pdm+ZygV3Xu5Zqbv3WpJyD9WWkySUooQNlFJSh5XdE5Ry9hOZsp48LJJdiIoNWjsOozL5OVWEZdLPWDqQqP09chtcJnShp8SUm3LMnLIYqHK1OQBenZp9XW20Pm5Q3aK5uw9JBqVUeRenRlNqZccG5rTPMQ+0YbhKHFw/D8Pw4Rg6FjJsqSNqichJSAXaOLh0kTMKyyeU3rku5THSa4de29Qd72CMS8spJbtpGlhCyBN0tE6LOPUbFcSOkyK5HknDoq5cHEYmdFoSTlaIH37BCIoUQY8jQmpE3/wAlosOPi5OIh7Lbvb2VLl20elwqXtWkli5hQAoyB0xblEyYFVgTA04mq2W/61ETF1JbwCHnmkyGm5mpe55gFxP2ccUJAPFBDhqOX81JbKkWp5gwXLfFDbuC2EOX4RC4LHnx0q2kTHZfFnAQIttMXRdKWpqVesTT/LHUXJtbJrkETLhtOWnLoubLmz0NrLbh2zEMFxEyXYFklE8HrIHEBfItgw0XUSL8XfaLtuHrzj3dm7rGTe7r07xJKV0YdTimFON6+WNSM0ovSHD9/NlZPp5kgaRDKWogpvHMApxRTVyaTDamdVGn7SyvqqsZOKUQKTbUbcGbozXTu8dV7UfbqOfkt0XSNOuP0VSndpl1Bll6IYel6TMqhEsrL0EESIF38VOUBDfKD5Ifp0Yy4jtkimIUIKq1GqcwJ4lz202mxcbaHQ3PrRHT2kILWGUxaKZgXFVIS5nqMayBFSSCI0jQ556TOpGeY5Vg3wp4KSh0AWp+rTh/hTMMKA09Bjny55ztIdv54c1DzM3eUcaftM0lY3nHMbUbHsrpRvwg4kTNloEhlRjlFiBYi2K2zT8sKZDJgIfLQooLrTttOh9iJGl5bNpiQmG1BxHh8KeCkotAFqfq0ofvgR/iYP8ADsMWzTv2tVAAiIebe3DlS4/i8daBWvHaRb6XaPSNrEVFxNmQssSA1pwYnLMSO+hMKh3gnjxHLPzpXHGjfSanaZdDcktIKkpCsMQBJVPlxFy4ki8JMq8QKyUYbj1YRhfOnz0kVUYlWFw8kMv/AC74mWfFnb1p68dNNNVx9GMJ7y/cIFZsafDeiCLtfmjmKZoKU0YFm3pgOuj81kA4rp6NDSs0uywcJy5FCmaNw5CkKPzcOGEdHSURYYVXqPMKKE1825S58Necld4VNxqWD7QprUg/SCWhtzGgzUCK5IQBOEI9aU/mm1Br0o8jmFog+bbEKMJsVfGhTWybKqEQuWjvlvkwqLqKD8E2+ct/hgfSbwoH6GjSpxpS3zK8bddovrhdBbtbSjbOuC1dtHZymBlthkK3roxLkoIKggiQd5A6yRnqDPHkMvxrbDfwgpF8sylOd1hvZHkWfGHTIw83pbJu3vxMXrsHz8GmYzfKYmHbvttOivyODp88Bh02ccstC8d8M6y4Q3mO/vJym0+FtD8VaA9HMLzPTZoR1N3VAcLlZsLxxIT1eG0hpAli/TEKKkg4Uh2KoselYfLJCslLaq2mNLMxYXS3XxdV6OCUu+br/jgbSbWoX/Q0aVRvUKD/AIihzz49dlCUu+ctT4QNpNuIU/Uz6VRuNKf5Ca8ftDjfG4166pt3htT22jEipsdvGMjDMNoZoO8KVJ0kZ0EDSJG84uA0yjnv9lWWYaQSULw7D8MpomXifDqOlIRBs68AwbbJJJMuQKtGzHkGPLmWnBd20/fA7Y8q97bzsh2qB9xkLha9Q4dQ/cu7jzuNdo7NBkkt4bJ97NBrXfrRhHV25iFiCQla7heR0AybGX7xLbioYzbPNQRCsPDEQRSypQqyXBTE2CV83X4kwcfKRoX0iTIYozSzNgDqzx8n4jx5jWg+ipLLiKPbnII+HEsFRnhd1EgAiCRBEkHIVp7IWDzcjyoOQp/Or5C/fcK02qPfByozRF7Xxv2Pk84WfsRbqgQYzQvJvmHjR1EZnPqz8sdcdkRB8WdhEKNV87ZFhkTjqo/jXe02u9m17wju7tFk0J1KSqRczKWUc/Akh4bevnYKETzbiJNMl4ebKk2mWXhhKhNkH8YxM9ZFhhyhoZtww+ZPnU9wZqWaUpQzW+D9agN3pq5n6biNmSmueTqlLLWC+UXZx66lDMaNomfR8hlV5ww0+duFOCYaey5WFBs6KktKL2EJ5u0Srp6wVdedtV0LtOzmJWxL3j/Y1ugWEJ13szEahVmIqwEg8TkOcZn4Vf8AQC/ohlngNLiH7kOe+g8BEB2qqbnIP5Ntvz7YmQn8K0/jlxr6jX2M/m2tOJimmracnLKKeIrCOrkiSokqqYacH0xTTVBw6NEFFPPFQfFTpA6VfOjJQ2WevXBlw9dvnL147bZbaqx7nIK77bfn2/yyE/hWn8cuNfUap/a/m232j9/2KP7K/wD9zvHONd0czugaN2fEVKfvzApulNcvm0/jPM8Kf5LYYz+LC/WvO4X2+zuTQruodCdv8oeHuH/Z6pzYH7fbx2z/AHrEjpo6lN3fqrkXJWFvnpNSZMtQQIKhf5Zh2HPltWCIUE/8U+W4sVECHE6hUmZegYVlgiWDyQu/L+UbdsNwX6SI5+Eb6RNNknNNMJbqaRcVQ1JqDCMFo0RRHqYkk5XFckRfGH7s4pu03UcWIMGmxMtA2yVcOnVGWaMgNdqXXNvaw5t3WQ7OEm3auXAGFyYOANGQnPduzAqYkDManUxrGfsq22AXC3LIcgDj2fz+GzmQvgcBbj6P72/106bU+9PW+r32uqiZM/5RSF3a+nCO5h6W4uYgOe0PfhoRIX+YsVtr0YQwylCrRlOiHUSJqrkAxaS+PQcpxAmh8k/GROATPpr85IBJPVZ8INiSccqIenXut5Ay8k2uzHglHmxH6RqKlctq8ES2UYjTSccRakoyZP8AX1FXVIdhh8pq6elkkRWNHzhRyTckDLx8y5aldrt3IKJtDAmAwsXSsggEEgRkQQeEGecQeXiPnUoWtnRtCuuOUSbJ2MJuz+kolpkcI0duow03x8nS3j9+dRUmIEh0iGogU4Ui0u9hs65iIwZUU1lMdvjJ0imPmTjlgs26f059WunH4P5KOaISg1B72LeYTHmFLGJGgOp6VNAnOpPlpFRV75E20zE6XpbX4cTIlSDRMCqsUh1WNREjnSwE1AoVNuGnLu3DvSJrx3Izd2aypryxOmkmP4OkDMA7Ci4Q7IH4cVTiQ8SnMTkBbdNu2D8MsKDxeJPHjt46dmU5028YbYZaYHiDcPaLdNUrd2jp6jVElzBMVx1qMliQmROaYERw4hr8TRsrRm9UFN/C62qniBh6/hyDi6g3CSZD4tAnunSeaOHC5haVFk+ey2i2t68tsJbLm10j3LodgFDBUCqtxQSWJJJbICRJIqQYEydcgO6c4OWnb41pbd4bs/Q3MZSlDrR0pby7eEalYNgiNE+IktJjXUqir8CKS/D7Rc88g+acvVCSkJxYnNsMGCr1WhRdCG1tkqYKPxYcuTBd68178GU/xM7zT/8AWATB/wDV7vkAB98Bx+HocgSF9EfwhjV9pC08ESkMacZ46V4bn+rSkh5kC8KSymMkHINYKvUZKctgUQ09pmIoseEkssXcFySdHSOlEmHCSkJRZ3GJuldCesTVgsa+4r027zKaehuHIY1pTKh6IYIgGWpmNyEZrb00YUncVHjrmbkumSRtwQMOEhkqKeoC05KsPvjrIN+QY5lbDd2Y27INxbm1W3S28AsiopKtccCCCCAWn83MgyyzzygZncOrw5eRUpfwWb+UJry/s9Jhf7zIL2tIbVVvgoaceR9MmtVJU1Z8vqSXrbi9OUV0y6FwYWjxGX8Cljas/cC/Mi5fKJh08OPXQmTAu23zTAv3oh5Rq1Tt27F/sWz+rx+9+t57+sf7R7vcKqTfCnT8WpZndcKcAoZSJ46TtVayfguGz5xwnkYhi0m8lsYhxDOnzRtPLESissOyZAwcMHyTgs5MNvnxss7YafMdEfox/hLf+dDacP8AdPyg/wDgl9sN+Eoysn9HA7uiOpEadp2ai38lNSC1MmLoaknLaNJiKpJKQfmAsFnaqEHQ/EDaC7W20Y0QTj6mWYLPDLDwHYPhcPHYfcX9/wD6noVQlqKIo3GW8dhuGYbSVFfiKIl+X0wkdCQUJHJvlFXWlpXUZLF09LSUtPLmDyionjDgmRJuHxky+dOHTbbPK7Km1bSXv37IPQx0S4g0W1kkm3dGXbvMzvkfZWADrruzHMcvJr636Mf4S3/nQ2nD/dPyg/8Agl9uLtyHFU/o234+86irVJLBBkxP5ZkrD5iZcsIYiFLitBhBYdxDKQsTIJsQosQRSlqjl+iuUxQbfk4gU3bD449cNPmHjptw66Rlj8I5nPOyDyEwpM7mTXnNyAFUwfKJkcSxh+K49g9RNJRx6nqZYhE0KyiVkU4YTj5d+RPuS5148JnHL0sYZdvnbbDOB7mZO1LTS3v+8K1kzh0a6ldKMDz/AJPoj2F06e8q4+g0uwqp0QSxTG4fKxRFEIQukLiu2Whw4rfFE5j4ywRB48FwLsu9e7VxI97ZSm0X78XgSLiQoU22GIEWk35faIz030IMGQBlu11XmfPbnbN2qZapVdPZ+Fo7u8GzLtn4hpIidIM+cx+LUFKWWtxskWbq0HZePwV08GGWh7bQGHYsstdpgBtgqCgQSCB5VVTxNMS0wmZUFJSUDLkkQTyBJy2ZOHjxwy26LlCZQu6eGDJkw8duXDl229etsMMNNB/O0n3NSdE6dYE8/hCcqS6tEWmzR9rmkJKCC0smSbYMRpIWDkt5CEdxAkvTTgq7JpEQuDUFuXrsw+afuTs9VJo4YTGocbYa6NuuBFsbyLyXSBmRbsw9xj1jkoie3LiYXfzEd5IAq8Jqq1Kac4ck9qDgiIZ+yUQY0JymmYkm4QWZqQKlxQVVTMDrAFkwygHl1yrOFAwL9wDgk9JsmXovnQO3TQvGAarI6Cf8agaof9TzV3/viU+nv7+ASnakN1Jukda0rJt6/wBmRZCaUZzqk7EE70abiZOmfyWTiI6Et3h+GF9iGYemqlQiRfFHCamOjaKxDpUu4OE35NVTRNsnXTUWOgn/ABqBqh/1PNXf++JT6e/v4Blea414lxbCnZNpNso7NKkW4LYgsEiMgWBk66tIjKJ+0sz3/jU7W4p/YkNDf+pIa/37RZ0D78RztDeqyvhXeSfCWJ4yl1XuyEZya0DyGh+JpMyKX3fxqFolUTyRJhUNqcSw+aePE9eTjMUzZOxYustF2Ha4WRpdw4vFlWHkwyVMTIbin9iQ0N/6khr/AH7RZ0D78RztwJvvtG8xZNxQ831GjibZaS+pfS9ARV3NZDVU4wpQhPOWKYbcpLSQuEy7Bl0ZV3aMpjD5xPVST1MiFEKojDCpCqzDCMvMXuKTsmythxpaFi7ctyOtbW2JyLAEqSHCnWIiSJj847iSQDzn46TumrKycnJ6QQJpSSQJpaWnFnJJPTU4q4JECJMs7ZdFyhMmWYdFypZw6ZZduXDh2w6dO2WWGGGWQAA5f1kaM5Ba55IRdI6f8EIkTIK+jqRdBiMymkn0VS6iEwTeuU2NoFW3zoTiBESIZF0ccvyj90WUHTp6krLk+jHT5AzBZpz362u2PZIS5mnH+5m1NTESY+h8krQ5MrS0aOzDgmN3Jt82RcrRGE24aU1+CUwwoOnrt6UWYmiB4nFHbZ8wfbL1BjjPXVvWN6TqRmXIjd+QppaVN2MzriXXMtEOaM4IjPxRNtShdbViUOxIdRGEBCRHks3LDhUbTVEXKKrRYLJpy+h+KIaMPflInd9r2c28w9wMAAhtXAGxYQolwFAYmAxMcCfzgUyN2fEZRrv3V3l8FxnNMWO9CczpNx1EYRok6WtRcYyelrFrp8/NlTcANIkPxQSRiR8y+fPjiajLKytv0EGhdu06GFVBRirp0STCzDNlnbh7d26E5Y7ubSxA+mWWJwyvOkMwoxLHEcqBN2nqsxJiRCJdqI4wUSDl+Zcp4P3RNORUZMdmTXyTDKIhpT08ovyT1QNdw7b7Mj27FpHMsqKDnMfZhZxZ4QQs7459aGMkkef260baanHpz096iSCIlagZESanolw0cNKEOJs45YQRM4ggHzzl2WOnkQnGqGtl0o4cLuXRc0ZIu3D4w5dO3T5tthhlkNy7RXb0Oa+8zgWD5eQPu1tPcFTRjqbKktQvEk24vitKKFJBA7dpzZCKTUGRECQgLBU2SMq5gkvKURqJJHVEZwTOQJFLSoSImL3HVUYupdcpVUxlpKwAoJnM78hqTAkwNeHPSqrXwkSGtJEotQWmSRejzSDp9S47kMixNqa1Qw/JWQ8v4Vcfg8dHoOfQjD81HsDQaWcv4abR0iJ1qIk2JWDhNMh+I4eVTZFgivlHhy1xpg0t7prUdKOU2pqQOirQ+pwjHSKhxzBUToOl+RJNYQ1J226MtE378lAzs8gRhCC4XfJawRabLKsPxElmib9kudJtAxpPdh7oOGdHcKzcmPqZi1xqn1j6q0pWI6nJtxeyaiNFVofiYW3q9K2GnURuROnoLPNvGWYoUlcoVORyYKEnh1KR0NLQIaReCEXdQ7yvdizriaMt0HO+XUc6Y5pxk5W4t0g6nFBVbhyB3ygpO2Xx2HFFy/KAoEENOevCoxGiRHBMwzkOpqMixCEyTySSPteelu5buG++zq6XiuKyioz2AsC2QPzpB/KBcwxBEiryDABiNCZg6eGkj4V8v4Vl/KS0Ff2Z6H/vSVtpuN6z+xlbwH+w61Ff8FUUbRB/CX5Oznm9JHQunS2llHk11+G9WEPrsXl5WwFFcXAjp7mEVFwfXjycgk106iIAHXnYdm1R+04Lg8dOHx169Htty+b1n9jK3gP9h1qK/wCCqKNtv9t28wYa1agnKfyTjvic4nxiX6HafeKge3F26a3depzdc6aZ2z50rwFMmasZGJ1MRPGa2oRg4U1hmHJ/zShVEAy6SolTyDPydDyIlJbnyBR0LTgk6ae+UfC8eN2ItLOgrSDonexu/wBLEjIVk09mQ7h11HDcNG4hNDETuEmlxuHGToLq0rgwCU1Ei4Jf4qBcWvlF95YXoA68nHf8G2/YZdIf/wBNahf/AMZ+c+05m19jtWhY2dxbth+iQ48CBpKLJxRikzmdTOeucMTJEmJOU86q+fBxP5ZG+H//AFgMZf8Ar6YO2OfB1/5rrfq/2bwf8Jup3aNjdj7vOdGtKem9DiOVu8P1V6KiMD64JlIitDenmLYrhtJjg2pxhHR9wtxI5h2PoPcmVFLcuWiBN4ZLnXrss+eMMPnbIi7Huv4MJBynLyde+Pl+tRivzEWYG1RQfBytMCKzBg5FMdKcMxZqNRT8YxKbNmz5o0vxOaJPVtZMGT50w/UTxl6+NmXjTT5vj2dmL7CpQqqnasLllIeVb80HEsfeAndUtHWM7hly6uc1k2hWWcF7xvffbzDVtPOF0qY8IaIoqhfS1p3hqMUsgtwrDq5DCzGcMqkRpSSfLPnBlQRlOAYripNfqLowwQWJrGVlOBk8US36Wb2iVkGaBN5vuv8AeLSLhhBl0YmtPx1pq1MJ8Kk2YbR4+h+OvklDcLq0lJDtwkqK4xBKxHInTx0m2YOqEMQMdftvjKAVMFc53Cpt7BOu/fryOiJw8TYrR9aZqYxEqaad+VV4Vi+YE8wT1goyy0Lxsq2mMQ2ptPHrLsfi0TJY9gHrx+7dfH+FApqVNWEd2xpddqhgnGU+tdMIpqAXRzbktE3yUwmBLxZVENp4XNtOjCcqzYhhh0bEqZcl1A4ni9LvxaYdtWIX6i16AbvTtdxZBulG04Vz1GQCfq5QaD7QG6I7sPd8K+l8JJ/xa7oj+z7hH/1tA3QfsHu28N6B+z/blP8A7nzBx/8ATkQd+0XW9G3TMlt3ROLdlxjK2eequbR+ZGtiXUMqqfqGmbCkeJCQUR4pgxUcHIcKQ7LeCHyepGHz4XBwwZMn3T4qyw7YLu2wF4Mou9A/Z/tyn/3PmD/6ZEG1HLs20l0CMdo2GVDY4zWOsAAZEHTKYqf0YO5uW7t+PfVpDY2NoyN4TAm9djJTlY83a06dL8p0pPIRcxN1xqJSl1SMragYMQ81Bb2FBRZTTLB04IFnMTMLIGHyQLbw0mi6dHey8bLes74FLYHeI6qAFjJjIEgZanPSsxny7arpbrNZ3su61gWfcryO54mxqDIzXnzEE2ScVMz8gqVbKaUOo6PDxdKZRnkFTDeHweOURhRBQbUU9sAO/FWk5louL99KV+mr73C3+F/ZtZ/blwPfoH8YnO2EfgP+FM/txt2Z/wCK8c//AAK+0fcLasvhFEW7w6ZG7STdTmiNxPaV8siM1l+LD0uzTuUpyHVBDgKIHJJHXXEkTMYmFpknMREdPS52A08iyZKqjDCi26cFHx7yld7CW7YbbkSRbtg2NlMsZIUEgkkwdTV4xGeqTqc25efJqTv9NX3uFv8AC/s2s/ty4Hv0D+MTnawHDx8+rICEqKqQ9QFRTSEw+pIT4wBt8inzhJwZOJD00y5LsmXqaYevCbwwy4cg+bci8By6BrsBXF/Af8KZ/bjbsz/xXjn/AOBX27R0xHd7LptlNqlmpvE4ikzq1PQfAqPFsipXaLIWiQ3MOIFGGCEaqEdQq7Rj8o5dmFuIou7UFEIKIEHa89fHiqm5bdEBfOhO9dm7cDEXBtTKQTiu2bKKmEEkk2oOemjZxEZ1BE6YewE56ce338Khm3y06GNLW/h3euqmJpVzlmRLWS2mp+oxcWk5A4RhEb/5wRHqQhcoRSXKgqw8gPFFycWyJw2VU4hSvJpjTRh02/ei5Lvuyf4KA0iW/UY7zPP7XWWP/L/9tQ6c81/T0p6f5yHvaf8Ac3Rh/wAW9j9PSnp/nIe9p/3N0Yf8W9sBcVXutb2vALr9IVOy3Hgwq6kjco3DfU6xKzAA+12fMePLLCv4KA0iftMd5n/udZY9P6/4/f21lk0BbwGWe8QllF805Xytn3KhHguPH0vz6HqCgmH4FilQUnEPoURNKqOmQ9GUbFTcPtlV4uTdHn6iVftKJRQLiSB2XYfv40P09Ken+ch72n/c3Rh/xb22JKHfMTlmjNiV8s1Tc9bzyWSZMSYkFQKozJj+QEVI0CS+IRdEqZD5uN41WDEPuS6TCUJl1B4vRIpv3zpyRRyBw09eO2HTTQa29oAcY9qFwaYRszoSTkOtnGeen4QRloRzmeHLmPHwnYDh3+7pfuv3cwOHf7ul+6/dzOVhz49A67Qcb2LV1vG4CiiBdI27r0lxzGU159w0/MENV50mmKMpJPEflJ6ixA+ftvwNIiDFsOOjCYqsLUznqXDJR0qprxIQ46Ptvkwn13bi2kLsGIEABFLMSTAAA3k5SYE6kVUCTFV8t9NrhTkbfi6dJwwOjK0Yyu3ZRiRJXUXEyAkHlpLhtQiibLa1HyS/UijLCe4UghqLEOEUos2ZafMx0WWEp47MGEk+SLW7NWureZEodMsL6hdJGmxe16H40VIKewpAMrIzah5tegOM0g4tOZhp0TEoJmC7foZUk6TnrtkEMHRxhXKiB4u32Hb/AIw0F7lOR+mzRjOfTrqCeudQ8ydYJQ4f1hzPVX6m2ox+uKPx02TTUCIFB4MUuCUCqyoorsLRSdNu4oMRudU5gtilKyiXT0rkDQ5pc3ue641JwBpHgNqENYO7IjWN1P5tzDjeInMOx3pohB+0diJVcH3bh48ViJ9kqXUHJGH0tAieXUWxUZIPEs9LFRihRIOOBBtFou7q4G1HETaUXG2a4ThUMpBDLgwhmghWUyIM1ckED7vHKRv7zHndELvWNburjVnOzdkI+pXdvzO0LJkGavYWUoVX4/mMYjkvMI+rRZLUqppCa4fSnlwCe+Qi5MqdMPWTSoL92oO2BcFvJ+Ue38aYsOfd0x45xzqofCXf5ZW5+/s1y/8A6/lJtYG1qT6mVpk00TOnhKSQEVanI5gNLKqCVJqClJpNiWJ2TSiUTjD8g04RogUTrpEdm/lhSTUVEVlw2lkzrKQnHDwOSz3TZ5t3ttNx2uFehZnKgMQLRP2bagZDIACTHGhzCwOOXeONRP8AwlWeyZLzdsRTIdKBpWm9rCj+XMk5TwcQY+Nrq+ZLR1C8ZRSZIprtpkwYKuEhCcw60ZYBp0XXovhoq8AXqiXYe/f+Dk6mIanZu2JZSjettJE39JR5ekRN+BFFwYTYhhg2kREtHoLOqCOfdOVEsWV4TMEibx+/LsOmYoQ4rRmaGkM45dc46BN3rrN1aawEbeob2woRh2MoLYft6TdH7ptswiSQdNvQeI0UrSJ8oKSegqCM6aFTRENQMq0ZHYsfFoxjcyir0OIyM6+xrt3YOsHT9qtiDea7nddh1GnZGjky91JaW4pMFSUvp9i9eOziktJRE8eRofNLS+dculOJYfUlyFDZleA3GUJRelxafOklmgN43Ttott0eHoehiLpszi6UL+ljM4NcGUzTKMM56zunKPZrOlag1o72DeQRPpw1Yy3iHccz+gyXsQySntBC5OI9OpQOpEKQarQJFKCpzLOIQ6cyDRtNQ0Qw+il+kCtkmn5Us0T+VSwtibZ7B+DH/sP8hrf5PJ7/APDBFnQfz5xz7OnrF05Y+3RWoiNtQkuEeUM6Yr0GT/XpiSxQVsxESdAy+pySjQ23DoqpksWevVBPKvSzpZKMiccJix8fTCqqtFiblXP8Y/Bj/wBh/kNb/J5Pf/hgizoP58452tq42y0XuvdxbNcYY0RCoL2soRVzzzxSRpQ/Z0jrdu6p/qYsOfd0x45xzKYsOfd0x45xzKYsOfd0x45xzKYsOfd0x45xz9CqUUxYc+7pjxzjmUxYc+7pjxzjmUxYc+7pjxzjmUxYc+7pjxzjmpRTFhz7umPHOOZsUxYc+7pjxzjmbVbUefzlpXlS+Aw1y9XHmX4BX7cAzs1AApiuACoiAs48zoAVoGOFAAH0uFgwPsszYPNx7OAB02bQA4YAa+0GRoHmWAPZTptauehgPVx9VBZH8ilqCNuzcK0DIKIWuzW492WPUD6q1oGbUHfcGBAOmKBXs4539nHZadPyvtZGgebeogHP28FKYIXAaBfpyFi/oBf2XoGcBFPvo9Hs39dm7+mhpvkU6hp5MmLYolgro7EXLIw8hNFISmAgRErfG1VkidaLvATE818WYZKvBfGAdOBB2y2LbuVmlaWpnhyFnHmYtyD8wNpi2K1DlQWePYtQOodwbUuItxHttOF1KtGRhhBg55wakGCDAkGc5+dVfZVQn8JwlRK6W8nIVhLdplIXllAMHy3htUWVCYR9XZQYHQEyGkcyqmCy80WNqbaemFmjxhwjunD8y09euiThhpl27zAxJT4UBMQWExY1d7vqRCQebZYUV6XsDrUWRalFvTb+RkqMZIRGiGzD4QZKvBNLRB44cPXxkmfcnHRdsbJ4hb0QyPCvFi3oBX2cq0rfZohgezxHh1Zt6AD9+NabZDZRAXp9pjQAXsOQAy6uE7o1B4GrYzrhWTvjmDx4iqffwhmEpmQHpT3TEFzmmG4m3NeFtT0AoMwpnuEd3D7uP4rTITcFFiK/kR0LTlMbWzbt4felHNHDp8+eMuXbp12HTFwYA9XgHto0zf0LUpbFwyHCv/v79Emp7WpBui9K0zSxGZR+U2qFKmLMAv8APKX0G/IEGlkoCz9YF7H8VQo4Vew+8z5PRW1JUa9Jgi0zfawBS1eyHgPBpn1B68uHftWyjLtO0khsJGzhWaTiwowMM32iMpM5HU1LmVSdetw+7n35+cqq37y7VbvITG+Y0wbu3RjqzSdNMKT301OI8fn1ySknppJZCMUUxqQiNZWTTccS+iKKGwVoelQjoTlPIrZVLJmGHSg7JMPnp9s1vYdFXwhH/PnpTUt/QQyE5hT/ACseH5utufN5/pN3mTvfF6Zt4foc0qQ7qJQ5FaaSsBA5iybUpYBh41GSwc1Gw8vIygnRfM+BIueAlwxNZLWiygnE2kx+celyzB5+8LKJZxs0dYvwlW38iI05V5/onJQVsLNv5pTnSneO2AP5W/0w24/lT0fQ/WsHRhEgL0RCRiDafKrg9VYNvQSSVmZ4HPQDfw0is0/QVfCEKgA756U2Ap+oikKNu0Af1Me4etKd36Pg5GuDVFry0hzkmhqumcE1Y6hTUetwCgLnzKl5A3xCEycspXRCXSvkyW0IwejmvJLERLBz4+dIGFJv458XeHGipcq4cYEOsX4SrUP5ERpyr/ZOSgH6QW/mlOA29vIKBnvwcnQ9qi0G6Q5ySv1Xyv8AwVR1FepBbj1AQ/npLyOfj8Jm5ZSuh4uq/Kct4rjFHK+UWIdWSfxA6ollNj4n8YeE2Cpgq/fa2SfrNnoxt3R4L3S/WPrPR4oTo/34lZ+3EZzFTlGeCZEYcO7XTsGW7LWpGpsb0Ld7yImFEspZxauJLy6mTBpgmTimC4nihhPXkMyeTSKwScqBNos0Lh4ZSlEiechWjRY04eMjRsA21Gt733dGxOnvUiJNaWmGIEh+LAv0tdiJNVk58LAj2BfElBPMFngsgI9kW3TXZqNKVrt0DMzd0aC5zxxEEzpt6PNOcyJiRW/KmomjeNJSwbEUTrxgiQJJJN8rLKmjmDx16VTCBIg5aMPmhdFChcuwLLt0wyGChumN2KNP1AmkvI/5RcvuYf8AaH32wFNuphthLYfquEk4Qwuk4ZyxQYJjWMpoMMDXQaQNw04b/ZnWkkDej7lqFFBlXhbVJo6htUdsNO3amgPIYRlFh22LPbYYOJ6GWMsMNgFGmWXoA1S4cAz39Od3Vef0dunjNP8AFo6wAgID/wBCBf6qhamQzD9KY3Yo/wBAHpL+l/lFy/4dnP8ACAMeytb0AdmhumN2N+0E0l8cyLl+H5P/AGgClhtT2BkQgDbRkPqg7BdHDn5y4VWUyzbdnI3YZk6ceRMb63A61x6NRk3BOoc/qkkHDci5kKysgwDNmNJpwbAkBxguoSmuJKuiw7EcZKiEnKisQUoWiMsYTSj94cZFDU3oOWnJN88d4N+mabty38kE0P8A0s6r5Derf/F1m1rXoHcH65j7uXQ7NeSkB6cI40zSyPyIlhEalF0vpUpCWbhGC4RiRYfL5lVVkVGg42gOChlRNxZEpw2yAC5MHFpQOPXTZp+09Dmj9Ij3SNAH9BBK/GPlaYN7M3/xX2EBrYQCo5pgLN9bywjZiMK4izXR1oGKAFbqzOGTMROc1IwneZjLLKMjxAz4ZHuioQt5JrA0kxzvtN0ZNaCNUenSMZWy2YiD8IsyoVnbLSIYAgEX66qPnIRrGKREpuHYVF66eO3joF1QT+27bYeMB2WmR2sj/pmm7cuH6YLohuIVH9FfIbFAD/q79/tptzmG4l3SFv1EEr+H/wAVpg3sGf4rwvXlToHJP0iXdI0Af0EErsAIh8qzB50H/Jhb71Hhthbtbbbe84Gyk3rguEF7vVIREgdTMQs5/st1YA6wgRoO3cY3nTLwruKT+sDSTqBiQ5BkhtUWnOd0YJiIZihShSUU7ZaTJiVPhskfS0k5EJ5Cg2JFpTKIhRUWkdNMqz8q6IuD6smE3r9gweKu3kZO8R3iU+dK+8J3ZOlyWiZLo3LfV/MNiFZqG4qh1YVIpJJvz/gaGheQepkIjRyKQbaToiPiL1RSFt38YYKvQcgy7eOnvb2mXdr6GtHMdq0ztM2nODZRR4uwkegRXiSHT0UGTp6ElNah+IT6G9YWl1VKAWMrMLoCg207LsGAfJjhlh6y6aesvI2d8HuzNa2snUrom1LaMplafZcxnpHNRDEZI5PBVjUsy3FzcVwdE0Mmk9HhqVEx0xYTC7yG3ztVcLDacLQPXTtw6fA229L6XjtI2ckAdMHtkiwSZQXULhS4UklMQOmU0EYo3HUnLOBHmd0GrA1At5oVuIWAKD5th8ygUvaw1uABwZTFgC4DgM0ZqP62FBzmg8xAfRrc/gO+FIWD9GHu0P8AxWjjj2RH+hY7reGAon4EPhR4f0Ye7QwA/wCJaOOHZp/QsWEKBawgGAsFLfWj/BNr/uacv/a+c+VMP3h4nly8586si0oAVZDHKlKdka/reRHgNs+w4BalgHhiwfkB4UAK8MVjQ3fUCb1WDlGaTzeSzl0xTYTVAnCDEonOnhJXE0wiHi7+Imo2fRYKzKaWoPXJ8u9hZhFAu9VhYeFFPyzsj2nbZiTAGbAFKCIUxyALj5gc6V5B6XDbrtXA6B2R7ZP5twQ4hiMwCw/NBBkzlJzNQfHsptemBAfYNPV6h6u3A+8u1zw7u6NIMyNTq5CxiOVKHnyJDcDwU4Ngmu4njyLVB2lw8QUVUXL75MRCjbRlaXjzty/OMIyUfdJrg0pvSZV93xytkKY4hS/o/wB22eXG+vbRXLXeB6XphaYppH1ZBRY0YS1FFi1BZdPFqDIwhxQcK8MxOQKmeyVUWSJ9wDhTSTTxy5V0Y2pJnxog9NulAra90hs3ehI6Xo3FsmIDwcOuWRjXKdcpoIkTpOfZUOspdOG+814QBB08p77xdB0NwbMxCRI3hnT/AKYZJoa1EKBCcRkXSwiOV6Yq4vJcVocRGE84RfHU17FceFiLFCz8CSg2fJl9lHt1bvPoOYBdk3vytQLyLSbt82WT5zyWg6ZUIKLYO+0WKmE9bidTIJjLT8GfLqDyHIhbZc9phhObGoDpqU8P/CKtBcHQ/JCHJZaU94tKGXSUlwnLmKHswS8o5uu4KRHJdLh1LXFON4kl+htvUlFclij8FQnGSv2SQeVjGIHoA/N7LUNUnwjONCzxDhHdgaYJKKZt205dxxM7U1AUx0BLF8LLsDYIEvJqOFl8/Jg0JhjtuDrhptljyhM2yDRZ75iizhHS2fSRvQMRP1wsWgThe0/QgTphIWNwBir58Vj+1jOOInx4Vku7s3keq5V1rzY3Xm8TgmXhPUzLOBwmFA05ZPsGSkv5wQiXcIh96Yfo53yTRFXUUJfJRAlH0lORU965TYnRVqHIYW0VwWV5+s0CmbYxjmyOOX57BBXu3t1dOmS+pOZu8L16zxSJ/a4JuQ4MIiMDEXqXK2VsIPyyGUeI0NO3iND7xWUXaVD6VD5MwXh2H0lGR3B8s4KLSgrHIgfTqgFAxcacrVpyZAe/h1pce7YxeFk9NjnpHNsXCDdFmfyYukEguBrv0nrTVTE5cM+3fHKoh9XOmne6TKnhEEWaSN5HAGm6SBtLhwvD8qV/TJKmZymjqZFGJlYiUX0WxXBCysnGFtZYNKTks/UXzoi6fMli4O3bAOmOZw0V/CCxp/Jm5T3H9pJIatqZ/jZgI0zxp7drCABawXGnTkAfRAeuOPLZwAFa0sAdOgfk058A9o7G2VGYsbu0gsSSF2raEUEnRVW4FUZ5AAAaUnkPAef21Vq1YSt3/OlPTXOzUgs73iW0XpUlpeRFMI/DCZoy0+pigulYdJiceppNQNytMlij8yDIsO375w9duxu07EBENpdd0RPubOqHdyaXJ8z0ir58zXmJCsUqcZRUKDDcNfLJ1OmRGKATf/IcHoiBDaf5FJSU8p5NKRyTl58X8u+YbMvX75vYu8llDMSfugnVpJaUsO/OyZkzZGxxB8EQ18rIiD8tRGspbZdOTvlmJVFFQE34w+a7HxtZVU8i59J+adMALW2ud0RIObOl/dyaXpDT0hL5jzYl1CsUJkZQqK5DUSijHVKZEYr5Jz8uQgqxDDSh5ZJVk815RMWTzp35fyDx47MuX7lzhatNa2yFbaGsnZiT0l27eTpTdQZF2ZQ+AnKZglog1MgrumeABiOVSJqhIwoJSkQJnHiYbOp5soVUnLsXj5PMGizTlyedO2RcC8elXrbBhhgHzoRbdgAPXQ+exXIDc2700aD/AAQPqMAbj/M/qFvRCoV1NhQRtWtMcb0sjgACIeaACDVa0xQGRD+dgN+NRDoNrOAKUsFbUtSnaFka2d176AHHlba9ZS9h6TH1dMF27byYLP73cTFpImYzzEmqgxp7p+GVUVN0vK7em70aW855gBvl9RkjfwQTZblf8kfMs/M35weTQU9b+XQPhNyX/wAkV+PAW+TPiSlTyXl/lDz/ACTH1d57Jzenbt8ppkNfpz2oycn6IydhGTwMBA5+XfzO+OOiL35x9sZwRx84fJfHKfJAMofb8lX5TYFqjEwnwePQ1qk0MyU1OQlqmld+C6IZhahHscwcnjGku42FYhZqE0dMBUA3LuK4vIkP8HFn7j4kqGSKiHkxeiTZctMPR+9v29E2pzWWnaF3GmyWX4R30nNUaXMSZDHzyl/B4Q5BpYulMPlntR7FEKsq3ZaLvgFPQhVFVrsVYItALFfIGzOdgW4RtP1rCpI6Xacc9KAfyeOB1c4w5DPdNXJ60CIkbhy393s5Vqz9Jt3pwCAfwQRqNv8A6X8/aohan6JwBvWtKcPbtZFLOm3JZw5ePGn7x24du3hhoBBp88dssMNvWgq1Rp4IC20AttUFoQ7QjXb0C444s8Ov72ngFuQbOZCvCmAx+UIDXAU+qvXb1bdhLOLBj62EnHdu3NAYjpHeMjnETlMwIqSTru5Ae4DhVfM7usN7IYOGn5Xf4TWJFXxow+LEw0dwW/Am4ePRbcl2Xzc8GG3wOHbbDoHrTDDTwGO20yyIiAfnDdU72uofyfqa4UHho2gm1mbh/HysNBABqIYyNBpYUZCwUZDAji43Zv8Ardx4dOlLOAKX7IZEQCghT0Qt+LAQHPL20qzn9Us8b/8AfW1f56oJPLduUb+Y87s6pV7zNK3rm69S9NEdqu96mrqFTJyz+QJWKMLtyHgyVbtOIPCwrBw82rO4ymC8UWDRcq8TmiLsimtugMCZYP8Aad+Raursh6PmhilKdA/cwDjigUwNOEAG/wB9Emp3WvLnSAg6ZJY/hLVpW6n0iYkdlQjOX0GfIUHFUEySfrHl5gRTCZZT7Bl67dino79RVGu122CTTtlppmf8AAAC1q8Ap+TjzP718cM9mtta2jal/K9F+QNrpGuOslG6TA1xmJ60YoJgwDuoc401PAaYYyEHjnpxmvxKjsq2lqDJ5y0+JNkTbBx0wIsNvSolWgMOmGmRctstPHLTbLIsvnTQCICy2yIdoKAsCx78GrmelmVuWu5o3mUw0UkfbSjivAzM34tTCqo6LFjj5NMqCBruPlC592VOkzTwm9esmGCxss+adg7fumm7/qk4bMJ54s7Zq8flDbh2FQCrb0uLtgKtMsMgIi0AVaaZZvcaBXak9uwpOfCDt13I+NJGyx3ZkqJkocazWVprnVqPNSkgyqqTVVWEIMhB6llWIf1DkCbSe6JwWSNu23rpsz8ZOGgaeeTZdMs5bcCz7OOi6RCLpZvqn1soYt4QFg4MecwROHfFWT87PQgaxOh867+UaWAn8Hwr+wV72YegQpPrj/8AJvDblx67R+7xKV2giZMsIBSd2rup94Zp6m4QmWQU45iucEu5zLSAsS3Yh5fLGkFOLq0953OHKs3E5iHFJh+7h1KegSIG2Plp2w20RO2iw1i/CVLfyInTiN/2zcoQvb/TKZD842CmyhrF+Eq1Af0ojTlX+yblBfzQ/wBMpTr7R5W4nsW3Qp0dxQRGJPRLK45hgAQefdnUyRvBzGr9nPfnA58IqyewAW838nhkaB+526bflPfHwIHBSnRR4qATMCmu1Ft85INn/INfE2Tz4sWfmHRNsx5MDLxw4fPmHIttOnT1sGWGtdSRWpoRJJuVMRTugxMl3ORdl5BivNeAUVUJLiPBMxVGHE05GcJpS0nKK4nq6fD8RPlFJJqZFZVih4uVdmSykdcvGDDzaLIWY83lwC9mfU+2lx29omROYDYTmIIyBggmQRlIgEaE1mdRlOvvHnXxMVVx04brPW1rW1xOtd++OOwk4S5FxYqEdM+kuBVd2uS1SX0ORC8bSIteuips+ScwQ9UEtOikgXVzShHEzTrpDOTBbR4cQU+EVKwBq10oyZ1ryDj3TlPiHPnBAEeJzLl69KtOiq9DK4ToYQYxhRSeln4JUTw0oA7UEo6LgwXbaYekVIoeSTp9PN9IMh6Pm87ZH0WeIsZ6VGns2ULUtyrwH0WafQCu3NbsW7ausF+kJNxrhxNcJEdYndGQAAUDQDOpDTyiIjQSAcvxz9lQXbpTRHvC9AsZzR06Tj1AwRO/QfBCMVeaYDyklH302i5xaVW3gw6L56oMvIFhuD0sgYZVoTOjGUPmj0QIpiAFZDKF4iSnXEe5x/Ztt+fav8cdP60/jlRt6o93CuL42tVAGLfS4hYbM/udvDx2r/7tTRHqekBvSN61qMm5LH5pya1KxqTV5KRj885fLwRonuo3ihYeGPm/DMVLcVQ6DKcpEjHkYsQ0F+Pl/Ig6afu3rljFrPRtsaoHZLd64ZJZ8CmzcABJmFBIVZ5CSamZkyMwO/NffUssztbmi+SMXnJfzo1daX5Qx6nFSB1QgiaE/JUQDF5EmqFHZ1MNnIaiuKElZKlVEm9dmyBh+SYdGyzxl+XbbdNA01r9neb7tkAD+SD6HuGdWEheQcPn3YPC9didm7Y0HakphKU158aVZQzVmOsk0tPVIxjGGmFRcOEURPcJiSVfGm22auCBFw6LF3bLLLLDtgMtC0LWpw3L+6rwOg/TvXmEFOeQVqHleY2ttq31rEcIsYZOHE1wNE5TCkTGsZT2Zxlz3buzs59m/fFencZavNJ0pNf2+/jKa2p/TvLKEJs6oi8QSriqYc6pbQXDUy0BmdOqlVaW5frsSRImpcZJAJcRQ+pCpQ4aUCQEFxHNi++LqZJ4+s4hvON2z5v8kI0Pcf6LGQtQ80OPz8/PwpbG2pQ3L+6qoFdB+nivGsEuuQcn3Pu9obO/SXt1TUP1B+nfI/5CXVMB+7dfyvdthZtbVZti2Pq7AM7STcBONy5/N3YiB3c5kkGNd26dwHLn+GcdblIh0361JIxyiQjHkrdQ0jJmIEYSsjBVlrG8MTEgxbTltHeIcWQ03EUIqKwkgfdpis05OFnZv46REy5etsOm2nQjXFk7oj39e7QRIi016FJiaUdRuk5mJV4/Jo3qHZVU2YMp0iJ1EysnXRgkmmoULOzLlSNGTR8qWUo3hw8qGji4kw0hCrHUgpZSkPp3khphgUJYafZYQpKWXzKypRAzCMGp4JiKwsqzBVlSUmCgC8ZZMnQKFvLtM07YumWhAGu0I7oAM258P3vDs/m59+27WekwO7Ml1VIx2WK5NBZQSM1JAMMJBGVQDHPtEjzn75ymoTt1BuxJtaTo5n5rA1mzZQ5767dVBgm7mRGkNFXjuFIIgwkKcaLwHCpswkoL4+waOpSK2rvyqFDyATIQvCENQ8iOiENCrrfGPwZX/EzvNP8A9YDML/1e72tAhxtzrywHTj9eb8Ir911u4FXd1peqFOVZsp01mtRWoWIp5lnyfBxmEAhRwvF2XAQ0/YMxHEQrL0qLPa+VXbSaw+qIfJ7qlRy+r9Hd2Xo1PR2+nLsTLYrirDMScTMzTJz55VMzPMDdGhHLhUYPwWb+UJry/s9Jhf7zIL2tIbQJ7gzRbqY0VSj1awxqalr+DRcmdq3jKZ0DkfnjAEZfLcDqsMwwnkFz4zL+KoqJpvxg4nHHPyarmCCu68j5R8nu3Tx023PZtfZFK7NaVgysFMqwII6x1Bgjdu99S32j53Vxcr7yLd3ICqpoS7r20XIi4iKB1IWUZX1SSOTVVIVU0y9JqKYppxyOnJwgoEDjl8VOkjTl0ZKmXT1w/dO3rtpkOVda28a3e0VaNtWsLwvrv0aRJE0SaZZ8oEOw6gaoJIrC6vLqxKyK05IRUVITo4MKCorKigYLkU5OIl35w8cfuSxZy9fvWGGsliTcgbqaL4iXosiXRdLRXiKKFpUiJfVjSrH3xlTWlo8/UlVRMeSi9268udPGX5l75N2w78o9a7DDLNGQ+L+kP7oz9o9K3/wtMH/jltVhtjBljZoIInHemCIn7GvnjMCAQZOUHQfOozvg7mt/RZJPdYSYl7ObV7pelHH6XG06DanA8zp/yogGME4qqzQiVQTDJ+GYqixJWihdRIP3B4g+MEmHZwm+dGS7bxy8YbGcD9M43bP+eE6Hv91jIX/j9tzh+kP7oz9o9K3/AMLTB/45bH6Q/ujP2j0rf/C0wf8AjltW0m2Wrdu2BsxFtVUEvdBIUASQEjOPb2yMEkyczOg+daP3yUhN4brpgzT/AKcNEUey5hLSlqGNnyeqacpJdLmYgJS4NpbhXR3hdsued/OeVUWoTZ5l6kwG+fLUdL7cOQ6srSBLtWiE6ekWkjoO03yO0ZomhJGgYhEcgyku1SXkUoUSuHBkxMFxE7k01G0RRY+LOyzL+IowVlFSXVE+SZKCQUTbv5EZTS5BOclOroYhpDgyGoeg+GE90kw3CiGkw1DyU5bfvXKYhoRAulpKe6emXr8y8dEiBUuWdtmHz5+2w7Bp69ePBabH7m2wsILj3WlnuKEbESQqCJRASIVjLEZknXgUnIcPfx7arx6O929qc3bkute8pXupNOmhoBOSdmjEemKVi0lvzsx4AiOKEeMFWKiyutviRMuhkEso7LuThFEOrKBHa0tP40cIsBLYRCRiCNrQT/jUDVD/AKnmrv8A3xKfT39/ALhUzYQeTBlvMGAnJ5hLexvBEWQg6U3hdo07TnkSoJ9GYPPCrL1w0ZYKNHQMNl2Xzlp8y7F2D12LXbCD2GN1hNbS/uRNRm7vlxFJLUPNiKZdTzKQQfT0xJleWiiIJlGzSmlIQO4vjE2iIrbh6YAm2pLEVlk9sWfjD58TYa7DPJc2dkIFtXNtdm2lBmWIa5hKooxExkQoEgARnIxSDJz/AElPhMmt1bl2NoMlvuZdHMdzEi6GICgeFZJqKxE8ZRovpULQpDiSWjWKxMqi9ES4aIJCOnFwaAX55QOFyzoBAXj0KgI6E3w+v3QhM7dj6zIBltrX0kTCjqKJPKCZDMFwPqPk5FkWxEpNrKO9YT0KHEGMlBYVzzbp09eMlE8kYMNMO3jYMdlhpoOu93ro3UoZ3UshdF2sOV5EDxaUCjL+c0q1KIEldIPXChFK8omEQ3EEAxAopJ9wYJGyb14/QYhMOqPBciZB4y+ds49+kP7oz9o9K3/wtMH/AI5baYNoOz27aC2AdnRH6VnVlYoqkYQDpOYMGco/SSMRJnWREce2uaNz5r+0ISy3ZOjKApka19JEvo6haTaWlxNBcb6kJOQnFkOqbtUVnjxOXYcXozILCQeYdvHbbZRQJlzDLDxhpp2DLbIjGXvXdYOkmYu+B3M8zJfapNOkdy3ldH507MyYMGztlpE8ES6JtzCg86wbjqK0SJjyDCJZomVMm2X8QKCe6EsXfvwa8k6eNhOX+kP7oz9o9K3/AMLTB/45bH6Q/ujP2j0rf/C0wf8Ajltm1nans27P9bgJ0UHHcJPRFCJGCM4zjjlzAqDPW9nz7fOvWsG7wTQVMWKkCBZfa3dIcdxvFSmWRYXg6DdScmYniqJFk635MmkoEPIkaHldYUzbwQdliCcTMGn7Y9l06battuY1PWShKbabII5NyWhSeSzDhiL0mTpiOIaczOUoWK+XExEJGBXikzEppGdMlTbxpQcprZYXRI8+B4Lokabc8QSv3Nu7JktMSDZsSt0iS8gyYsvYgToqgyKktUjhtQQYgSX7JhPUijByKzRRt8WfMg2y7Mln7hsKsPXTxhppkXRHuntLMUbxeGt52pmZoBqFhhDKJRRBLRcmupVHVFPgg9LpOipQhxqG3kSNLxKEDrKW6LkoyIww+bJlT5yHDKi0cNG+kNtAC4ktFjcUELcaBbOHE0sASw3LBBnXPrRlunThv8dKky2NjY23/Df+r97zznrRVI3STCm8t3metfemwFBe9m1AaWYO0k6oYihOE4dSoYPTOSz0NRlNmfiMhIiaWZmfLYIZIQYlyrKkSbkBWgPl1J27D5OBM/wdJD+k0b1L/rhDUf8A7n8//wDBQbcL6dZAb8/d76wt5LNTTXu9JcTtgTWJqSiWPkddmDqEkYgAzCMPzQnXEcEKyQllp8Q6skfnIjzWeHD5CIk4qpkfixMu/JETTJxwHdH6Mf4S3/nQ2nD/AHT8oP8A4JfbybQt4Py1rbDcxviKja4I6Q4IwMFjBhiBw363z3FQMuHLt9507Ki/3nkqN6Nut4Y06TLUd8lqL1DJ829QUMynPwm9g1Qlc6TyZtPUF80ovVZmb0xBUnb9wkPE1tNBNTx7JwTIHwFz5B7bm11SfjDUHou1WyKl6wmNx3OLT3NyWkHMLR75MSGoljWB1qH0UFRR8iZEiQ+UD7j42bAu/Fw47b0HTwWQZGqhvBJN/CAN5iiSFl/OTdqyrlXC0op5Q5Nn5dgLUhIZRUX7REocRDhY6WWdQiqDZJynKho52CJZo68fl3Tt0DYNC7autbb7MoZ9pULeWy62lQXelBzUh8PSsW1I4jTdAME5LmJEnKMtI0y3VUX0ZaXfhIWifTfL3ShJhF3d5CW8uW4vbh5fjtdjaIoqYajWOIkj9XaU1BKMOSBsGFyKlJ2RBzC7HkU92ULvQfvnTww/ke0qSb39jWoaXEfazdWWkJjT9DZ1dfxzI6RMDGDapHxVShhZS0oubimJZQoK4gtw8vHUxeKCjRoLk80nNFlN0acvGGWZytjbZNlVMAF7aMKYcK9LCgLhgQsSu4gyCNZ/OgtM5DPfGdVfPg4n8sjfD/8A6wGMv/X0wdsc+Dr/AM11v1f7N4P+E3U7tKHuxN3LFmgSKNa8QRNMyHpiOtVmoxankjFkJCUkV5CBBXUYlOhD6m2oGzTKmbcMrjl2J8oBZy9acPRAu7BpkNuZtzDom1O6TtRe9gjvUBLP5gwpqW1ThMeSar885fRV89YM+fU9ln5Z+IwVFcRqUOfwtjKGzPydFpNBVf4ZeR+I+XJn3RXntW7inYQysMDbRj3hcQOGSCQA0iMxM5AznJIM9g/m+d9a/wBfugHXbJnXI3vTt1M3AkWzhjSC02X2pPTLMI4nIkOTnRUkklJZBaJH1VdhNHfmfk2HoXaUiTyL4NXCSpCiatIS2qvldcQjmO6PNB+8O1aa7JebybexJ8vZVGtPyKuJOmLSRLtQIL6ZBqwqgeKu40iU+kxPGiOWfFXZtqIHTQxZEEURBFDmHDaoMHo8GJsKnLL2xt0fVbePFifCXF02sQ6I3AVOMrrM5xiwk5kExMYjEZaRMZxwqrt8JJ/xa7oj+z7hH/1tA3QfsHu28N6B+z/blP8A7nzB/wDTIg7/AL8s7Sd7zPduq28FXNHawmTaTpXM6WNQSRPA44PwaZi1qNXCUcQTXzbLPC8Rw+CE9fgjNsfKr1hWYdC/Za+T3nkxBrmjXhot1Lzm3v26+1Ry1lr85JE6dicYupxxz88YAR/me8VTKw8IM/NlfilLjGIPLsGi41haHltl15Sj5p0LLfZ571q5jvsFJD3tjKx1iQhthzAJIC7yRpnMZmZEKOAae8GKns2NjY29EH4cOX3uf7cprVBTcvbxvXhp7lfqVhaS27nnlvBYeVNTEVK5+ZSBONZQCkDqLEPQ6nMS+aKmpUTNabaLkSZVfYbdqye6YdLbDtlMZFkTJjttB1V6u4a1jRpr1R/g3OqAtqdmDA5WXUVRy3qwjswmn4SJJMJopdOdQc/07vIRJPGE+CIcdCeJIzg822SePWzAvDZtp9rHd3yc+ECbsqEZ1yzlBu0pVTShmak7Yhm00ux7qRkMQUi79RTEmHy5QmXRNQqW7ZItp6EUOAycLAcYMGXzDwWWWWXbEhv6Mf4S3/nQ2nD/AHT8oP8A4JfbxrPSCzaR32tSkME+pBwjA5FWayxJGKQZJzPEToYk/Zz34okZcD2+dYVt9rvHNeGoKTunuF50bueee75h9J1FIKunTMXpyLK8VjdSahaJk9uX7BUpKiWTbtt+SOGV9tt4rKDpp2iNO2kxoWgMl7/W1JXeQSX+ED7zyApQytm3u0ZVSvh2WM4kearhbgLUlIQ8pGjRJGWYdekjjld1DKToSLJFeNGxAo4A20YLuWGBaZFphq7Vt2bJjN3aGc3WDCzhe7a6ItAYEBcKDqyB1QZyJMkTVohYjfkDMaVBXPXeQT/lvvz9JO7ih9Mlu9kDPGRajMiMlRSh1aMzILr5SGdRqu6coUROYnKopJME1KeGWWy5uGFB+Ll+rsMm2WjRZslOptWv3k+623is7t5xJTeI6FZt6W5bxDJaRKZLNAGeqpHz1UcxK9OToIRGd+bKDJuYcNqCKahOaokyD86rOzrtSYNPmk4uBQmZMp+A/wCFM/txt2Z/4rxz/wDAr7Sl67be+Llq/cBuk2yiqyi2VQAAlxvkwMs530gGIIGQmZ137ufv4VZR2Nq134D/AIUz+3G3Zn/ivHP/AMCvtKtu/wCD94zB0Bx0U3j81dP81piHIuLGJfKentOV06HkuC2UYq7NEV12sS3lsYeLLxcA4YYbdp6i5Ai0XZA47bBtyG1u/jYL0N9JnrOqhRlOZDsc8oy1I41EcwfHly5+/ga772QRBkBaaEGWWQEWmhEAAAAKiIiNgAAuIjYA2XY26Kiqg8idR+9A380yp0RTpe1PlN3loBlPHKrLVHiWBIYdRTPaZKo6LpiqQMmjpl7Dy6kLJ2FlAkuqL1Hi6CkeCwiJJRnCXMBTInltz1WPwfqbztyBwrvot5u4ihkGTLtdGckTtOWFYGgetKIE3cYuFGgv+0+ZdsrrJlloQETzTYC8axopuxt43uy5uzmmjuipiSPmVIad0bmI+i7RVqNIqSCnQ0tm3jyv4NYzSFVJLD8QKv3qUmGT0SQM2XQSqEmRC4jp6gkjYbQb1lfCJW3IEHW53kYXUmhYKhEBjWRJl+gO3wvGXTao8RXM2Ha20mgHaM/EnZsVFlxRgBeGA8m15aosEbXa2q5elsTKL9y2c8jb6ElFWIgQrCM86vP6JAGXAEaazmcxzmK5aWdTu8z3Muq3TNKXWdqATNe+ijVPMAjKqFZvLMKkIMnJLKJjqqhJLZpaeF3x88bfJbtcIrZlOiCJY4JxQhFFppFVobWib8s3bH2rZwTuwtfWujUvIbVbvdpsSgSIS03xUxHkmtF+m4grv4GTosLnUlZT1iPoyWTxp6bMulpESW1pMcqcfu11MSSqWViVBSlFZSjlkzbp2UXB0si4LRYGyt5i10LhGLFJLBS32QxLATMVDRlpO+NOX4xUT+tXTnvXJqzhKRNos3iMCaWJQOoLRUo3LWI9N8rpsqBqMyqgtv1qKQieMoMXVZyXVE82ikXSSweAmUaSXhhy4dvDj8W+RP0FHwhT/Po5Tf7iGQf/ACZ7WG9jbRtnVmLG5fBJmF2i6qjsVXAA5AAVEnl4D5VWOnxp8+EESKkdOWdyjvjJXxAnyclTMSah5BJaKtPxI4tk5ewgsRcaSChx/K984KGlJwkNk3Bl85eui71+w9eO22GRZHvTcV6o57ayN2/KSfepCORmNNmJ4tmymLkV/NmDoQ+PEYZmRESAhuAQoDh6F4aLCRSSJQp5UmjOHxnyXlzbZgy28fN93ax4CiyaukTVRK+Akn5ejqZGnCeMBQWh/Hk1L+WYsjCWUUQ9DiT8prJxOR075RWFEmT+PKygRTSnlvjB44VKu3r9jhDcWaXJ7aN92/KSQmpCBvwczZhiLJsqa5Cnzmg6L/iJGJpkREvob/5dgOIIohoz8dST5Q35MmsmHxbyvkDbsuZYeOWMkttb2pQrX2tGy5bpLly4gfGmHNyQGjFA1iedTIK7pngAYjlUv/Kw58egddjlbj44tj35xzTY27KrS8rcfHFse/OOZysOembdPq6+KbGylKHC3H3dBr3Xz4mybG1W1Hn85aUymLBYKY5gzjzeFOQXCnTZg9wB5o94WZt6NKB7KdK7Ppb0cUCwVv2QsHm/mDhjAMpb0eAAFL080LV7N+tw4W47WrnpzHcHo0+oLejgcjf2DnZRCghbg17KgzjzcD9lMjbZGAsNuFAt0Zt6P1X4DQc7KIXAaBgfZUGcebiw8OAAPLZSm0x5vPv+jjzMcrB7NmAFKeaGGsXpXsjns+0bh+fZ45p2eHAMWZsHm+4egbMEMWDA/Yxb0QsPfyGg52UptA4h+X/8z6l705467Npi3Ph+94djxts4QxYAs1w9VjHm3+vu4bNELhbh7aiDHDsDQB7trLqP2b44j58jSgP3tfS4V5X9AcdwUpkKU2cAW9Hg1wCoeiP5F8VGlccdmjnHAfGjPDsDb2B7NnAFAC30R+sGB/IvXiFR9uwjIaanfyHPXj4cKsdB2keAXz8TrSUxb8rh0Z4eT9v9/ZtKiHm8ByHUPUps4QuFuF7c2WKW7FvDZohcB7I47/yePY6Yrz2ssZZ8d/ZlEn3CYE651poAA8ODXCvEPU9uQvfrs0ApS35XDuv6IYznAAPXZ1OnDh3MjX0Qt3DsnsALd3Bn1Q/PwztpVl1Ht8yPO46UjIU4Us1+b1f74UGvHYwNKcxr39kfyQv4hbjnY44pbGOAU+iFvvfgt64uNOf5IcmfroPeI22VpuI4CI5wI1+Z7aKcmQt9vZZGtewHfUOVbDfZBDoA2AKexnkxUccLd9qLTAUsIhXhbss2p2Ar9ft2TiA04hw6AFvN+3lQRyGys5zA5gnLiBoN0biO6BTaYsHDhXgAcWPZw9lKA0Ax5oBUQHHIGc+ZQBAQH8m/ILg4AxYAszwx09H3Y4BsgBjzQsAU8QpfsB7aDcAxxBVlJJHJY3cvw13z2UwAxalgEbZ9EMdgL8OQgAWEcIIUtSwUCvUBDh2bcOVOmzqCFPNDABYOICAW83GLj0qPDZB50/K+ulL9n7PYHHZVxx45+6hjIhQOPDqA/kDe1r0GnEdloFg7OafWDIj9CgUpiwhSwAGEZC+KewOIBUfR45r4jstMD2Q4Dw9UPyL9wWtjFFQdYOU5g8TlEjl2x36NoAUHshhkcdWQr6GaeywVHkylRAAZC4NAFqWDsU+gFw4AFuQcn0pQOyFgEL82eyIDZ2HLoNgsAYbS4eaH0RG1ODN/QC9cdwX5WiBMbuPZB1nfOm/nlIIMbzHfu/DyKZ2cDQMMjj94H5AcsW4ebySlKW4gNacwZsPmB3Ut+85OxQOyFaCFeYB2bj5lv/Nx7E5eblnhYRp2eTADXFMM2D2WB4Z88hlkN54KfflU00QpwwP1W9UeYWGgcwDYG4jbNKfUIfRxW3mh3DstMWyHLja/o8LYvyHZODLVOQDbhb1eHXnfhtcZwdctff7qU2lQC12cWzi3o/YHQKDUNgBxbHf05s0+qnsrQwIDSw9ONq/R+321C+yiyA0EAv3BcahezIiGeo+0bzSksFKAAVzbu5Mh1z7x2QLjQQtxzioc2fv3gGwDLQ0tTra3o4oz3ffs7OxQAD72zRn78qVHZSgAvWlmegcgAMsiAf3MiOwAWAaXEb0Aa0sGezW1xwNKjWmxSgAFL2+ugBhkBx0HpbZQ4jSwB4YAPo055D69h8+IpTgvS2R6YClcAHXFOuyMgHm+aAVERCwcOzUbMhQbDjs9QHgAGKhwrQQHmHNmtq8hxwzsAzi30a44j2fUyF6BfGApbPLs0iN32d8814jKd9KcGGfNDAiGObNRsxYaDwp1DiDmWQtQAyFLX83sjf8AF5zw8PooDOApUPNDGadn1MhyvS2ODmeFWQwIj/as57AUHlWmLdKE8N+vsygzod+/OlKDI0AOyGAGvKos0EPxYXsIDUQHNOQPAKUsHFoLY9AP6WAgI9AD3NZZEBZ838kK0xTs1r5gCHSzOMDwcAWDzeHLmLIh9CnARAAC3IOEVHt48Jy8OIpgW4cRAeGACn0afXbhSwbKFqW/J4d3q18ADrXZoBW9LhUfsD8mv1hXqGzw4BSwCNh6Az6ohanAB60zsqaRkKAz5vEOHMWRAf1vpe9rhUBw4A9EOyHHhi7N6eTC+BwHGuKgjIVFnzQsDI45UGvoWHPEK2yGHMgFAoyAeiOOYgI/QAKhcLU/1uWVRv8AZpxiPOnHSlpiwcaeLN/Q48cUvmnmuALYpxx1YCvodOYcqhSyMh6PmgHIKcxZ9SoV7r8sUVkK0Cnfw4s39C31cwHAAoDx7PEDu38SdYmilq9mmRpTHogP0A6hTnamy+ziI19gBy/Px9myCHmshTIDw6h6nv7g4LTpwH7QD8npz6XpTZQaA8QD7KaAYtx5fvb+gFB5/aHBwBcPNpdq1OgY8yns4ezZoBmweHVi4+Zb6u/gCgFAuzmtLdWL+hz6h7Nnnz57Kg7h2ewrx+fiafS4BT6Q8MeazgOx+a32PDhbA/mZ9S3GuPc0AuPm87iF/oBbzKffwcH0vN+ofU9Tj0pjjQaZnRRyjd93mOPkZ1E5k5b8+0KB2c8jGlODhbiOLcGePY+0emyiFBpTjyG1GWfVD6x2aAYHs4qIDTqwFvMD23AK/U7n5tPYFvRAQCjIfaH2htnUr8B7hM+zhXmAdK+dgO4OHYt4chvnZwB6IdmwDa3RnA9mte8c7NAM24iOOjIY7HXgHDwcAZtj7fMp9C3XHusdBzPdovON+vu0qsiRyA9kHKJPt3ZTmC6lRsAjce/DPHs/n2fS+MCI4zZnh2e7gOzA41Dn7PQpfs+N+nc8AGo+bz4fvQt5l+PDw2rUA5jdJX4cBGeZHfpmC4O4LDinRn1a9cB7Q2cAdMVGtP3vHs+N+OzAwNufDHo29D8wYxxB4BmwVuObZZ49m3iFeuygOYGuQ/mx7gPgT9ryDI+bztav0fVp9tOmzgDNs1p3ebkOzzxb37NtTFhAR65ZDPZp9fhs/pTgP/nB6tPq41GmdlAx5HMbuz7v45CNM1pbAcRpS2Q9XpyvyHOztm8AtztTqHq+725B2ygJyyG7d+r93zu0EmxsbGypB5cN36v3fO782jY2NjZUhu0abv1eC937RBsbGxsqQefD+b93n7fA2NjY2VIPfpx5cufnODY2NjZSeXv5cufs7YNjY2NlJ8weXLn5g0bGxsbKT2+B87/fwNGxsbGyO3xPnd7+JqaNjY2NojzJ5c+XmTKjY2NjZHP38ufL29sqNjY2NkHzPLn2+ZlRsbGxsz57vh97t9uv5yjY2NjaPw3/AKv3vPOeso2NjY2fhv8A1fveec9ZRsbGxs/Df+r97zznrKNjY2Nn4b/1fveec9ZRsbGxs/Df+r97zznrKNjY2Nn4b/1fveec9ZRsbGxs/Df+r97zznrKNjY2Nn4b/wBX73nnPWUbGxsbPw3/AKv3vPOeso2NjY2fhv8A1fveec9ZRsbGxsB+HDl97n+3KVGxsbG0z2buHLnz/blKjY2NjZPmRy58/MiVGxsbGyR5I5c+fmRKjY2NjaZHEef2jxpRsbGxtU6jz+ctKaHCw+kH2BYPNt9Xs2ZStLCNRALcfNDj2R7xuPdxF/5NuXC4f2v2Up02ZjsjTiH39HpWlRrwC9drVz0rGRDs544rZm3o58Q7+LqW9ERvyz5oY80aeGc0xs12HnBUM0GvsALeb769bbODhYfSZr4BjzRp308MCpTKY80eABa/ohYPNH7c0GgUrs0Qt6PSoBnzQsHm58QxYdnBSrNuLOO4OPZ9o39nHbmvVjDGp+L5KRAhaPZlQBKSexlTh17DccTOhluLoOTksssE38Slj6C7TFRs2/UkNg4RIvGSjXxY2/cmBeMA7GsMYBIBaAThWJMbhJAk7pIHOgzPDmdO+ujxDFGb4C3NkKgHm199g6bcpqutrTCi6soa0OKczPi2qWL4JfzEh2V/zLmC/FQg4smryq/WPnqXhF9LsoDsjCy6/wDk89FpVVa+I+SYItPjJN2YiZW5K/CEYbSza1Ee8d0FICKRY8qdVluRApSYTdAAVemj56DXBUs7CtBePnrDIYEQ2h6WpSakVzXTCut1U3625wa1YQTCRmTaEZZmNLRwVKpJkpEsNv0AxALJkCJhbpFi0R/HEhUmDr50wDAPy7plnlfanTDhs3FJdQ3SdGPycjGVi8JcDSerIzkGtFQGZYaZROuUT1dM8+w8KvK+ziF6eqFvRH8w3wAbOAPNDzQ45C92Wa08zjniGAvxr0oMmfhBkVJZRchneQaCIjRT7IPCKwgyJBYSjjsQD8YVUE+DjBQwxT6Tl82zXA7TBaSoX1QwhJRBQ9Ykypfzcno4Voger8bSxhhuEIQUEgyqv30NlSKE8S0tssZTkdssTPvWin+CTbt4/B62y8Cm63S5C9DeQYQcThApOQgYbjknhkAAD3wwgTIOZyEzmBOo3b5zrpOlRp2b+bwr9ELehjlYO7b8royWftv3Ll+4fPSzbDsy6dPWHjwu22wDTLD9hgGm3TTbPnMstgAtAPaBkQ281NSIIqcfWVY05IJaUSNKakeMNAwXJECBZs0cNP2xYEGHJYu5evnrX0XbAtdm21SX4JpM+F41ljr3RUw4wyuPdTKVM96jvWwZPl4XmLD6gUh848cizdh6chJaKttuxbBh8W7DxljtufKWN4JfsWYk3w5xEkYeiVSREdaZyJIAggAiagLKs0/Zw5cZMd0VbjpalKVtSlvRZ5MhUPG22gpPapdO+oGLJrQLJab0EzJi+Rq+XhWb8Owsqsn1SXkQmVGI0dwjxKWB0w0QPPVSD4nIg5a7Y/GEQ87G7mg79C3ZsNx6BXAUDzelLgPdw2qbfB2v5v7f32/os4c4Y/j06yug/fgO17t4pe2a0ACL7XQxMyvR2mcRuzIgzuqVAMk/m4SOGbAZ1bIALhYPuAWp2b/X+YALUtxC3sp+T9odBGltoHvhIEypjSm3W8xY0lXH8ayzjAnM+ThMpFkv4qXYMiUqUUIxLFj5Qsuw4eTVRwWOl2mnBxw7NMOjLkRdPmG2BFnbtzS1rI0zvtMenJ7F+qmRb2LHkiJQvIneRHPKAG4ieRG3L+HWltteaU4naUm1ppSEy0qNKAieE8L8TY+XF4Oz6wgvvZMKUtpcxMwAOMsIAO8YZ131oBlIORP+TM6+/j21IMAejQOVfaABjs+zF7Z2SlgtgA8ahw7Ngp3ezbnINYuka36qbTiNKf5eEshvUK/5JRCnsDhtXfmxqpWo4+E1aEJeye1HqkYSBXtM8WPIrgeWk4DcQSeWotISz1fKbbyIYahaITcFqUREhTIVUWm1Ik+Ui4p8Pm2hd/FE546XdoS30cFXNy7atABhI6RgoaM5AmSN431kFJnKIUnMcPOvzq1WAUALYALBzAQ9XHEb9wDnZKcg+qlAAWRp6ID9uMDw4H3pM6pmac93xqtnhJqJAg2aMtZVKUSwVFHyND8Q/Iq0XUkpw6OfIkVJC3DykDLow+YEurJJ8o0DQNNOGm2WGmYH9IkFfCMtX+muT2piEd6nIuFIanHCLmL0eHYj0zSTfLiSUMHDZMCim8TNN5kg2ZBsm22IlX7112WmQBqtQ2rd2kW7osizeuubfSRbFsgLiwZl7iZzwnLPjFkWYaVAmM8yTAJiB4cPfbW4YC3a9no483HhjhgNCajdT0hdJEvGZsajpkI0qpdNL6XCwRWvFVc0n/Lyy4OP0xNaYRUxUNsPTjpOOtO3jRcC9XAsNvQeNu2W4eJN6UfhBUPTflUvzm3o0g4+lAhzIgZXmtAiNp0lYirEaS1TYmSjsdQilLBDT2iHklRiOF3CojkVIkspJsgaNujZZSIPnTBpzrT4VWH8izDhXUfKER/8GRx0D78dq3NpddnvXhZuW2tKWC3ggxECf9ruPlxzBmtQJIzBkjSeXECascoSwmREjpEQIppg+jLqYnrKUedsPGHZxNUyrk6QNu3b906fMOzBR85fMsvXbt6yDYA8YYaqyH1RZpS2AHhwCmPN488WuI7akkIH8Y2S3+pPLoMcoQRvVHnj6ttuUranTGO1T1QC3sHu261MgE7wJ7MvdyNZNkRuHxkTuO6NeHdTKBawfbYQZqHohboFrBa+zeAeaFmQ8QEBoHmcu4cWAMQfasJUb/iIdQUxFnR1qX0LwJpuOmkFuWUJzbQIqOTDRybqFUEtELuIzKdp9jEk9emYwcxAeTxcxIqAykGU9h48cPWWyZfgnUmc+EtaWZCTa1FzI1ebu05A0moGXo9iUhDEHRIbiRRTUIo0aeJcPFFrTagJJtaU3gOiCSVUFtKJmT5gu5fHyzDwXrOL7Xgx4tm2squKXW2uDCsdYTd+zAJkiSNRnFSFnDmuojPf1ctI5eQTawfvnRZy9MP2mXTgu7bfPnjXounbtjyjxsfMr2WGQFofpUDA8NF6fNT2n3VbCKrH2nGbMFzjgxCiQzCCvEcDKjKslJ0Tk0xIWTKIZMMuXYMH3CUto5945p22S6gVbr+MCnHm6rn5PPVLuzZHag9SB9NVJuzShCZ8QLx1IQE2GU5+juJjR8kQQ9KIyU4cESzsxAqZDZptp07ATD1+2YbBtt602MR/wRX9j1n1b+jLjS/QJIyDGnojnvpzDG1V2jHd2RUX8ntNq5dOKQ4CraZRAMAkOcQzjQGtI15GKtU0tWlwG/cNLXZDpnvpsnHGaU+oa+jz5B3DtXU37mpWfsgJybqZFkpNqN5YpM39WLEFzNT4QWjCUUjeFnkUycKNIUQuXIAyfIAWWFRwy6bDzHagbZdtMg+eANivgA0wNB9tK/Q58/bt0Wrwe7etAGbBthmJEHpEDiIJngZ36UjIHjPspADgIXAacM29X2W9lBrtoXUFqh0+aUYUR451HzbguTcIL8QuYTRohjhUBJS1KJDCaorDhGKmGnTbLw+9S0dUPO3IAHaLkDDYDR2NIE9H+ueLU7fW7z6TeojVA6QZFS3R0NzKGB5rTKR4bgaGlUyegl6dcwkViRQTyTJ4Sps8225KvHj50WfvxBlly00O3LXwrGe8j5p6GZDIksZySpmMtENV8Oqp5IgOYcIReqE0t3J+cBN4pGk+H1dQNlyDBs2UKtnHzlguyYNFnLTwHr92y3z3dvVdlv30C47TOgRyOs1u50ZMAzBzI3xrQDMDPOPbBPhNXCQaBoAEKCAgAgIXAQEAEBAaXAQGocProoBUaiFguHfYOLHD+5yDbyLMsg4L2r+JdZp+QxyYvn72rT81FqOoLfOb23UFu0FafUaacdFGlWFDilMeDJXqRdHjedLScEJIio/Vn5oq+crjtWieNizJAjESevQLDcMI5NQGGz8UKjCga6No2joFSLbXLl24Ldq2CFxOQW6zmQqgAknM5ZA0AnfEa+MfGrVq5qAkNC552nRNOyUUPKD16JdyQXZkwaknXpji5dFVBYcPm3oXq7ZYFv1a42GgRLDkUkQUYYX0SI09tsGQPoKqRVyfaFlloGfjae9Mue12BBsAB5XsiAiHZptB9C/wa7c8ICMSSlXTLEMbnyzp27fxJFE/J/lFpRbZYZBowcLwVMmEIedvXggLbbKegkXHaaEHblhjsshHzr+3JUtt37JiaevndhTonLpHm9p4hA1MY/CBeZCtE8u4zhKGG3ahEKGZGL2VqIjR98kgffk0SKlqLYQiU26LQ6fhty7U21Fxi97bLSG5c2eyUUFmFraGNxVGZID2URiNYxidJpAJgE58Rv7jx5VbipW9MjTAWuzeoM/nZxx4ODh5oXEAEKcA7PqBTuGmLdI9t1Xq9iPXdoI08an4zRCSDG0eQ/EKXG5JMLvCqOZjCX0aRFLqI1pELNtmGiqPEKtCplfTiHxo00lOFFlKeGX74i8eDISH0fNCwCPD1eTHdimAqHLdHFxEuW80uKrrORwsFKyJnTDzE551GlKAVEB7PMccgZABuwAgNrXZrb2OBnFADABilx7I38wBDHAAxigWix1+7n7SJvJ4zgCO9SDM0WluW0LnoShpmAY2KwsRBLVFUVk20fLvYcVmzZpo21Rh8y+dMMOWGGAdAIttjChrr+D9bozRhpGn3qUiY9Psj+DKXcQqkKlFWcqY7cxHMM0QeJ8u4ScO24LdCZNRPGZtGRXbh00LQMG3j952HDl88d8125tNsOw2e01tFLY22nA2FVBJK9E0QJgYjl2gUkTEmZjSd4y1Gsirf4VGnm2uPsowH5FMhgA4XAMhoSKdUmniCJ5wLpli2bsEoE/5mILMTQDKZRVAcRnFkPg1EjHyujJfkBaMk2WoNikBeg8ZBn5CUBEABwI7QObhiKpA7v7dbSDL6qp/SJ07RZqaXpgajoah6dM3JdyvVl2EInPI8PQoupBaM4hR3q0QVYJhqEIhYOEAMuypOIE0uaacGR8izyJqKnnJLUD8J63ZMaSFnLKud0IJunAzDClE0ophQlMmG02JSLnWQqnEI8twarrCYTXHCWto58ylGH7o+5IKCYceuQLnirbeT7XFnZ3Coty8+zq1pnxMi3iozzUyAZzUROYigEkgaLOf6u6OHAicxVxgAG1uHhUQEPo1xyp7dvyKCgnpBEypqp4kmJxJ20/OH1E04JEirlkWWWnxk2Zadl3DtkRCrx68BgBEKtM1Db5UVrowxC0SRMCeZVRh2H1ddBLJ2OKQpCcYUPiBX8W2Hxk38X+LuPxbyj14xVgcDTR3Zulx38ICJzt1s7xyd8yZkQggzsV5cS00hwJH63BMqZYEEpFhiLXJo2moj4soO3D5Li0rDyGaSniOuqztIWF2JomiJZPMAj63r5tvbtW7fSXbocqCwRFVAMTM0MYBYABVYngKmJBO4Runflll4zllkatmBq40osmwT/0TenkD4GRJ/ERnRLcDYGgbZc/FRLfOIH4GQfB5HyHYZei9AHfYFqwb6TFBPVyJVTSjpFUTTjlh+TUE804OkjTkaAy+LGiwvHD92IgIMtunrTAiyIANhAIiw3Bu6GBJ+Rf0EsBfExJtEvLDGE2hVvIiyDsW/l4Y++XQOdkRFk/8oAfBv8YBgHgA2zBdvMNK4/B/y0k9b+7gnbMSW0ELE6EqXM0tIUezBW4zldNAmrpC/FQGU9PXTT8+/cukuFFGH19tU+XYiTHSqjRJC0SQ2pJBv5XzuX79hTcu2rRtLBc2rrF1WQCwV7SBgJ0DA8AdKiAYAJkwcxrEb1OR00yq6mAYtjsjjl2a27HCnIMYCnmuAKUDs5FkcdQG/mcegANA45DHIRXmYqhSGIoZTzSYzEkPIq8ymnmewdTmVhMKqLJE4z5JjsmyYGfi5hnssUeu2w7LA+azW31r6+deGrLXdFO643VKrCMslqUqGUWNUerOKSDlXKy6F6CU2pwzDnx5CX0xNMJYK5GHzDwmhLUYLsXmTyYgvIQJQgvROO168llVZgzF2VbaIJe45zCqJA0BJJIAAMmqgSRGRAltwH2R2dwnlnmLNdLM1DlS3Coep+YeGOAHOngA8Wg9Wwj7PbtUIndH++k3JLEMakp66lEfeQaLX8Sw1D88khbh51DEwpetRGpO00qrIigdcmldDdG1E64RocWQidehY0uGk1HiSD0kT6OoMWvZYTHg6cMtoCmzLxYcRDAczIPhqPINXC1PIKsMxYkFFxFPMs0Fp2JhPPOHjxy32Xjh4Lbp6DLx20DNbO0C6WQo9q6mEtbuABsLaOpVmVlMESGJBBBGk2iAMwRoI5ZEZ5jvnt4alkdq+02ako1nLLmR82IemJGunuI3MHznh5HKrbg5AESmFeJ0JwkrDSokJ5Z6ZeK0FRSRAU1+dcg9RjIi8B204be9KAFQZCnDla7TPqcM5D8wVNfg79P0wTf42/os0HhgPw26xreiPThwxxDsvWFra1Oyr34+7s0eQFMsEHTnPWVaxEk1Jd/MyXyp86loo8naBc787lmEVCOkPyYQfDlS0ORMkFWvk6rxwPxs98ZytbXOz2791Yx3jaAQZAm+1lT1m0yBYzIzgHKoIJaBuEz3Kx9k5b+OtWAgCoh5t6NWpx7QepTp+YMg6mApcQGlg5s+p7ud7CDGQsyNA+ylWguA9kLhTFfDZ4AIizYLDy4iLOPxfCnL7LdDa9nHPcMszmPmdaznQccO/wDV+WtaWhzUhIGLpyxfp2hecctognxL5DGJI5k+kRciH5iwlD/bhsPlqIYSLmG1pJTaxdC4fHDhVy4EYgR6Nj8fLdvdYdADH52QCvmWtbhj2BU00M/46q3oVv6Exm1P+ydDPDs/mDv2tlB3cOWLs0H0Pzh4ANOazdN0XCQBgvXbQjeLbFQTzO+rwAQBP2Zz54fOnM5yabflag/azw7H5tsAmnNSXMkJfRPNabcXokAS5gsg7U4rjGIzIk0RBT3p0onuzika8k2Bcu0cNlnAvBZBkG3zAtUZq0zgGqNY1GoEg5jq+kmEoAjjUYSSCTcroVmkYNFIAWFl4upLg+5iYwRiODzTok5QXisbdC4iRLeCbLlmQevqiWf1Pd5/Nr4Qct6CNSyTqx0x6CoJ07H4GJuJpxTLBfiwzHyOgtRXDolzEMuFDULFZN6ovFllML9h/Dqqy0WfPxAt2wYfOo2i/wBCrdS4xFtnBS2zoCAftssgZjPMQucCagDEdQOsRmROYUZAxJA3RrkZq4XLSZUBTjgKFZoSuilHjeX0bpDpdhKLkAwJtFiBGMtiyXUk015JgH5R+LtvyT0KMvAZqzVkQHbIIliJFg+HF+LYlOu0mHIWQ1aI19TfO3zx0mIiIRfKaqfeuy7h6YbdkyJYwYbduHL180w6Fl06beCywNPXdyTb+EQomhrS8laY9LugKMJAkJToDiU8TTHiCLi8dLUHstPhTj0UuSGomGCjlYeNC8ZMsOEBIYZFkA+JuxZHaylGp+cCvu9Y9VNQaBCUMTzUNIscm5vQ7Ab0w/gpDmKYlMrPItS4UfmlaITT2HyS2JxwktmF9YftkXbkXqiab7T5qtraOlt4ujuKejDkvbZUJIBhWMYhOkHMZ1BWCOsPtAZEEiIE8tM8uGu7cOnbUvIrVlLctN7TtMVGmlLY2rqyAWi1BLKxZOfK6G9cOlYi7drKYlnGnhJ6+dO3rYFPIi2IssPGxZb7G9qeqA2H2XZ9W1fZfgPCud8Fo/YnoNsH8u+dI/8A89TPVHlbu4UqGwNQE3vhFiPOyaCXpu0r7v8AimQqfGa6UlJEcxIgi4vHK5Ark40wgqcVOCGoyGyjlZNk2Xb027cICOwDbX/S4sIC7YJtBNizedHY3FUkWkZ4LCdBJA7Ty1oV65AIEGOsYMCM53RujnkRlUukvNUGnybE0pmyTlvNqDYymxJd+BSa0BIiiJqI4CMtnmk9hzEZLyLAkW3hx09LuwaeNeUbdti77TLIiG+2QuHm0sP/AJzPqhbuxQMZ2/nyaAZjb5lK3mu8vX9OUhtH0V6qluICH6KeDI/WohcSxg1SdxWpNOHMsjROdEOHzTj5ZA0WfieiuKhYLsOgaeMPB8q1bm3esdb1mMlCabG8okvpglOmp5KDm5QP9OyouqBhbOmTERhG7uLAWZrTLB05Ty7iFm0X4s6R+22bVAevDoMu2Stdn2o3gA1q4pL3FB6NwgCMwGJjIDQIInJsqMgXQjIAwWE6CcpkzrlGWldUMaudODepNrR+zNRCHUo5hX57PJTATXAX2IUEg6VQW/jQpAIgkhIPGH9QVAeBUHXk/L1YDpHaqgT/AMdkqNv6Ch10/wAgCfw7IU/2IezIS9bwnX1OLRQflUTlZoC1Pa2XMxScYmVo7p1hWKYlcS5eQu+hl0QKxaMOwJGLJJ7FDK8beogG3ie0YYQFQXLBgHL0XNre0St9rkKtq+9oFVZiVGAKSBiJJLQYEb4AmoKZgLnKhsyBqJOZgV23OCfkitPSCmxVP2dMpZHQusq7EPpESTgmPB8tEFVX3pI4ou0RNWI0WERPPK7xPT1A+wmljD062SInDTLgXBZ+8d7ZAQaABAQEBABAQGoCA3AQELCAhcB2oU76HVLrl3qOnuWUlYR3OO8SlAegCcpGaJheiOQ834oKKJQpBEZwm0kOCSZKRKfFzDb6KXJwDTb946B0TeOhdC29YbYmDdb97V27du3f6QzvMx8mwyxX8FkzQr2WQZrT8CI0rStK7Zrt1o3LinEEUJgforxxlgcYjBIwnDHHFlU9GwAIic5ErlERv3+danZ1C6o9POk+E0eO9SM3oKkzB6/ETiEkaIo5VASUtRiUymqaw4RCplp22y8PvktGVTztzQBaLkDLwLOx23w7eMPXbD120Dbt6wy8dthhphtkGmWg6NMiAh0Hanj8KKmCtTa3TOiaaMRy8imUkQTF1AynjZblZHJQ2QjSXKrFGnab6yfgiLCJ9PSjpOI4XMnHiKtFTaanmXCiSMOnxIu8YadMXAUr/pWm/wDc8n/6O66B+bu22t3i969bgYUSy6nME9IGJkHSMIjIRJnOKgiFU7yWByH5scvH8TP0NjY5WDHh0DptB1PDQpveo6nBMqMpQ74kJOSuiaMl5agGVX6EqWMX/g+hU+femEeFPnQqqTpRXvkYm26J/KZ12wYNeT8o8ZAR2vcdkAK2nukmIQoCOZxugjdlNQsHUgdo5jkfPfM4uxtSR3tsY753dUSOl1ONc3vZydBqYk1issyEGp2l6TMBnCpd5CEVxSficFM0nRWwbKpryHk9KfkGU9w009Xyxj447AuLgxJlBmhHfYRvB8KRokb9Z28SouhtCihMeOtFkoTDp4nr6WVVSTbt+yqMMv3bRY26aYfMsMsvGRBsGWQaoHONrZna2Nmvl0CllmxIDThM9NGcbjlv1FXwLAOMQcgY7Pu+d++bHmxtHjoN0564pAtTUHWXrr/RpsxYzBAS5Z/AlCEnfwbNIQxd87mqwqbNDEXzwBYhkKHvJgk/NepbtfKRjs4ZvBt35ObWqvyzWZW7wfVJooKQCjxGmK6Lp3iuKobIR8ZXTqWaKqkUMQ7HsHOjhtCdJz0oltGi5145cqJwHb10y9aYa3xv0eMWXx/2ItbDfajNsRTTrDrHKBkchXIGMWXGP1Tphnd4jPnKDsbVkon3Iep6DIaiGMIo3/W8pRIZhNDVoliJZPTWmY5IpCEhEDCorqZx81O/suipBPKmDRh41Z25dNtDYNv0/Bgo21Hzf0p6g50T7nnPieaJFOoU9CMoF6fUyY2mEtu4NgKGEr46oIoRjEMRAiE1RZiR+SVHCQZYLP1pBOuHzT8U5y82yXaHN1LVyw1sursCbiOAEAkkISRmwAmJnLfFoGEsGBCwNI1IG9eU7zkOGc9MYao9PUATrl/pxjSbkGQ3PSaqY0sy5lcqKXkItjFKYeLTp4eQ07ybQnC7tuHVwHjbLYeTBMNNNgyyxUd97VSd4f8A45h3R3+oms/+m6j+g/fiGdpj94ZrL1UaR2ZRDpm3fEyNd7UwBj4I1CX0wH0ChKwIVCC/m4KuLmWMyBVBjcYkXQTwaZRwJfNE95x8TdCcrtA/rg3BC2bvRgqrMSCqEEqoZiZeMhkMzlJqYPUiJYTnAiCN8cvlmAK7DnhqIkRpnhNPjvULN+XclYLVoiKQkmRTMyLEaDkE/FB9NVlklD5RTXDZMo/VzSSgrai4IO3rRh6TSj5hh2Loq+aZ26VMlzpYucKPnZkqbcOjJYw5aBt0/Lv3bL1y+dNs1ZbdvXbbLbDQCINMtAIWHajHveZy71Leq6bII09fpLWo+Q/zNnjDU5vnf8+T80PlH5vQFMuCPm38gfgcl38T+OfhE+U/lj5bNfF/kf4l8lv/AJQ+NkZPEDfB71JDQkVF/gfbUea+R0lOS/jP4fDzj4x8nk3JTy/kf0Mb3yPlvI+U8l5V55PtdjyjdO0OS7dbNxwwcWwEwP0N8liZxgjo5GHKJAmcpqcJgaTOYxLkOrHfl7OQqeyc+qPT1p2WZaQ9PCbkGSxW5yRE3CMrUyK1L5PNR1Ezs0jEW0OHnfk3nx1RA3EKIXAuAsttPFIsyzXtj2d97U/9/FGcVTHiz4PvMKO5eqUpI3jzUJB8ZxlKlZUGlZXljFUUKWmFciGXqqqtpaG0pqUFq545DZ5QaRUdo6aTXplpLTxeiUc3ANt7V43Lt9IAW0bWE5hiLlsOcQOYIJgZDgcwajQKf0gd2kFRuGc9w4bo+cYWEkodKpptUTiqieCpIgYOlnJ04HaFmpUq8esvzAdplpn8U7b85kQyA7fR2qv70b/HAu5Y/wC5sWf+uon2tQbWt3eke8uGOiuBJmcUorzECPtRv01qf0c9RPtA4fLXwNjY2NtagHv048uQ4z8s4NjY24S1+aXNQ+q2WMHwVpv1px1oei2Ho8cRStzGgKDH0bKUVQ46h9dSXsFHE1zMCXYlSL9TVE5dE80qnQZMIrhwCe0L/wCMl6uWVSVQuRooKgnPcWIUccyNKkHScvHly5+ztju3Y2rXfpNG9S/64Q1H/wC5/P8A/wAFBtqL4PBNzVzOPUPvFCs59Ws09WUj9P8AGqTJCVExI7OGCqFGq0TjKO2D8bQ5DLSzEbhGeKkMQsgLD4oK8rPU5NipKLMqBv4w/eBzjaXFy1aubPctm6WCkvaYdVcTEhHYwBvjhxytAgkGYjcRrHEDj7O2LD+ovV1pw0lJ8EKuouaqFKxPmRFLuCYHMrhNcNsRFFb1x8ZdIZJlESlV4yceuPxjsDLDh22ACDLwWgEA6P2qpfCnf5Wm7v8A7NdA/wDUD3a1CoqJBITz6sqnCycmJZM0oqSgcfOy5MiQJOGzJw4bMPWmXTgsWLunj9++eNMu3TphtttoGWRELpdLXr9sgBbQtEHOT0isxnOMoygDnUbgc8yd3Z8/MGv2bG1Q6CNT+9b35U0prreg+eSRoK3f8o42UoAh+cYw08VpnzjXSDp0adn3Tk0RcxGyfaSD6XEB6HU1Vl8hwolRCkpaspRbExZ82X2FJrWzvGt1trUkjov3pcxoZ1M6edVkQMQpp91eJKS5Rl2HowMn0tDIw7FYEEdKMGSTEQrsOkotJxeVU1CG3MWpsTpkxFWFUlRSSuQ2xDDdHdFlmCLfIHRkkhQYxYwhOQcqFJ5EmpwnlMTGc+7XlVoWOo3hWWcERjMeOlkvDkES/hWIY3jGITjsw9KIUKwokHF6IVk06JuTJt4XS0ggcPP3ZUu/MNunDTLhy9eiyw1gMgNQ8l9U0sEac+n+P0mZsr4hOLJBFjFEcKZdNUTcPqhpFWXLh2rkE072iCqSNEnzTZVhgXzh55NptkAaHT28X/Y+Ndn9htqe/wCBKONo0fgyn7D5p/8A+/afP/DNGnT39/ANDcI2lLIAwtZa4SZxSrooH2oggmZGu/UUjKeYHv8APkVPvsbG1cvVdp03mcoDU056xtv8YH0xSBMR1ESpDZKYGmGTBZBgGHojiBQNwZL93FkRrhMxEiolpj4nDya0LDxbiMwSB65Jvjb9p1ta67WwCLb3BnOEoMIEZsblxBBz3nnvmAJ8n4A1L5IjXXpW1MThn5IOSU0Wo0m1pgiU9CE8oTbgWZEMjBEQp0Sr8IGyALkYQfD8NxMy7iGGFwgwdg9YiBPfsEmTxc29TjZI2Z642/nj6UwlXAWpCdcXacfhKssJfz41MRUpRDOWN4s0NRVBEOTAicxFiuumzj6NJ1OEmU6a0bieKVc+RcQ4rJRE26PNtJbl6klHLJazPKuK5ybshk9Obep72+GJ7SXmeSToFlS6WZAIUskpMj1+D2KmFUgsy1cREaW2lKFEhVZcFzjt0Q+LMNmnL9t52GWuaxtbOs3EAAY47iXbJtIuLqliL7sDAAOR6xMZTMkRv4ZQZ93GpU1jVPp2h/UBCmlVbnBBKZqMjlAMxTCEnTaoDqN4ih0olxItGVhLShd9oyRcJUHxQeePmXnZZcISi1ku0G2/tqV7rVRp91gfCndB81dNcz0KbUvSWm+YcHmooh4urliDmJUiQusBRUkhp2tJqWcEwUJLSWYeNMlmnAsHHYMPmmgeMsTHb77eDzp0cytkbJHSUnElTWTrXme7k3Ils6UIqYQuHxpAS16MCSUqun6MoLpZYjCDodh5zEDptBKH4jaX1UuokUAwkn7ptSm3futBSzdNtShLYwBawx1iCzM+EQYJjPWZKmQN5APZPyqcLbHYujCEpfwuvxxHsUQ7BEFwmknl6KYvi5bTIaheGkJMcNmlJaX4gWTRJJRklPLO3hg8oqJssTKOGG3z987dstNBVdW9y1vf4clt+GWDt9PqHiPWCmkGojfy8U4umMEgV9WLFzZn5gJ7xXjg2lfJrZlpw5TlGIJXNwuZNstCdg1HcGvj6dmkFbwqM94TuCt4RE05UIvDOo6RsktQ8jp+pJUgwkFjsaQzL0wdLxUWRHbIO0T5wJqg6dq6S5ZdlE+LEuJSia4KpTki4dwNpYErcsvafo2uWw7KVcIFJEqxhhqVOcTrnLDOhBEgHXKfh76sLxFqi07wxIVT1SH5yQAoadklEbiQ3OWFIgKRzADxBdKwIT5WToggppfJrBFwsC0mv36Q0eYcG3T909Fhou/8nncrJowDOyXUGzalZEpKMZdTBQSMTwbFSc6OOCC+gKTvypBTKOlAsTOsFzTqjx18ZKuHgsCDQsAAhWoRD89pIO/gqZiVryckqnczR00RMmhLpuYcIsx2Ki9nwrHnSeEItK4RAJ14SbYOOyvyf5dsq0yYZdi5aBsbBe5x/YsdBX9jPLP/ANSutrWtoNy4i9WG2a3eMEkhmZQVnFEQd4B7ZzgiPEjwipKtjY2Nun8N/wCr97zznrRRsbGxs/Df+r97zznrKNjY2Nn4b/1fveec9ZRsbGxs/Df+r97zznrKNjY2Nn4b/wBX73nnPWUbGxsbPw3/AKv3vPOeso2NjY2jh3e9OZ88dSptMWwAcMX/AHv5/YGQZSwWxThm/wC9vnr7dn0uFsUx0aDjT2iFfZx2bSnDkGLZD1b/AF+3a9c9IxlmgcPvTzfvYBHhs/izblwx/a2+qnIL7MYCghVkbBxDqF/Q60v7aYF9MW4BwxcPV/OHszspTKejbIh7e/zfzjzoOdm09G3Lhb2eb77D7BdSwWxThm4Z83jXgI447Rqbwves6Vd2QMoGdTLUx2Wp2Mx41BQS/g5xFdpcNQWERCrC/WEYCH+LxD+T+x8ZE0AHe35AC7IPqu6W1LuwRREsxgCSAJPMkDtNSASYAkncKrVaXZZyo3um9Q13QTvWpoROrxLp5mqcgjTPotVJhr0rYKNQmjRlHSKePQ4hJCsiLi8bhtDRIWaPtwspElWImI1ORSumlcidINErF7O5L3ULKWwkBoVkWJQS/wAU8q0iKbSoLsQp2vlxtVaWvjN6/HPlATYWEH1QAdq7msXeg/BstdsQuo51ESIn0szMLlCJJxNSD5fKsu5hCXTGGnSa7Ul+C5lI/wA5mU1w2LhOdxYWXXJBy7cOibpwyWLA64n/AA6fBxfLeU/CrvZwdeV7fxMJhKvxbyfaAfiwCK58ZBz2au6/GRfdin43t+ft5KXdntlg31PaCXZjde6BccFiQHDW3zUHCMLEQBAXOtiGMR0iwAICmBoJGY7ePdmOytX0r5Q7oPeXaFUTdRzLiJBj2fc2SUFaiNEqJMSI5oQsowgtxXBKQnP4ih5XWV1Xh4YlIq0QE0t3FJ8wqJz5BKRPCJhJcw8ovXl3lp4w6dNPXrbDp06ZF69evGgYdu2GGe028eNtMgywwwyAtNNtCAMgAiLQAFdqR2j3ed/BsNC0Stx7p9kPPlMme9LHSz2akaS/V5jTBdu1Nll0p/JS7GkyVhmGG1EuDRZQahMohAfLPTLg4D92bNMvrGGgPex6Qd5+oTXhDTyVmIfGWSDDxyOikyoGIw8mmkmNTC0mEShZ38srTtUYM/Iqk7Pln7l26ZLiwy8F4y+FgOnZLlgG4q3bAa6+K3YsuWS2FUSFJwyWglgEAyyAqtwMQOq0KM2YZnTXM92Z1NRV73TemjqIaa3U27FVCc/dTupN6clfNGP5dKIrECyal+ovmkmPU81GaMwdSxWDSS0oJ0bLRJ+cSZdQm0vmVI24igU4qU5Rm9opnD8HmmVIjXrpBhRcnrp1ISThOSu8GgEi+VGTaueSmUwVyeJNOZeGisNJ66oEiqskqYljCbAcSkH5RcfvUKP1h6zMjHK9um9wFBqTErMqi0ik/UBFkQpTUUQNBERzEjCJlJMbCKDCArRC9eq8RkIUR2VPtw7DTs64hZHYDyKUmFXgNNPdKGfhPO6KOF35Q3MaaRooacvSxoqYkbGj4uYLP2Rdvy79y9Itunrl66abdvHTxhth4w0LDbIsCLI1dbRdm2narVrahhNnCwC7OBDLhDkFscnpCwGJThyAFATkERimcyD1pyMkZCN0aHPOpVdGevrShr6gJ7Hul+bSDH7lKJoxiMYQabFJmHLswufH2E5Pj2CT3YWodfnDCQslU0+9cPUJebSFF/DiusESzRtqv38Hb/m/d/hav6rOHP8Ahp1k9B+/iGxJJ7+ncIabS8Zk5AI6lJshMKKG40jJOlxpoiKEk1diVskVTflIwmo6WVIuBYJlHTtyUJFyxBw8bNGHBV0ZOnXxj6nwfwNI8Vagd6XO/S1qZiyfbU/ZsS2mnHMKxPp8XZJ/gkZjKNtSUXQ0hkVxZjmLgmN8dGJV9OMqRdJhMSHzZLnHqc2C87LpmovLev7DF7Z7ty2183OidQOtZZQVRmLmd4AMZnIAmgWA3VYA4QMQ+8uuUfOtt/Cgf2JOZ3IJsSR/37leFKfWH5h+Xpo+D5boWYOnHT9HsXaRhV4rjeSUqYuidV/D3qdIfKkRRJAqAsrah8RTJzk00kJ1SOmTPxRPKFCJbyvkShUuXYdu2JYteGh+VG8N07rumedMQTDhiBIhiKF4lOq8r1aG0WLnR6EVV2rprkqoRZCMbI7so/MuwYPO3qC/fPXAiyXflmx8qEOpb4L5o9JFi5MnrD3lRQoUcOyxUqW1ByvcFixcu7ZdOC5dw60/MOnLhy6ZZdunTthlh27ZZYdsAyyAbXvbO7bU107NZ2lGtW0AuMgwsrOWIDo+oYaRpVlYYYlgQdwOcxGpmDunuiulf4HD3Mdv1G3P+iG1V8KW/l4+P1c9oW0vRlpr0L/CftAMndLEtvwXS4VtOswI+UIc+eEfRv8AGItWZOawkRSVvleYsURevOvjKZDSIW+IOFN2mOfiXly5N0YMm3z/AJy3PG6dlnvBmNZTU5tUetyGR08ailOUUFfgxnagIoKkNkwVRdHYp+dUuI1+OrjQkXPlDKSKIQHtPOymM1Z7FhPSb8H00laQtU8sNX0HTz1izJmrKZzFZWGi055nS0jGGjJWL4Gi2AT5RWcpcloaiN+VJpUarJ5McEImTXZdYAsafMmi/wAaJGudLf1gbPdtbDYsKL9q4bitbDhbV0YwAtpTnhO/OBxygnDiBuMxKkQQY6wy1J48K6N32wfyKHXONP8AKOWOHNWRRt5oY435VHht5bkT9ig0M1Cv8ZNN4f8Abxb9Uft8OPrvtv2KDXRb/KOVv/WqN0Du4crY24g3RW8n3f0od2jo9l5NHWVpwgKPYNlCQS4qg2KJswckROgKbtYV3zaeqohtTYUSZ1h0+dPBLPXDL4GHjDXYAGgHbrZ0Tb5dlUfU4lmCiem0kkVVQSiwCfym7sWrFNLANMdnhwsFPRt3VHuHatj8KqCm6yD+yQlEHtBNjivAOYf3Mbd5RbvyN0zBRE4fV9cUnj7kk5bfPXUJNRVHh16y684WCadBEMxCePvmqUduSZcw9eDZhlodojvhBWpyTmsfchQbqLkDERuLJUR9qXgtxDC8eQ1iGjh1qEFyasELXl0KICSctJ3k16G1R2XYUCRV6ZJsljztyBc05bbjbL1p9l2lUu23YWXJVHVmCiASQCSBJAJ0kxWqzIJGUj4Ze/WDyrsbQNvWtRE5ox046eon3T+tyS8GL0LokMnNQ0w4FjhNlUgp8PS/fHycTqSuoSsSUp2kRE8RSxJIevV5w4fmlpOYdGX7T12y9sD0wNACzNKXpgKej9QdPNHbUkhQrIySw9nMqJcj/wD0ejBbzc19uKjttulsZD7BAcdnjzGocxHbqsK6oBcum6WwmSqLCkL1YQDeCZ1zjdFZXIygRr7h59m6m2CgdngIcxqFKfQAPsax7KzvwlLUOtnJDSe3bkl2G4g1Fa9poQNCxGFk5+9dnict0GM0Y38ePvSjt4+TicVTEKwrD7p6ZB0TUIeIR62+ePSiOoOGu795rviNNu7mhh/DZo64nFqliMs7Kyy01wQedKEXqa0qssuEA9HQp7s6YgeFDZ58XZdGDhR8vxAyLwvCCCumHRpopw/uk921qGiWfUTb2TebtMq+sGahN+3KKU6iQacFdOsHKRJ4mlGvkYw/Ou4XiVmGH7UNwzCDl6+OwLDBxUaiU+ox3Ei4yg5bTcN8nYrBxPcAG0Oua7Pbb7eJp/fLiyiW9c8RgDMow9dtBmo/SOUQDuEyT4Z1OVI6SMP6a9LksNP0LNC/QZMSWhyWyecbAfLKTEJQgWRnyuZEWGRaNrBko+VDjfZYBs0betUZr2Qo47grfByO3euk2aMoZnSC1dTWXIr1ExHMgkvyAlXCEcwkRSlKWsrIYco6oqxDMyCzhaI3JuEzp0ynuU0wXdph5KMsH3j00+Llr/kR/wCJ5et/8RVMfAk9sHm9P32MU2q1/BFAru9Z9Wv+jLjO9L/ykpB2wPh9Q7ZbSjja9jS04tYbe0hWKBwEAsZYZXdzy4VqpGEk5zh3xx88a1Z8I3i+JppOty7HknHReG4xmLPkvF8q3MyyTwqUQYmi5mRKzA7uP09G+W3pculqiglsxUTSmlh66dOD7giKg0y6F93T+Dn4TlUP4/W6cv8A9pp+0/4F/s9m3KvwmiKYfgaZ26GjaLFJwhwrB+rhTimJVk0y9bKpEPw9EEk1ZZUzDBdy9ftOE9NKGDb5lw5fPGnbpoHTttsQYGVH9PZ3SNA/VuyuqH/amYPSv+QunDjnjtmBa+ubX0u0tYM7OOrfFnF+QSSVJ63WjjhmDrVvzVynXdO8fs76rV6A9AEG64979vIpc71SApcT2mvL2G0GJomeyijScMvpbuo/NqUIJT1VhIxCy3LSKjSa8hwyWKNE4hKMuWTfxl87Istg6fj5fCMt1NoI0H6RJOTQ0pSG/BXHMV6j0OAl5c/CjOeOPj8JnJYzPiEwk/JkyJhxejlfKLEOo5z4+STy6kx8U+LuzjJUwacPvkabJJv96Rvkt5TGWk/XvPDTVA5xOQ47Q5t6aF2LoXPTMh5+Yg6HmUdTeJ0SQGqvUQqpOnx10XUPKMgfJsPAKstAw+2wDf67uCeGjfSvKeYczt5Hq31lIsR6gEaDCMu9QEYxfEUKQ2qGpczHXHcaJJOIZhRcVcxCVKIZtDcmXSeXMMpq6pOgNsO3r1w/4XRTsO1MNlS4BdvxthNlnjp4VsR/KtIyxDXUZGp3jrRp1c+Ay4V/QRLVEu4oFfxLrn/S2fV68feAQO6+NzNF05dTafr+0JalFTRzrYIJpYivxB8jfL0uZpspiM5QE8IuTnbt+8SzZlGKJiLET42gx3DERIyQnllSBDCiw+Vn0p+rDTFDusGQy5ImKZkzjlIjxKbhdSfxzIWMSEBTMTHsNLKevOHCLEyhD0TFSRRSekWU9YdNpBho2lmDRVh4Xaeg+ZgfQdzDoQiqc0W6dIb3te8aXJ8wEiMxJGsnkzW/LY7MaFYfbYh16wsrsIuJNtrSYmtO4thh4ybNFHbkWF9IaBvsnnDTft7WGuYbbbOtxCVZXO0Cy63QcujMYwyiSCpBOkRINB2xxynLIZ+Ps5is0ZiL4UdCDgsijAW7Rmk8ZLsp72MWjccJ79p4wAA0umSwRnLoqD98N23RKFmSoCNGEd0HmhrmZO7Q3yu8rYJwFvINX8lJCaYmVBFUYhkbo/Q1Y+qx68TH3xt66iBVidNKMOWWX7kkaTGohi6Y0OJyw4dq7qAGDiaSfGIz983u8Xe7sh7SerST1vbw2KDM9p/FJVxcxNLUqC24ToeMESxps5DjMJQRBDwmsg8fNAyYU3iwR7AMgKc0IC01NYHwdKRg/wDzwfex0/ssYQ6cpHD7fZTntwYLt17th7e03BawC5bubcMB6RZUErbQuCJxAsQd+RNWyEHIc439Wdd4+e81NzIeR8ttNUnJdSGk/DzEMS0lZC6dCMIowGHxx+XTU9irZk+fMg0ZUlZUOPTKqtKptto0qKx04oGWmzBl40O3AARwyAYZryxYPMqIYrUOVA5Q7aT9zJKrSRPiC5+Q1rC3gs2FqCXETOSkCT21Bw5HUr1cIohVZhMy8iGFyErIaNqL1MLLj5URm3S0U+JrhJOPPGX7su2WezEsh6I05j3YpSjIWsH5NbZ29O0bmAB7S2SsBUV1YBQFwxhCgAYYCxkBzFUPbOnt1/b31D1ro34Wh/QpGCzJyJ1qNpv6lEwwjJzrTxJ6D1RdjYVaJCiYfhwkqrCoXSYOSBVCSwlqLkp8vH4iMphwubSIcVnj8oWMxvQnpL15b7iacvJ07ymXhjSNoHlfEZSOZT6IXZo6zMibaw7LumSy3OE0ZLpi4mkHzh8cSjxqIUiEYidor1RRIQgWGXcQKEeKVjSMZEwQZVJgzUl/AUroZ1KRRAp2HUSeRyAIWNxsUVE9CUE6Bm1mKTEPqC4pIUMHTjD8ukG2jye6LCacO05+7Mv3D6Cr9Bz8JUsH6blpxCgAH8zFKKwDS1tNFuFaZ67ct9LpZenW9fsE4lsbMltUIUjD9Ye5eR3JkEouG2SMwZioBzOEgNvLEzuBCgKYnISZPDjUu2ovdy6JdWz6An2orTrBEzRlhD72E5fuVJ4vpJKEocftE23qKjEIbV0QkWIf4BJMunPxfsuHRVw5cdh07ZYCsJNDSZp20cfCZd2lLLTNKhBlDAS9p+Ox2rQ7DxhbMklCL1MjrAh9QWXrxcUlUwBp8jQxD5Fthy+duQckHDXkQeNtttyDho6+EqjSm9y04cf6GKUVsANv0NHQMV24egSZm84kDv09Dek3W9qXkjqYNzLlsrx89i6F9MOnmHV5Og1/DWogqiwqmzDLyJhWZ8OvE6KIAUlp67hmIU0m+cLD4s22+dKKuWf820FHewzbJdsOdq2f8s1vZ5JFxAFLJeL5wATDQAJB0qVkZYgQFOQJ4DcQBz7++rlIWvTiP2BzZoP1+zavTNjcNmIOnnHGpPdqazZsbvWYsyz4q0w4HhNELx3JGK1F6aPHnlYBfLcMuE4l8oKqipEkhXbi+G0A6bfhCkOoBZ4y5cyD69d2HpF3jbEsDOqmGYtiBiSrmOm4LbheNl6DwIuo++aLcTieZRW3bSl5ZmB0ESwPwaaK+RMA4AfjLwBqf/g6+B8/1epsAH/cjXDy/wBRbnX3cdtdrYYlF1NmCgzauXdsOzXJAXEUItFlgtBwuZEExIFSsxvkxIChh355nLIx+M3oaM/hBopoQv8ApukjASu2yPz3DSRLkI7+LgIABP4iEC/IQuxZABE2Jn5U7TIVUKi02JKbcOGYwndBGo3eV6zpt7wqYEt1B2swDAcWozmBJGQsplzRM2XaGXzlbiUuok2DieSPm0hKbhKHF004dsRTDy8UZbcPoQvwdfA+bfx+psYCv8KNcOeP+Urw2UJc/A+LVn1NnhUASNcPt/yleG3J0lokFzs13CQQt30u9xZBkHA9soSDvYHTLnJxD9IdlvPUTmD8u+KvqAHQLdP3oV9EPZ3BfgFV/wCDNJxWI13epTqWyzp7MyYOtqIU6LVF87YaUGiiebiuLHJdt72Gm2HTa/HMSP3jDLYO3z8AabARcu2mZh9Ae7C0fbu1mY6vpRhqLkJ3O0hBDUXPYojVfi9lQKQZ85DMLtknS6LT1MF2zGS00YByw6bMg/csmGalnYMwJafpywvuOt7jrIkhqjUTkA6QtfsSjP6Qc51JOOPIDhyLDERLyqch1VUSSb5JMIpJiN1iBYqN9p+3Dnzfl2trrkjDkUMr7vrvMy3divXlW2qvdRyHxohuphtsXKpkSMJJUAFiJIgnMaNBxHIjKCYKkwATu5Tl4WGN6NBiDHm7f11w1EgkXSW3pOnwtfHFF2y2STFOEpbRBFiEsmAeMAyywirqKnKwPQFl45aJsvXTbD1hlsOL/g5kYr0abn7Sm/iF++NmYdam7BxA4/BntvkGGJ1TATkBwz2WQZFykpDBNEL0DteQTHfbFp52njXJW+q3sun+LtMMU6ItFcx4W1UaptZSYnSXhSFZELKZM5MR4QmWyRJxEoK8RQubOQ+yoRNCSiah+HEYurP1Zo1EBdeOknCEmHTW0ze7i0qfoJND2m/TCZekjK7LGXpVzGhtNo2nG5iRQfPxrMUynvuyy0ZT244iNf8Ak409Bl6/IAWevGHTbQumZRlu7cXtkMtrZTbuOpBGN7isqSCRICsxiYmDrVoi2N0spgjsk+3xz1moD/g7wV3gu/x/ss0HhynZrGH8keXIO7iGQbwQP8Mv7pG1f4x0QWpnz9SWfNDHcNr2yPwPg7/7IJv8bY1ZIQDj+rXrHxb3e7GN7BN2WchfhDO66m5OKMkWXstYKkCsqEVxjEL5ssjIZI0pahkosYPPnbl68YYfqKgSJu+w5eNNPzDpkGRFrbkUgej9nJIAG2KSSYAA21ySTIgAZnMZUH74R90+1FHwq3kAUBm35I44iIV+hbx2cAej5vFkaU7hp+t0twC1MD0hliz4QZufYMYEVLWbC6o8Aew7cQlLidUZtvngMNNgwy9haWasUdAIMCAPzBlwW7XZYafstNuwaw+Rvwg3QVqY1CSy05afU6f804lmVEpOG3cYpMojaLL6DhOOjLRZXjVTihURYjSUp8/LAUcmisLKDPxow4Zf/FnIPnznvbadmJwi/aLMQFC3EYknCAIVidRvHORWYV/0W3agiIidQOHA6b4moIlLXdLnd6fCSd49OiZ0sZ5zWQInkqiywKQ7p/gtCjmMiSutQ/pLixwtKaREMXQUSLQyWJQUoETii7U35pyqqKKWYT3jo2/MlLdOh/WfAOvGR7qfEuJezhlnDr2LYgg/5rzyhRFgyO3ShDgEGjR58iIMTRgRYSjjCg5aTjPyz5Ywyy9aeFnAMMdqvpoaCvwqregBT+hLZGghij/Q0OOyNwp+SHs2tlUGoWCtA4dA4+TD823Jsa3JvsXGA7RtHUwCcXS/axhtNcsMZ9hq5iFMGcKCd0dXKI18jkgAHmj2eWc0qA1r2KcLX8B2rJb/AI1HNT/KSp3NemtRLxdqZ1hTIl8VmaURX/x8tKCT0NxERjc2sRq2ReunicYOHIcIxOdSnr1kw6l3DMTqKo4Ll1aHhVJ1tX8ppzTw07zDlpp9nyt6aZvRGnkHUHThQUpNWjUNGi6mSMnXJgioEjD4SKumOjqU/NoxlKX05o27UEhVJmyrPbjD0SaCN3nudonhIxMaesMRHrR1UKJ6F3U8dQcZpKPNCdcSKcRoLyIYZlRDS2rHHqeWWIuiiG3q0QSTcQRdEiyroQRfFEQvnSI7JbbSLjjogAtp1UXbzOBhRiAbaLM43nCCQFUNkWaAKrAIYmTlCga5AgkzAA1AndurnfcO6unUmIeiLc+atFFNltq60gxnFsFy/SIjPuyLidkq1FcPRbDipAB086KuVw2llFt6KSkEWnp1VluMKxMmsH3TEQ/I2G6id0fvMEeU89IzUd+zqBXYSS5ezOic/LwzI1QdJ6xDpGHFpUNQYYVG9RxkHZNQTHTaG9PNphgWHD0TAkHogJcZRN4tuhtJ+8jIoy9M1KWpcT0g8unuID1FysfFEKaEOlkw+0qJyOpmnxN+RiuHCag+MGiCWuF3hxCMHFA3CarDigoHTz7bqhJhW087uGPZLr01JgTxXpe6VpooK3NuaSypLscx6sOpfRK/Ul9aPqx9ZPumTBx++YS0x+rqYoyO6T0hlQPskQNPcRYbAbN0FrdpG6G6l10JSAFS4iMssoAGIypA0BJFTiE4lMFiMSkTGYzBIOpJ8eyoxPgs4fyJ2DrV/j3zo8PlxOGw9keXPhwpaY3WPq+ktoa0+x1qInpERVFhSDUow9TUdkyWYiKOoneOmvkGBoOT34u21SJoiPMuyZNw7Y+LkXImFdVfEkZOUT5SHH4LR+xOwdav8fCc/D/t4nXr2Rx3+HD6M0NytLWZWqGZ2uHefatYs1MSQlMdiuOpPSfmW8TIEk1JGViY/GMj7qZZpMfJaEuQ7DRckPy0ST0WEESJEqHyZuY76MChg4kuIstdXY9mFpAzNaUYmYKlsBZxv+cQP0VBJ0MCobCbjYiYBOQkk6ZDcJ4k1AhoHm7qS3b+qOVu9l1lw2eQ9LW9sVJuF5qrZUqqHWpMqcezJMTFlvFsQkGC5w6CUouSTmIoMdMeSfnZVKsVmE8iZUkMqnmrRWs7Rzqe11xJLCdOjXevRxpPlM+lmnkXCPJuCnc1YLmUZNLawtlJjEomRpywIlvROJKqQR3XxQkpMPiqQXfgptMtsFS3bZ1A0ibwDTWbhryEpNS+l6ZaeZQmGUE6kxXLxacwurPUpoYeWEJ604TlWEYhRXjpLVoePEVeF4gR3ZhKOEFNOdPXHHu7m3ScB7tWP5wqcntQc/ovk1MUqUZgnT5MGLH6nL2U6g/WjazESyjkij0okri0pOwRUZNXTkPkYjT0dNOuFhaiY0sPDZJb2dkAtSb2z3CHLi41t0eJZgUILJcYYgFYEFjkVzoXBlowuMogEEaDXQgct2WsCAnQ5IKc+mv4SmxK2feqCK9YExCOkpeVzk6Y0hd7CC4pJixBqaaS0F6ivovjpt0Xh8uAkyz8V96Bhge38WKXYC27qw1My00b6dJs6mpvmzBSAJRws9iJWdEQcNKiyfMHCaNDULIrBl4XLPF+LooU0aF0J0ZMFirxXViTJkwXcC8fOq7BQP8ADZSjb+godWEMUl8n+qFw7g5WwEoO/O04zE1T7rjVHKmU6UeiCYLtChCYMPQwllH59Uir8FsfQtMFXhxJIFWWjSgtqqBDqqXQE0q6fGVFc+TSJdw8fGGGQiwDZsbZ0SklL20FFJLElUXCJJLNmN5k+2jdZ0neEndrE8hUXGn2J/hBm8/g4hqlgLUfI3dzadJhOzC9JOXBaVcMzZjuIoUE8wygL68bjWBF1SepKiRcvH5aIGoghh3FFflUlLghDikkPmNv6Vd4lr90qa5pcbuXe2lJZRuq6gEx890z6uJTJrlAh2YMRl22SriFYlRE2HYVRfjKycdijCJCEoNV4Xiw2gkDqGvQ3GCREyV0Bug96foxnTob09wesTwlRKObcjZPy7k5NOVMyoyhiW0RIURSyhNFgo2sIqJFCqnPFKDVxpIdKiIppDxQKJ7g+6QVZ+TX08+nloyNek9pdb1jfB7sXTrosViM3k7RJOAxPufc/oGdMRFLuFkUlF0qY2UEVAj1LfvEhQdEiUrHCYZWSBg1DalHEXQfDiUrGlxLWk8rmWCWrN63tNy7edrQwG6WW8XZRcXopKphUsRhVSkZmasBLFWQKoDZgRhgZGd+g5HhWzfhfP7H9p7t/RiQv/wKTu6B+bGOVrBKD+FabYP+l5P/ANHc9Av4YC3Kqf8AC+f2P7T3b+jEhf8A4FJ3dA/NjHK1glB/CtNsH/S8n/6O56BfwwFuXTa/2Xtf6mzf4t2sz9hO1/5tfvDh3e7pbut3cudNTerXTlo2lsfmxqWm1CUqILIujHxYzEB4WlmIThdwJhpGg+GCLo3EkYr710w004QoZSlNTesgLwCoOWHjx30XTFgx7umfDGOUFiP8Hx0OK+pKL9TeoRbnpq5ideipciGF4H1ITMOR7LWAE1TXVNbTYUTEV6RLLkUQ7DrCo0lpiNMCJIqRHhAqWaOJD84Jk0+2um8ABZRGYmCzsVVBxIALN2CO2oXDniJA4AZnPnkO+olWJFTK+E0ai16fMyUWY2n/AHZ8h4GmTLrS22ouHaVGk1JrRWQeJj6apMg9dGCJ4ojLJRDXYmaLmzsOlvmdDssyZ5WUjEwjyd0Pu6d5JFm7OV4Y3VG9rdhJtelYntQ3pn1WrL9tmR005SJj9stCKWoRkYJkCKKmw4lgUQocitRAunEUkkWhaYYQjFaG22v9yb9rW7Obdg6HJWzS0mp0t4YWXmoCAZOukRegkuqwimQCoSzmuuilIcOpx1CJI7ZM/BUPu09ot/gYonuDJJ0SBkww8LyUTy0s6eNcMkEWXeqaUcITdhNaREtZ+JLpN+VUUFZUkkuJlag6JUgwnRRBa12Hz1w7V4WWUhTZKtNlRNCXePHTXEtkrduG1cJ2tML3ndfyV1buiFQSVVQgwYc0j86TV8QIGIdQyFAPWXDGckZkz38orppIV0lfTCC0hKactI6mWdnE1WSTpZRTFAo+ZBpyaInybx8VNlnrIg07fuHrbt4zQWGhC4fMi2MYRgCHFaMY7iiHIKhFAJvD67FEWLabDkOopF0AC9OKq0sGSaanlHdu2YNmXLpm3aaCu0Ze7/3QunPduzGmnG0gI6nqoQ7MhDIIiZK2Ysw2onl/Ll0yrNLC4Zg5JcJSSL0+umS6M7bV4lbXYhIlU0yVLrbRZZUXLWs9XW5G0+66NUz3UBqgnHqKj+VjhHhcErSm7mjEaLJVJipASzSEpxISdl1F4rQ4VX0hok2cSIAfwKZZXGVxbNLig3ER0o47C9/owRZXpSYKdL1AM+sXwSRoYC4s+NUhZjEcMa4czyAn2nh2TGPrO1zzg32MZr+7T3WRVSHT8oqBdI1i65ldJUyct0mAHZqqtBsFC+dp5tZT174u04ZcODJJcmkDptEQy6dLhuJo3eWYdL2m+WWkSQErNN8nkttKl7KaFSkNIjJgXLakqPwePTy3Ei2/LuS7k3EEUrptSiOIDjtw4dmlhTOP3bhy7bYdMQVKm+13aOi1Ra0Z6ANOUzdRy3AZ5UT3csdEcoiR+X5GIHT0AWnj2JHL4oYi1UOH2QBWiyFEKO3SoeZMPj64aOO2u14PN/8Az+hx18tzJ3I+8ugeCCTDRhcip5KmNH7pKIu3bT16bF2vSzhJIbYdumGnjXxuIE1yy7ZabafsssiIctu9Ytu9y7fF28RgZkR2t21BB6NCisAoJliTiYwW0irlXIAVcK6gEiSeJkiTnwy0rT+8P/xzBujf9RNZ/wDTNR/T83hnayzP6d8A6apJzSn9NJQfJkvpQwPEEeRWaKufjR9tLh9PfHWyKWU7bv48sKj126TEciDx20eVDhQoy2y0+BoK6Uiow0Yb5neW6YdfsgdUa5L2Z+i2XB1Ei/RhNGTAJM11hMMH5gFzMRvIodzMBCLpqWozKcJiq+g9KmISSTxAkXV1BNfRAnu3csu+AkBHWqDdo6vZJyyInFWP4nleyswmhJoC0pRIsS9ieHZkF4UTXdWAeqMVfNFqHSBdpthgwbU3Lh40yw8aFm9ksE2u9bwuHuPcslWVg8WkA+ySQcalSphgdQKNBNtTIiAwMiJPPlvGVQz6fJo7/PevoJvUzJqd8oN25pRis+pPpGw8flhCs1pjx5DqYqNpxJfVBi+FYkUXiWZeFD7t/ETw/A5JfMlGTcOwQchVQILL/culXeF7wjSjrolxu697aWltHRjUOVUf0MWrmVycmQ4hx9ESa2LhxDMSIaKjQyhsvV4yy5RnbgtCUIL8MRYpQ+ROpEQQ7F6XESTtjcpbzjRpMLQDpwlOvTulfKGcGniUsHyWmVKyaUbQzL2K09UlilE4M+cpFOihRSRWkKJ3CYTXWVNJE47Tzis2jLLRNcKmybEf+8MnzKjeib3DdYaZNGcSQ/OU5pInIf1DzwnZABhxE8EwPCiFGMropXERJjVJbepRz4qUloWLqiknnzEPv4wieXsOFlJ8v/HU8phiC2rF63tNy5edrXUN3Et0uyB06LNVgFowqpSMzqasJLFWQKoDZ4fsgZgzv0E7jPCvr/CkI4T5ZTJ3RcyVdNW1lKl7qajOOFNHhom4UYjVU+E16Qi8dTYfTzRtPLHls8WIPSqUTMHiTg0eeuHL02WdttPmJbtB2+akPvBJzK8kZZ6e9Ykq4gR5fLcxn8Rz9lPBsDwUZS0JchlBMpBJYQJpRodfREZMRSTNESDaS6LviBFVfvDzlss6cmIxfhJH80buTv7M41/v606921nGb8tyE5JTTOlEqRHF0HJk0pexnLpRi2Xyu5h+PIXIRtDijDZuIIKXjBBULosVoxdSeKMPKz9MUHKcrliZt6RNsOmnDettbh2va2RwFD2cSFAcf5BCAGLDAd0wezKoJHR25GuKDw6wziM/Z3zUTe8p3O4bwmfcj9RCJq1m3pcmBIWEFCGIMXJRJXk4lJHFFbOrD2IkqLSkVQ2tw+psuzrSey2lPXT0S4N9oyLL0XTPK/6Q9q7/AM/n3mf+2lM3/lv2wyKNyxoPgmbsEyBi/e37yOGp3TJTWliAJULWuGWyfH8ZpTDaww2ow1C5mTLtXWCTDcPrgNmCRV66Y+SFDtNABV8LG6f4HKkX/nhu9p/3WkH/APIdtQ2ukd3+qguW65XbGHWhftBIAIEZQMhPCQaAAXMRl+TGmW8gzqfZxrCf0h7V3/n8+8z/ANtKZv8Ay37Sp7v7RlNHRfA8ewjNHWhqC1pqEYxWSiNLi7ULEURRGvwaTKpDlMew4gmoijGMH7hHNv3Pym9cFzJN18devXjTh4235QI4v4HKkX/nhu9p/wB1pB//ACHbZtLTcByWlhMeX8yk/XlvRImPy8jaFI5JQ3GeqKFFqD4gOQkukF8shxWjuZMp75WhpWfJ7BBdTXR8i9PpZg0Vdmyzb0HzF7dp7bBl2XCRlJ2tmgGAeq0g5ct2W6oLAiC/D8wDgdQO32c6nl28DRosSLGDhww4KEyjh6ZNGjT12XLFizh209fmDD960w6cuHLplp49evG2Xbt2y0220DICIe+0S28q3VZLeWRDKAlG+qaf8npLwWnxOnzRkxKiInpCG5yMqZ1EPQ4aVSiicMwonK0OtFFos0sq8GReaNEFVwTJO0kSbRgx2XGdVJtp0jZQmIJMmDLEEAAZnInLIE1VSJEnCOMT+juA3x898x6byje6RRPaIljdq7o4o91F6q5qk1GDJhTml8cdHpY6foTP9hNitUdR6XZew6+iAonmjBE/F7lSYhqXz8wDTCqoRy5KQ+V6ElzuDJBpm7pkloUiua86YCPwVMIvPmaU1dOMWIEvYsmVO9UhJYheJXykqxHA8XsnIGKp605QodTX6SVVmESD4NE4f+METrByT7SHob0s6E5efg00vyihyWqIa+LPYhVyzD5UjOND5V2Lt0qRrGis8ORHEpx323zRV2oqDwglsv3xZGJJxJoCzMdsb72hdhPfYyx3W7uGJcvpfRnLr5cXpgvzq38+kOYBqVsbzLR4PFw6U2YfLAqJ6FDLwqydTxOGHERF3Tmr44Se7cjW1Ui5thV3ulbCooPR28ZBCLnJLFQWuGCYAhVEVcMT1UyCjET+cYAEnI9gAnv31wd85uj5J7upP0VR/K6e+rGbKnMDVVC0HqaXqFmfCUeIKURKOHa0woIBGHZbQQYIq7wwVYLvjRg6dctkm3jkCrLbQPWbd29ziNbhTdha8VqHjBgoqu9L8209yaKPGnRosWXIVPoakYLvmGmXjh85TFE48dv3TTL1w0yD100y8YZaCO34QxpO1F6rYD0TJeneVESTVPy31VJMdxwWhxpMZeQ7CRVGbLv1s78pqBBlosw+bZd+TLNPzLbVfJuGgZaEJwNRcmELUZICdkgYnfNlUCdMqY/laqnXTINP04pHULqkNtqhULUOJgqLKgTaAQFg0WdNsiAsgO1bdjA+2pbQor27QQ5hSxtuCQx1hiJg5cqnET0ZOZnPedUPDf3DgchUZ3wfaC4dgndC6OC8OunYBEcKRrGi2aZBgXx+IopmhGymqvTTxhhjyrwk28dozgWwFtyQSyZUW2wLg0PFPwruDktX3asJR60/aToqlVqelhEMJqxV4JZTcmFlBjmGT5ImcdUMF2XjtTLLLXxd65eAbQCBgHgNFWQHSW4z3gkudEkDxduld4DGcO6bNQWl6Z0cIkAKEzlZmGJfR/BEZRMajAs5Qo+iFlOQWDbUSRMqqsKsq5tJcRfBERwofhIFIXCsWTdbb1TUjAm+21O6VN1dohipmb0tYcm6SndqwnhA7wwalzCsJQunmYfeghRcWLvUqJC6FC8WxU/aVCbwzCqtHa1L2GkdXOrbSgwlZtdtt6PW0pButbSwtqeuLy4UK4ftAqwxEkDIAzBBq2fSaZSWndGXAb9Bn8KsO6w4hUIt3VOqWK1Z206VYm3fM7ohU3TTLLDTtQWtOMTqRx20wwAMMtMGTLxkWWQBkBAQZAAANuDvgyn7D5p//wC/afP/AAzRp09/fwCSTeEESiZu69cCanl3ZQgn6LNSxEkVcs9lyWKFJGxqXLF3TN+y7cuXbDthngyyAbRt/BlP2HzT/wD9+0+f+GaNOnv7+AdBkbbaBMkbLdk8T0lrOqg9Vjn9pe3MdnPnyOlT77VAd9gcgIhvot2Ma16MOXu7ZdQKttPncXFFA/J/8N4m5lsGmpgEWCxpLNEQXW5B/O9hacigsQEJh6u/xNu4nBq39tzDrKl7B0yNNE4EqMtNUJ6vGEWBoli6GdPMYFkRolM6NYYRT6rCcLJisvoy+ThVfWlhwWSkaLXSWZNw6cOsKZdhppwLLWu02jdtFQQCrJcEqWVujYPhZVzZWiCBJ0IBIiitmM+XDWBIJUZ5zu14HKP/AHgkwdz8b0VzLJagIr0hK0plKXURFoIT4WVZXrETnFpuH1N5DIyRKQg+MxCMauTTsDMNG4JYZNEXrls48fl01wefMQ7buuapSVO4/wBLarri0AzY3g8HKM+JgJsg5ZJOnaHtSURwdLECCychKPnsJzILGXSFCbs27jeHIRiEkyy7YhlYh5ORGvm+olQ20pLvTe7ldGruYEK/BJVczETk02ccuY316Lc0IWcGWzTJwHjiApmwNF8COPIv2WRKsOobYdk3bIFyjDkuHktpcCu9O3sxEsXJEvg+s0iZMm4clShQrrGgMuWKli7tl04Ll3DqRDDpw4cOmGHTly6YZdu3bLLDDLLLIAHBjD3OkuRbItm2Bb2XabgMsrS+OwgIXD1Vw5STOlX3QCGEgmWUbt0E6gzPZu0hH0uzGkxND4SvoZiSRWiWMdA8FupLzWSzEkY4kPCmnZZUV0rp41Vvz0fu4Dg4uWSTJFeKm09JcRG27E4oPYdME3zYukxwDMvnwhSDJkSrjPdz7y+CILWZiQfoC1AHIjnfC6AVYOqriV8brcuFA9Ejp08el3ZUoSagI3DT5VevRLJSrGCCpqDLpKInzTjnuSWsNDn3v1dKaZq03UMZ6UtcJ+UUfuZdzTX9YC7HjEKyySpRagT7l++lLDsroYgWIHESFWZjQq5UFdTKH04yqMqjLRgwlJRR7bZOkiakTNpyiUKqCeoFTBI+QOl3RomdJmnTbg0UNlX7DxwZKmXDxtyYLvmG3T50227eMNMNCA32eyt2xtCC4Di2ksHFtrZV1W0y4rbKkEMoJUAqQYmZgSQVy/NG/uyIniYOXGImIi4p38G6shyRpueZXVzLOJSjEKMxKmyyQFVkzOlWOGCfxghCbErXzLiLEqJTRtp2mP3K6npickGW2jS0pJ6W5fn3cHGjOTE20Lcbb4/VjOGDn8ulTXej6l9QcHwOZA07fpsv1aCV84jK4lTZMg/Lk11YXYieIDx4UciqwqTQF9yyyTVyrLHR099U3wazR1qljuAZl6VpWQ3PqUEZumYgBD0m/LqCjxWBUitlT6MXIpD6Emnhdk8TUCJhPTXbJA8DBgsyXOlwbYyrUj8IO3NGpnT3OHTlFk4p5Q7CE55bxRLFdVoWkjFDhdSESK0gwjHDaGKmjqKY5UChUy02SE4nHCjt6yx5Uq9dgLsavcV2Jv7Ts2K3buoiI0dd1wMXLnI7sOgzkmMpGWimCQZichnllxqKFF3VWgk38HSfa7jEh/KarGJCL8aszU/ChOZikTEpxKUKlVP5jsTEZlwPkkEu6IfExhAU9vsfGnhRs600YatgbnH9ix0Ff2M8s/8A1K62r0Ed6buLyG7Wb3YbrUVqjbk68l8oy5GPHkmFD8JYJClGpmOHpwDLMIswv8pMKBpso7bGGvioE2We0Vaf1ejZw3dCZJxF0K6VUnT1EkWxhI9PktBhSVkUx4QLpcZL0FuU5llEVIlTipBLLk1c0VBh4bcOU0iww8EQAq5u7Zvsa2hdQ2jZMbIiXOiKSbgZSxYLmebHU5TNQxO+dTEg6GI87q7R2NjY29KPMnzu8yarRsbGxsjt8T53e/iaUbGxsbRHP38ufL29sqNjY2NkH3ceXPl+3OVGxsbGzPnu+H3u326/nKNjY2No/Df+r97zz/OUbGxsbRw7venM+eOpifOXED4+cqaPOnEP/ODpxHr1CudmiF8B9xZ9UK568faoh05j9YdPfWnHZohi3ERpTqzf0fC3SvDa9coOndw4Jy5+ciFAL4Hj9rN/QxfpS2K3cOcd3+y4j2fz9QDjswM+jzHFwuz6tKeGQ9rxxWnH/wCaZz5tedgEc1AB2VJOndnlxHb5Gu+miFLU/vVD1b8Oft4tEOg5DIesz6mPZbpxcPC16jw4VZ9XvyA1rTNtmiHCnHlfLPDsjb2Wrw2VOkbsviOAPZA7uIqffCj/APofdhW/owe/6EHcez7aVH97xG15QK4HhwtTtM8OxevD0shnjylqk0O6XdaTMr2NS8rvwlMyajH5/S2D56zEg75uRYPxEPlYRgCKoWFYAQIFP8ALwqqZ+Kr8SHyj0XnVwgI0829R+1io+gNQEMWGtQC4jQcrVtkv3rhK4bptYROYwLBkEZZ6EE5axpU4gVQD83FPfgI3mct+eutVRvg4n81ZvxLV/VjpVsUD8JOp7h2R6UsFOXDa1wAUCtBzTAc2b+iFr4rUNuUNOOh/S9pIiueEb6e5YDL+KNSMZO5gToVPnpMOK/nlFxdTiVXdK/xKN4piVOh0GVGNIlMfEIUKISYPyn5FokLgmQdFer2QsNqUFoePqj+SHfTr6PEbbNaa1YW2xBIa4eqSQcVwka4TIDQctZz0NWcgtOei+4DdPnWlEK8BuI+FWKj6F68M542qzs1DA5HgPAWRx2bcL9eFgF4Bjzaelan72/62NQGtrDkAGuBbSgh5o8RuFwqDA/kCFOQBcKhYAuPQoyHee+Y459wjviqD5fCZzPHjPbvZTFhy1w6s0+jzEByOcYEamnwdr+b+3+HH9VlDmP8AVp1k7Wy6Yoz9WREGBv5nG/EchYRuPJmnbQ1pa0nx/PyaUgJXDAUd6n4tLRzPJc+e0xYp+fEUlFqMYiLqnyZGsWRGjw15NZmDF5wCUHp6AnNfLHxd4UbKkEtwSyu2me/s1wFcNhrpcEmTjtFBhABBIJBMkZZiTlVlYYWG9gOzIg8fdNRz6qZrfCAYfn/MZH0g6ZdCkcacCSglMSwiqbK9FROYSwmvIcRn6y+iQunagoQJOjDiKHq4UJA4hxLBpLLkW3jp89abNPufAnf8KTHGjndn8v8AFNHHGn+mm+/HG1k3PDIhnuZ9UK/X7NkDLNuIZAbWD1Pze4IbZiWJ+s7SsknCtxAokzAm2TA0EkmN+laBgCBhXRc85mF5/LTfEVS40KaVvhE275ZnyzJnTHojiYNRE0zc3Y1/CfMI2silxIcA6D0jC/zVnfBfxJDZA++7BZWBbPgLLvtKbXZb7ffYTv8AhSdv1HO7PHl/FNHHIA4aprbWS6YsFunQPV92A60UAuAU5Y7w9UeXDwDhmmxC2oRNp2pVEwBcSBJk/wC17zJ7zyiC8mSqE5bjwAjXdXHEloOm9qH0fIUEbxyUcoXU0phocTIs+ZSQEJ1WlGYIBGa45h9MTQUIpjE2bIKUGlIYUlV0YihS/huZPuv8COmQIFtIO9zLurnTxl4xoQ07C0w12mQewOXfOx7IgNGnT1427eANaCy2y2yPEB2k17IUwAezNBAfyQzy8A2Snq8+FrgyIfR+0OFOFNuk2bbBQ6LcKqFDXFV2IG8kjUnMxAnOKoGIMgxnMCQONcKQxuv93DBpwopQ5oP0kEFJPeg/IqTen6V6gpEzDuguzBQ+pQucOFzDA1F2/dvmHzA3ZeANdohPhR6AhQxuniqHDSIkw6iENR0onZFIQ00mkpRNhpOjl40wVTyDguULstPG23jTLl0yy02000IC00I7WZeOOIcOgZ821Ogh7NuadVWkLTvrblWzJTU7LwZmyy+caPF3zZCLI5gv+KFBdnXKUofLMvYjhOIP8COlM8z8V+VfiL/ywCZLPmnboXeV+wH2e9atKiNctsgMYVkiBOETHcew6VsrZiTOciM8oHmTBNZ1ISv4C5LhQRrKeXP1QgiiP0bUDuHkAbbcAKgFqcB9oBf0frGg9dvioKElwyhIsNIZT4iiQ8kp6EjkvLmTIlEpJJuCCcV+MnHhg2Y8gULunXlzT9+Ye9jyj569eNNNtfYZwFsCFM+qH5HUbVrbHLpUQFGUgASDwy45ab86o438DmOZA/D51GNITdAaEdPGpKZmrWEZS/OSe0x4/X5jFYvmIqmI1/BmsROZfHVcvKpOVXTRGEXT06cUX5dVZcnonIl1AwjEIgKw+wWSHEm9acOIeAgHq93q7O5AAUC4dwjTmyH10ats3NLZCuOIU9Xp0H69rWktWgVtotsFixCqBJYiSYGpOoz8AKoSTqZ3eFfEiP8AxPLtv/iMqAI9PiT71e/1dqtnwRQK7vafNq/qzIzAf9pGQdAwPX3hxtTmS7k2XflTDryhc05eOHzsGmmPKOnzHknrPaY7LbPaYabZ7TLTLxmtWWgEKhyzpE0R6YdCEvF+VOlKWIyrgGJ40OTCXEH56TCjj49F6ghw/DhxWBUmPFMYLJbyyLDCGS+Tyii4THfxH4w7IsGzJx+YxvWWbarF4FQltLwYEnEekFsKVEQQMBmSN0TnGqHqkb5Ee3nzPnOthTi04aedRJRBIagJCyYnoShU0eNQyTnFK6B5mlYeNKjsq4UzKCXjVAW3KQYUXRMm6PviDDh6cdFCrBgXrJd0DOiP0szdvVAf0vnRFQbU/QoyHvjH8QHjQBzbbuClwCgj2goP1BQKM1r4BfAbNAKgAdm4DTvG1QDzP/O5hULbadHaYy1tGOUllUmMgZOehgjgMxGVWB4Hn59lc/Sf0naWdPKurL0g9NEgZHrkQJ7tHXFqT8m5dS0VltJdGXZx0lqyjBkNIpxST3Rx27NOyRx6/LMGWGH7DoHrINbVyPhdwB+gG09iAUrq/hvuH+MvOj1Qvzv7KUHa1uAdoACl7gA/7Hkz3VuPCvDblDV3og0v674Ah2V+q6WAzUgaFYwLR6gofz0mFA3xGLCaKtQ8XVQU5cRXB6wa8mjxEsk/iJ1QMpjfx0DDZJo0XKvnOe1bOb2y3tntC2jOsLPVT7SkkhFMThzhSZ7akHME7iPZXVBZlr4uXt/OneO1+QzjzM/3NqXsG6rtPGjv4TnvF5n6l5ooUpIBV9O8PwOmRLEJdXMkjcVKkH6PFtPRXbtFTFU0Bo0kw4tnWG2yzBcHSe+Bt6y2Lt28ujMMssMsMMsiDLIAyyFa2ZBkAABEBERAAyIiN71vXleYGhPRFN2MVmYs19G2laZ8fxI9KPYijmYWnqUsaRjED1PTiaSQeLMTRJBymtqjwilECKWUbPHX7RZPJEyTkWC5Z06dtqs3LosNbdA9m+t0dICVYhGXDCkHMtOu7voCM5nMRl2g/Cog9WmvD4P7rfISyTdSGqeAI0KSgjd3MSAnSctTshIUiLHTl0XdKL95CyGktqbth06ZZ+IqTZsg1QRbLC0O3Xgb9jdI+aH6N2V3MR+Spg2rQRC8GdKWEMXDht0cG7M3bwiH8j60RWuP6lGQ98UC0AZ9g9OqhuzN28P/AM750Rcv5lGQ/QbUl+N+o1zbbPBtoZmH1IM5XGwt3gzEABZIuSSoJjUAHfFMuevEcp3a68N1bz0/aiZK6qJZpc49P0fJEzpZLR9XSkqL0MuqF006fQD7xMWCzh2rpqadFoioOHpV802UZdi9dNA6abABEN2AFMBgKBnpazN6U4V7g4a+lhKaVclIRIS+k1LOAJSQEmmTx1OgmWMGQ5AUIkDioZbPKZolDcKpaUjFTKidfPTZ5+XJsPThp62YMtPHzbTbWwgClLZGuOVLejThx5226FL4VD4S+FQSkhcXVzWSSAYEAmRvqNK09qFMmSMgZ4nCb58UNk5PTLMFDZV68cGSplxBay9cGC790LD1y+cPWGHrp66bZeO3jDDbLTLTICFFfdaSO0QaotKSXNXWxvmtQunWeJmOozQjst/0xOUco/i0Moxkm7h1Y+Z02UeIYvc/Krp6YefKD1RbTz3kQbIuXTDDYDfwiOHkeLodXoUiEl8oQ/E6Kqw+ukPjBop8dR1oi+TFIn8aJPCx0t8ZJGXzn4wUMlzTjynlSz909ZYeMwvB8HG3MtP5jbgAj+qG1V8aU/y8OVc+zbm23Zbt67ZuItl1RXVkvXLiAl2tlSDbVtMJ1jXIE1mjBQQZBJGYAJgbsyN9RkhoF3NNq/CD9QuOG9h0r8aY/iLGwce7G21NLeh/crSX1gyR1PQjvfVLUBPyXakYQJbIs39f+lCazK8aixGiODSEJu05MhFKjNUYfP44VHqChIK+QePYhPOm3Dky2ZMFTfcgfBxNzJ+03HP7YbVXiwj/AJeAcx5dK7ZHBfwfbdES8jKE4/g7SOKRFsDxKhRhCyt+HvU4oAlxHDKqTWkNREgqTmOph34kpkixn4ookzZEz5PyJsqYLtvHTfIuyXg6MNm2EFWRgRd2gkMpEEBrYEggEbsuAq6sCYxPpvCxuG49gqYdUp8lqIUyQNBjmXbrbs1v3BXjUNqbPwXOLdIyBoTnSUn/ABNpxRYueatIwMpRacK1LJNiN5DrcnpHuiz9PcRqYdKbaI0puVZ24el2RICfdKDLsfjDBmlzJ45dv3Txy8Y7Tp8w26eM1aDtsNsdlpntMgAh5rQhVkas1qAgN9oSA+Di7mQafqNh4VH9ENqryNMfx8PtHurt07RauvesXbS2m6Jbqst1mUHpBbggrbuZjATmBEiJqwIAIM5xpG475jty4dx7Y/CVu0v+r7QwHT51SDtYMf4MxngHcO1br4URF2kNf0AygJyBifTetRi61gy/MqRWTy1LFSiV3DLEldQDo6YPOIKMPlRhCZVX6M7MvjDIEAUHqYw9EDDZUBlv/gcTcyW/UbcBH+aG1V1rUOH4b+uaezjsB8HE3Mgj/MbcR/ohtVfIKf5eHfmnt2xv2dsvWblro9kQXFK4hduyDkZj6uPf35VTEgIMuQIMQIPtnUb8wZHGpn4SD+JaGbf5H0W/G6eVEfojYc8eAjz21nPzTZITVNAZiWWoiUcCzhgYw/A2wgRwhFFh0nKDLLTl2rIJ146ZU4dWnLl49cuFtBOpqq4cvnrpycYdvnjLe5CZRwRKlSZZ35IqTLuCpd12m3gu3BZ0w6dO+297TxvsO2GWe28bbbapVoRaER2/SAYClvN8ahw7OB7uO3fhBXCwDAiCCAQRvBByI7aymNMjx37uAB3ec54Q0u7sfQToviA5F+mjTFLuWsZHS5so3GjILsYRoVInm+0eTkqMI8V4piVETDtQYNpiMqECJl07cOXxd46LuGHfd9OmaiA/7EOXfx2QAxUOVugiA47Pdw9+xnhe4XrTIB+SI+/gA52IiWxhtoqL+iihR4AAVrJOEznAknXVd+p57uNVN/g8H7ILv8rY1ZoV+X8ezWOHIefEQ9u1kWb2kbSjqDXUyJ5+aYdPU8IlRkplAR4hm/JaW8y11JQmDRlQYRkxWjOGFs+RSWT546eZTiph2TZOHDRkHIPzD1tvEdO+hvS1pRmDP2akgZXfMKPdT8WOI6nou/PaYkUhHEVFlyMYjcKnyZGkWRGjwz2FmYEXHPiUHp8Ppzfyv8XbJtFSCY4JdZAABw544eiFAHs/aO3Ps1g2rC2boRyHuNl1lh7juPtKMwGzyyMxOtVZusCDEBfcN4nt+e/lGFNBehmBX3l4I0X6T4Pf+WAx5eFdOkn4ffeXBh2yBgXiTBhNvywMsO2fKgPbBlhgAaoyG3TaHDyDDJB2lw4hI6AmuhEWE9ESySURYaBlhmrBQgVLuGR7IAFWXYWAArQKbfUAL1EO4adGQt5l+ufHZ9OmAEcdWAsHYsHWmdtcCKQFVVzzgAcOGe/486pJzknTf2j5cvgam2hkP8NV70G2NJQWzT8dobt6I92A9m1smlgHs8wpTFADk7Dnbu25PgXQzpaltqrmhrbguVvyLqdnPCYwLMqZnz2mKohEkKgMCtAlhBitFZ+XqN50toLH48gQolKX8JafGxBRVQP9YUoABTiNLdGeHY7vr5359mtG2HDEEvfu3BBOS3HLAZwZzE6wZgkDO5OKAJyVRB49UeB3Z9w3gBjzfohwqGA9QRtw+4bVFPhI0WwzAGufcXx5Ga0QhqDoK1JRZFsWREqPgLpiBDUNzf0irC6tKJgWaOSCUlkjR42+EGgdF3DxsQ82m1uugWCmKhzCgAzw7I/Ztz1PbSRpf1RDCreo/T9KKeLcEMrbEHtzSgKHY1ahlmIwSBXmURpeTjoprKw0hIwqLJZp0BsUsj5YGvizrstptNesG2pCsWQgtMSjo+YGeYWJAHPiYUgMCZIAgxzGHlpP7da5OZ3z+6qAQrru07h5oB/i1c5AA5FOfIKWxxD8Spvid0qvJikhLutzTOsoiynG0pYR1aKSKilKyWoFmyigmqSebIPih4geKPXpU4SNOnhY0XePHD928dvGmBz1ndLbsS1dAWkq+ayKl7X0QH/MC9xERzbZwbpbdiUCugLSVXj/ABipe2szw+QK5EeAbZ/13x2bwu/OnU+/u4cp+Md3dnuiKamg+YcuVtE3f6rp+fypgmIWnC8gacodhiFYGh6KV8uypvxMIcIIqIillhWcO2Tpp87KAZNAy7emHjQixtj+9J/Y0d4Jan6izU1wv/KZjHPmgFuQUxgOG+5E6YdO2mJJXELTrJGWEkUWKFAurxGlSwg1DgxPW1UoV+JlVBTKoZEm4OHHBQRLOzL5lp6w5o6BoWABkNpRjB8KzBhCJoDjqHEaLoKjSH1eFIuhWIk8qrIMSQzECc+SlxBWkw65ek1JKVU02ZIqBI06eODJV+9cvWBYbaZ20wMbJRsAYoy9QEIJBAgHOAIqJhgc8iDnrlHP41Vc3CW8x0Cadd1vp5lFPLVfJuV8zIZV50v1+Couid0mryS6XZ3zDiBHeHSbRd4LplRRVMgpFR7Q+UKmnDz6QdmYtnfQbqmoV136drAAf4tXPAGb/wDQlfrC4U7stDdLbsO36gPSTf8ArFS9rgBx8gdc09nHZwbpXdhjSugLSTXj/GKl9mgf9ocV506VwGFtNrt20tg7ORbRUBIuyQqhQTBiSBnVibZJJxiTJiN8c+32ZCtbyv1t7nqcupeF4qlRN3R5HeriOS7qAIWjmG0aDT09YhIvCLTp3CRCO3cPMxkZTPk8s26+SBWgT2SbgXYuWXLHZZlWpiwY93TPhjHLiWXm7Z3f8pY1huY8sdGWmyAI/hBRYVoXjOEZQwWgxJDyo7dPHTB9HWE5HLnSBpl0+fOwfl3ztvybxtjtCy20zt21TFgx0zbp06d3LotC4AekFsMWJ/JBgDIEk4sy06nhFUMZQSct/wAOVRa6ltyvuxtW0bHZlTq0owcoTAVzzamvxfBC/HMqFiJz78WBNnorblfE0IFYmUjvYD40rLpY+rvBq8ZPMPWmm9uudM2j/THo3gx/AGmKScCSbhk89LGVdzCaWLKvEZsm5+LlD0WRQpPT8UxaolS4tOS6hEyyqnXLppt27fssttBt0jTFg+9OnTpgLcinQPvTp06YD2BatKxdbdtXMy4RQxnWWAkzvk0xMRBJI4SY8KqgfC+f2P7T3b+jEhf/AIFJ3dA/NjHK1glB/CtNsH/S8n/6O56BfwwFuXL2r7Q7pd15y/h6VmrCV4TWgSFYxKx+goXz1mHA3xCLSSItw4WVvlSW0WQcsmvJI0RrRP4gcUTCY8+OfGHhJs0XKPy/Vjl07cOnTl0yDLpy7YdO2aiPZdu2WWGA7TVWhFllkAq0IiNKiIjcKJaZb9+6SMN1bIUAmQbYcNIiBOIRBO+YqSQVUbwWnviPdWm9RKpPNEkdM9W0zQ3BcXz+IQipGJTQzMV+ZKwMtRmwy7+SiMVGCi7C5pyjvGxaE20XiBIfAwyHkzbtqgbQLfhw+FM2/UcbszH/AFTxx0/01FhsHLutayjTFgx7umfDGORTFgx7umfDGOVrlo3CCLt63AiLbKAc5k4kbPd2ZcaBoH2VPMgz7CKpb7xXS38It3m0jYekBPnTBoehKDobmahTXIqcophHECJn0RQ9DMYQqSJGzkZTxj1KbRXqdGyq+NFnKMXPNnC6e8dKLlw5MlzXc6RN34UkipKWjldHe7ReFklOJJpZ4YimNWn7bggWdFXLb9p3qkdO2nzTtyw08F26dMC32hYdsM0ZZsw0xYMe7pnwxjkUxYMe7pnwxjlgNjAZnG0bSGYKGbGkkLOEH8nuk+OdTjyAwJAmMjv1/O5VAdp+m98IsWJ2ytS9SOlfd/wrIVQjRDKTbiSXUQxcYjlEgV8cdsLynCzg9qNiMo9WihMW3xN2/QVdhp4zT5PNDR0MrOtCX0x5saQNUkr5PKTxHmvMTT1OKCZbKTpTeob0rHETy/XkWF23a4X7BhDeNLJwm6YWS7TJhJabBQcCD0swIdMUxYMe7pnwxjkUxYMe7pnwxjlutrCjIbl24HBBNxgWAIiFIVY46HPOoLSQQFEcAfbmap/fB7NdGhHSBpuP6JtRivC+jPWbBMzo9YneSnyQYlU+mWsGYnUDkJqp2O4ldkofdHIZhFSRIEKQvEq2jKzp4hP1JDSDiasCqG7JsV699DkCoJuJ4u1h6YEFCIu/KGFE/PaWLDsREKu3Jd2xErZg6cf9nslCJJ0/OG3nZdFnD140yxt66i9CmjrVw2QM6k9NkoZwqiW4aLJcRRfByYZi5NJtssg8Ip8YlXJSKSKe87LDbxPKq7kk8euXD5su09cOW3XGMP7g/dCw0rmlpO0Qy6MnDj9gy+cxBFE04sSWHjDDp2DJVAimPFhCIOBZdsi0UIppYq8bF49bctPHz1trC3b2myi2k+ruiDCjNjtthAyxKqspbWSCuL7Rgk1YlGJJxgnMgQR4kioNYEj6WO8Q+EUyH1N7uCClt/KSRUEKTOrvU2hQsuwZAcw1cYdmAgi7VGFFLRmlZUX0VVhiX6IoKjlmI42clnqmXSX0HwCxEbV0emLBj3dM+GMcsEltK6Wsm4QSpfykl9BUsIFRHfk0iDoAhhFhCGU1nsu2GhJoaART00u22y7Y8q8dl2Xj4WGWnrTbQVDO6YsGPd0z4Yxy1sWTaD4mVnu3GuvhXAgZgohVkmAFGZJZjJOZqrNiiBAUBROZgcT8NBuqLjUruWt2Pq1i87MGdGk6CDseKyk+WF6MIFV4ylKuxMpm2mGjyjFZmVsRwe7ilRPiyLRtSiFwoqT1402/A2wYbae7dR6X9E2k/RfDp+GNLshpfybTlh2RdLxyGEt49iaJWEtl4ymhFUZrL9TjCKRIeXMtE2ohXVJou8MmnroWHhkw231JTFgx7umfDGORTFgx7umfDGOVxatKxdbdtXMy4RQxnWWAkzvzqCzEQSSBukx54cKqk/CR/wCaN3J39mca/wB/WnXoH2eGNrW1MWDHu6Z8MY5co6ktEGl/V3Eckot1Dyw/CFEOnWM25hSbUPnpMOE/mfGDZ6HFJpYEpA8VwyRiAROwmgPvk+Kiy2lh8n+SAiDk0ddmOrqYsGPd0z4YxypbtMl7aLhIw3WtlQCZAS2qHFIAGYMQTlrByqSwKoucrinhmZEVT13t055X6efhEG7CnNOiME2AJYQJp5NKMWxgrujz5OQyRxe1Io5UwadJpM8eaYfKaiSKMgXKPmgeGGGmmWWAbbYma/T4N0Zb9XDKywU/6VTB6f6DPcH5u6Jv6Q9J2oReTYqn7pf07zwidHR2IfSIjnBJSW0y15KQXRw2ou0ROWI0hhaUCKQ7UFBQPu0wqYckmTh44aZcA/Mv22tTfpY+7at/I9tD2P2p0hen+gDOeXdyyFraLb3mtNZw3bnSRcW4WBKqsdVgPzfM5WLIQoIaVEZED3g1zh+nwboz9vDKz/wVMHp/oM+9A9nZOl3W1pX1ppMWrulyckNzjSIEUUxIi0/DZRfKuERSWSxk4mkzIrqOkNPHpoqTMvmALMv2WGHVXouxbYBrBf0sfdtW/ke2h7H7U6QvT/QBnPLu5b8k5py096diC0l6fpDyZkWmRKbKKERp0nJXwRLEhEB8g5eFyJ5bJwUhIZdVOEi7584KGD7t++LuXrx05bYYeNs7aoNpxDpDYKZyEW4G0ygsxGusjTmcqnBGQad0kR7AK3Lytw8MWx7sY5fHiGIofhFAWoritcR4YheGkhRX4jiSIVMkioEPoSQUeqCstLawpPiqclJKWQLvzqionzJcmSKOHpky+dOXTbbP2KYsGPd0z4Yxy+eqpSaupaiiLSeTVUdYTziUrJagXdGiCkmqBdsofIHir5htyZKGyr16XMF3rDTp85eNu3jDTDQgG5mDGu6dJ51XtqA3V18IS0oy1fu5P6JHShr/ANWUXi0jS4llINOWIxgcF024fiSUIkj5BKP01bSCQuGzR1Il0YiZbfO3LLlQeQyQMtxARixcbgHWxMCSUU6+45m89Qt8vEE7kfVNCJYrERZ1CEHMoAPDyZIsypOT5yFHUSP3gJxgosuHhuCYXbh+HJZkzLyC3S7E6la4086M9KOk4icI6btPMpZM/Kbt26VlGBYLRkiIFp06B2Dp0uROwVbiNaduewDTp2qqhth22Lbxhllt48aHpgOFuHu6B4WxjlxtszX5O1OGgEIlqVS2T/tgJlmuD81jAXOFzmtMYXJBAyknMtG48Ad4HjVbjRv8Iek6pLJfTfvNISWdBusCEm3UPRo4mNDy4gSbidZLunjLa8kxGfYNvpdkFhko+UXLiOTDuEmC78kzD8w4odnSzW1iODYzg+YsKoEdS+iuGY6giKksqtQvGMGrqXE8KxIjHXYPSSsgRCiGjyQsJZt0IPCp9OOGCr92INunrbI121bPLS9px1NoTEN6hpFypnQjuXYsEi8yIFh2K36WNWxB8iqCsnGVFCNMC+fC7No5siadi9e+TfM+VeV2lBsHwvL2EYXgKCEFMheDIKh5HhSE4aRizBJJh+G4fTyyUioyYUdsg7LEExOKFyZRwyAA7cOHbIYEQ2tLeSVuXFuKB1Xwlbh0+3BKmM8wATkSNaqxUwVBB3icu7frXK2q7d4aKdcDlNZ1T6dYBmyoI5N6nJMTn3StDkdJaa9aeNtpadMGC1OG44JJYvnrwyymlogdEXZtoTjsuyao9DONM+jnS7o3hQ5BemGR0ASaQVR85MrYQkkdhaiIyWZbYKGInilRen4oih+TdvHjok+iBZUnhN08bdFWnTttpkeleVgx1xbp9XTwOVuHhi2PdjHK/R2w5uBEDkQXwrjI4FomO+oxGIkwNxMjw0rjfeL/ALHxrs/sNtT3/AlG+0aPwZT9h80//wDftPn/AIZo06e/v4BOJMWX8ITZl7HUq5gJHy/AUzIMiiX8boPx9USvlqEIzRDsORKkfKiIcTVlN+UkZSOk/j6Sop6oT8t8YIHCpp26fu9aaZNL0i9HMnofkHpwgYJcymhY6vKKFCnzmjCL/iB2J1o7EK4++XY7iCJ4lNfHlhQOHPJnVkw6LeVAuTdlyrt04d5m0x2lL0jCtl7ZEnFiZ0YECIiFM5zMZVYMAhXeSCMhGXH9lb+25F3gMfRfKnQjrSmfL5eNwtHsutKOoWOIJiYgyXaPQ9FsKymi1ch1bJMm3Jgq0cSlciTPFgMF37kX7hjyjp4xVgeuuVgx4dA6bYHNKWUETplpMGT0zEQIllzNOCool3HkO/KSujfLsHRminYeiRHBXQD6UupfykjqBwn8oIymnKhPyoGCB0qadun7vVwSjBTDFWAJkAEggExnrwzqoIBE6SNInUfAePfNMrQKo65tZmlWW+oqPvhGSfppiqOjUbF1KTMXy5kctRBCjEJx5EsHEnx5SWp0S8UTDMQkEEtEhUH8JJgOSis4cuWzzl27UDXY/wChu1a/9dVQT/tSaev/AIJ3buj+BvtzB+00/wDKI1Wf8uWx/A325g/aaf8AlEarP+XLbzl2XaAqhltswABb67tqliAJaAIBMTAyGUCBWpuKTkWHLAmXjnXFGlHd6Q9DG8jkFrrnnvt5Sa15wS4RIlljC8EmIRlXB0TxeQjeCJhy/h6FktVhjUZFLTT5OWJnqSwnJzqC1o4rnmmUx15B8ZLHCdpnaHuVW4O3TMkpmy+nFLHSh82ZjysjKG5gwJEf4ddSq18hRfCKuUXYeVvkiIZxqyEqfJ6qRKmviCylqCYb8l5A8SMlnjxy3MJt17Naa0rqyImJ8fUu3buIlQCzNdAaThGQkRzmas0kHETGWYAjMH80Efs7ibGxsbdFVB58P5v3eXs3xnEHv7v2IXW9/qcwz/wowHttLc4/sWOgr+xnln/6ldbdlz8kLKfU9KGOJDTyhT58SomOmlUmM4U+XYkhr5ZTyaoQWixf5chBYh+JE7yammETPlUpYIv2/IeRePWi7186efVk3J+XWn+VkBSUlHDvzSllLGGUyDoGhn5WXV75DhxHcAXTk75ZiZTWYgUvizlkGPjauqqB99TtPzT1urW2HRN9ZN6Rh6AWok4sQuF5iIiDrMzu31YN1QNTinTKOrwGvdluJynZWxsbG29AdMuH837vZ8PzaNjY2NlARlkd279X7vndqINjY2NlWDc+HHl93zPMQbGxsbKA9/leXPzuNjY2NlTPL38uXP2dsGxsbGyk+c+XIcfOcGxsbG1W1Hn85aE6fs3jmPjw5FvEe5r83S/1+3ZtMW58K/k+r+a2K8NnCF8cB8RAOl8CGB/Ns0QGoWt+ejPDsj9gYHGNrjUdo9/LM92dcc/D+ZyPDzIpGQ84LcxC3VkfyPsEADnQKi/hj8rh+99X3447MALgIMjj/wBmg17A9434DTnt6DnGQHu9Fn1b99/bjaKt+jzA5nVd/vplMW4jkP3t7M88W6Yts2lwsPHhWno580fDhy47OELhb896M1t2R+znjZKVoNOFO/0afQG1r37gHaRqO3dScp5RnG8KeHbujjAplPV58OfZz5g1rXHndwjllKU80eI0pXPYv6HWwCFrBiw+lK3pwHhzBm4fixry42rmtBYLNsDYPrFli9PJjYPuIcb7tdDnnr9ngdQOE8BnBIHPwznioHDP2Humm0xVmlmuHPsD/Sxtfn9WRnjRmlq4zVln1ArXPEB5CNxWlQCgXGlKhnzWeIuxt7R6WuKMgNaUpWlxDmyzcB7AVrema4vtIOXZAzPMa6/hGmoq5z9nsj5edadSoBYRvwDoz6g92LDywLaVpbIgAV6ss0qPYG18XpWwcRcAXDzRHzgGtOQM58wbBfuEcBxaAej5o3EBxnFfoXDurnAjURLkO8b8s45+ZyBmKrv37/bh9ndlvjMlgBcAEMiFbc2WfUuA8LDkM4EAMWyIeyzPq45APMOgCAFmR7OKCNuoBX9b62qFrAPIQAsFh4ez0Qr6OKCNqccAGb1I8+A1zJ8c/eUpZm3EBGodwW8zuyFq8Nkpi2AD2XD1beAU9lQUAuAU4M9eIeqNuVgz37NoHIMiGKYFnPm4vw768dlWkwORPuUcI4fHmAFOFseAs1+iHfX++AGQGgZ5dQ5sfb19gHdz6cvVD786WSmLB4cwD1Prt7MAqPPnz40tBAAtntcOYMiH0ArX291bCgZxxZr7AD1aB9QhXhsAFwDs084OGagzf9b8P7mxagDTgzT/AGQery5DxsA8VKTgFvyc15hx7N+VhxgB2bS4B2cdrh+99THIM3xTZwgFrBxtTFBZEPo8O727NpevZpRoOfGgj9HiPAB7g2VfcI1yjthB8aSmB7PEBwPJkK+hflx7+YzyFngPDl2RD6HO4X7PQc7AAPmh2cAHC9hZEfoY+voAbDIXC3HiHMGa/Qrx6WyIbTmNNMuUkRznInd2jTKCZGeoHb+j3cfjmTK0xYAsA4yFGQ/IC98Ba3o8kpi1qiGOdLej0x/a7JQaB5vDkIY7I1/Ww4j0DNWrWUQ6VsAhm2AEcd/SmR20UnIa5dn6Puk9u7lWm0xYbgIDblS3o5vj+12QAG3mjew91vVrx/e45hVRDpgQHGa09Xrn+247LTpW9ccfN5MDXIhxH27GBIGU+yJgcePhV0MGOMeM/LzupnZtgRoOQDN2QG3Z+vzh7wrVPyRpkQDvG1Po8uQd2bvALh5o+cAV/tQHDFaYti+A4oyFgDsjmmB9W/oXDAgAjxCvWs8ZO8wdxENof0s4y98XB79OA4c+e75SwQpQaDQRp7QoNAqzx+4UtsoUGgdmt/8A2RoFGM4x06bKAcBZHkNuXZrhgRGtbXGlQ40EU7AgPoiID31D0R4scaiFqjioZAbZZA/2pmMoG8GMo5bjvqZ85cufPzlIDLIU837b0pjzO7xDkGyCNaeaNxALUvSlg8zN+ucUpUBkbea1kOH731ePtyFePacyyIUEQqIjyasHmjbzBzXNK8gAdmQ0OJjAGc7x4Z50kee75jxpKUAA7NR6ccWCrA4rT7QAbbFPRZoN+PgIgFWc8qdKhsMhUQHsjb660phjrXjkKBnZWQ49kfDPojwY6he+bc9oM+7f+eYnfu8NaSOPnL5jxpc1Hs8ad/ojSnYr416AGdlwGK0Clb3x6o/UPKuyAHo2HNcBw7I09HmIBywA3tsoXpbI37gpa7HQc+zaFzbiBmDppAB9gyPbVWPVO45Zc9aXuDgABjpXDNsWp7dnB3WEQAA6BStgZ68Pbs0ArS2RrgeFObPTrTps4AxbmI2zgPyRrw5+za7CZ/HPTu1w+ZrKnBwGnMfsAcM05Yrxrt5gAVxxCts3C3oiFv8AXZ4belKAHm0sAY50qHojW4dfG23mFahVnIjwrWwYHs3vz442zMCefuMEecj7qump7t/PPw860odw3Ab8xqAW80e64919nss/UIcKYAB/JClfZ7dmMshQLcg8aCP0bfV3DxcF+Frj9QBwZpm9gHrtWr65A8C2W8QRlIImN37FAAtaoDTnW4gOeznhnwEdl4Y4Dw6hw7Pdw7w47AMjaoYpelrAA2Hs+y4h+bYZALW5d41EBH6N/r9mysmMkns9wp3HHEb+wMW/P+cNlAMWuFu/Fgt7w6cNkDgNPyvtC3oh7fZYc7HH21+oA5W48a+yobKigAxb8n20pzZz48AoGwAYtxDh1ARALd3Dv57GOFq92ADFvzjw7tlAMVDljI0pb0bUH7cAOytc8hOsEHWSMOfHifflSAGBpxoAUtkPVr1x1HZQCtA7PMLYyyFPRr7OoUAdjkFPyfzcOyFO+nhSuwAejYchb2hYA7I/YI4re+ys2zM8QPcKcACIs2+rNRZ49nj39L8XAHq0sPC/pM58y/10tjZrIYGl6h9YgNh7PG17ZwPFzIeiNK3AOQj5wWDzRri9x4WDajHXlHvHd2TqZ4ZxTgCgCNLDXgNvQD8iv3wNRHZvDH5VLZ9D1Kfb1AMi6gWCl6CHiLPDs/mAPt2YAVCwCNQEO+4YHs3EO8adKXosa8CM+0jn27j3VIMT+HEcfPdNFKiNsVHH72luwPPlXxqLg6M2ARrywyH5FeOKh3DXZKdOA8OrNfoB3jYdlAOla1pbqzanZviuOVhzsO7t7dy8/DPwqKeAY83j7Qszgezge8bbOpcLBx4dGbU7AW9nWnHZoANMZrSgfvQsPZ/P7tnAFL9mla8MeiFvMD6q0Clg2rSn0p9ELV7sBYPMx4Vpx2GrM4t04WZCgebj2hwAOIAgBmrPPhgfN9SvPgGLgOw1jAW48vRx5uLUuId3JSm0v6IWrwHkzb0At7Pfs4A6BkfZYMVYr9QCNrDejWeNGeH/ALGPNoP144Ds4AtjgPs9G1Oz05BjHEFKdS+AtX2WAKBbHt4B1AHcrBjw6B02QAvgMDj/AFvQOXPgGeC8rBjw6B02Uo5WDHh0DpscrBjw6B02OVgx4dA6bHKwY8OgdNlKOVgx4dA6bHKwY8OgdNjlYMeHQOmxysGPDoHTZSkp0D706dPqDYp0D706dPqDZeVgx4dA6bHKwY8OgdNlKSmLBjpm3Tp07uRTFg+9OnTpgLcl5WDHh0DpscrBjw6B02UpKdA+9OnTpgPYUxYPvTp0tjAexeVgx4dA6bHKwY8OgdNlKSmLBj3dM+GMcimLBj3dM+GMcl5WDHh0DpslOgfenTp9QbKU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FMWDHu6Z8MY5FMWDHu6Z8MY5FMWDHu6Z8MY5KUUxYMe7pnwxjkUxYMe7pnwxjkUxYMe7pnwxjkUxYMe7pnwxjkpRTFgx7umfDGORTFgx7umfDGORTFgx7umfDGORTFgx7umfDGOSlAcLcPd0DwtjHIDh3e7pbut3cimLBj3dM+GMcimLBj3dM+GMclKA4W4e7oFO62PA5WDHXFun1dPApiwY93TPhjHIpiwY93TPhjHJSjlbh4Ytj3YxyOVuHhi2PdjHIpiwY93TPhjHIpiwY93TPhjHJSl5WDHh0DpscrBjw6B02SmLBj3dM+GMcgOFuHu6B4WxjkpS8rBjw6B02NkDh3e7pbut3cgOFuHu6BTutjwUpdjZOVgx1xbp9XTwOVuHhi2PdjHJSl2Nk5W4eGLY92Mcl5WDHh0DpspPZ4Dzu9/E0bGxysGPDoHTY5WDHh0DpsqZ8wOXLl5k0bGxsbKTy93Lly9vbJsbGxsoD3acOI5HhPzzk2NjY2VIPPh/N+7y9m+MzY2NjaDqPw4rz8+AMhj5kfo8B8+Ha2lQwGcezqzw7uleGzfZy4V4Bb0BAPvjZ1Md4cOn7231d4Y2aAXAacqcbUALj2fzh3cdrDf53jx9vZvHJrl+HD5UgB6ojjhnHqfYI1oN6jt6D0Dlanq/vfC18V4beYBcPNyIcM4v6A1+uwDmtB9A4W4s9eABWzPPmH1W2j21odEynLPIHLq8aaIdOV6dA9QbeF+WNmgFsZpwzYL+gPtuNaca7KGQGmaU42oF69nxuH59vkLi6hwwknF6JFhKh5DTnTL9SWlxRJpKSnuWnjtyy+OqJ9twTKumnrx06B4/fMMC8eMMA0LTbINSMvZrpuOeYEdvfG6Af5vswjt944Zia+oAVp5uacPVC4Vd4DrnFb0GK9vekQE73qJfdajLdSGNTEtvwhMzQ+diZ8jA/CAXkwhhYYU+RxUxVvkJw0bFoFQHfxEfj/Y8nV0PLuuP4QZo705O/wY6ZVANceqiJDjUNQFKKQD17HEPBFZkDBVOYimOIYLKqYbdsKbgCbyFYDaiuODpxpwRFHSihp4tkokSG5R3kcQQQd3rh+ZLtL3wxmdBXUmhSjeGksnArECkUZ2ml5CH2xfglJ8YH4fZZRyyabiF7BpeF3BCVS4okgOK8YEOW9tLEqmy/lWRlfaOjCsFtKAHQNmpuN+aqkN1TpqdEtgZ3OriySZBLdUgka4RvJEDfOQq62AY80b0v2c2Z/c7/22OIjcZAAFkeyOAG4BQaAAVDzA5ceNaje8D2jHf66UZ3Hn8mtWjbzQbq5g465hmYknNQbx7A8ONRO5YIsGHsJR3EhdOR3RM8YOORT4fjZ/DcW/jWmCSevJjsuvqM5MPRAgRUkEV+F1tIiNCUnIvk9bQVIksJB90y8F009JKSe2YJmXTLxht2024fNsg8YbZFoGgEB6rN21eSbbhhlIB6ywFkMphlM5EEAjSKsVK5ER8ew6HurjtreZ7tx22Lt7vBNELt47aFht23qukMy2w2y0DLTLbLUddplpgQEGmRoLIgICACF4w93zv5pJ6k5iax4Z1Nzi0eadYXkdN51BEiokWZ5wlBjidUE/LsfJ7yNUs7MCNHSdExT5OhuGD4KEHi/SWWIgdvmnrbg8n14n1ZS60Gpus87u7tAO5402ap9VcOQUWmJOGIY5Mp0vpOSVh9VKpR0mYitUB68V11Scl4mhNRWSJU0hsO3cVw8joh1fiRSOpSNoqY+i7UZo+l9Fk/tVG5F3TM85IS9Qm4vmQU0oK8x4KmHA0EojDxQjGKjJeasQRmViImgIrp6fNlkBJMNkS5Yyomn7aU4OGyPA+07VjBXoyllnF0202l7ZIUCGfoyeoczgmDOOBNWCLGcgnDhkoDqugnfkOseETVsmCdYOmWcyDMI9p41DyCn6ry6hM5E8QJEoZwy/mWYRi7BQ8+S3y+XgddXDKMRUzKe/KljR12XYMPHJhgu228dNshx1uc94tFW880qxFqIi+WUPypU0SdMWSscw1Da6oxEQfkoahWAIhdKzw+pkCJhk0afRgYLvC7LjyTt2TctsttNvXm34NCkvN3ms6P1nVloDkVAso4R1ESYiJ6qGIZhwvDsRPPmy5iNOUYPjAsUNKBRlYgmLCy+iqDksbOE2FEqcfJx44QfuDRiPH4JcH8jKj21f1Xs0+H9bOSHqj7b+zn0C7dN/ZFZkw3bV92FskowHRm2wLAN9lp3DPflVQqhXgEEMoziQSDMgZbu46ZVY2m1NuWkiJbxdN+cMZoUvJaQEkP12LYxiU2BNIR01w8dOWW3zzyTx8YMmzT5wQTU0k5NKKqpmiiYmFDigbLFn0D5Df9G59NKo7vvdsa2NZaQnGjJFxMgIWKygkwqHC7125euisxz5GOAINsvGm3Yk4gQEZaBsubaFI+Llnr8OrN+To3nJrm3d00pJSCYKqM0SsQwTMOHoSOqhVEcR+EELTtSUINYVT7ZdMJqSiQemDsPtKxkokmIiTEgmpKSUUMvVQnHfpQ39GlrSlJGT+mDXZIifeg+bkl5bQxLdShqJZERQMuF59AKMlw0+VpcBCyeoL7aOqgWdLDLozCzlNJgoMOicQLxZssrH42i+63xba8NltdGGF4oGxuWIKB3BtIVEGGBJkbquqgrOEsZiAdBlmQOsZzGWVb0db3bePQu8aVpubhvVLD8FFS718oqkp5zQ/PKMHHkvJtD8UgFFlRDJxQdi4F88abYV3LYNu3bph08B42257W0Hb3DSHvBogiuXUqlKOZdzzgEm8Pxrp/nhCfzAmwhkihtlNUjrlKYPLKMulEdTadkVxlAXVE/Dr40m/ORPRvlZLZNcnL/wlvdDpRN49h+fMczAVPi7hshDcHyDnS6W1c+/bdu3SKm/PCB4SSm1Rt48B2z8bViZB48AWXR9sWnfb4O0ly51IbxnfVwJvWknTHMvSBpRlBKxSghHUpyoheCZl6gn7+BZgQcnnDsJuDL18cMnDUwWWjy0WeRDCRGFYBREcvEx5dbLOyeYvst20tnal2zHcVbiBbbFLbZNd6SwqqgTWHBDaAgxQqCCSptwJBkwTOQhszOmRyq26AXCrIhgcd37nSmafWOxQOWe1w5dkQ+je/f7bVADFGRwOApgWRCwO8BxoNeFQAdl7IDSwhcOHBoGRsHY4cxD28/TrIfKPAdp8aix0qbywNTevTWvoi/Ap8yf0HbxKd/hO/CMES/hF+VFJyniPzL+YKB80fIC88sADFcTeU7PkxF3XthKVQKBa9WRxxsH5F89Q59aaEvZr6oN33vgd57Pl7u29eGo6XE/4mTkWBYmkdp+mCuw8eLo54iqtLZGJW4XeoK0kmmWmyxc0jnjTAv3TwBaoyNOyIo+EfvoHmBBUpI03VO8RhCakx2HryXcs4oli1D8wY9dl3j12+eQXBisRKRHFLDh6Wfu3rSGmHgdvHL5hsWWnbYBwWdtRVYbRcKuL11QTbcQoulbcYECnq4QNSdcznWuA5QARCnVdYUnXnPIZ7gaszUER9HiIX69nPmYHkFQ6DxQAoLI9m9hxxqzS/k7B9d8AFNq9n6eXPO38hH3suQH+Zwi+9AAK/4mR+/G+01mnia6xPOSsuptr0qJhyRV47QGVs9KebCIah2Y0DvWzZguCNF6IcJlDKarMu3DJl4VfF3YsOjDoaNA0Dbfbav2rxK22LECSClxcpUTLATuyGeo3VUqQJI5ajgNw7/2gznMezAgSVUIrkwZmxlCsvIFhco8U4kjKNl9KhaF0FPYFjtnVddW3xJMTizLQsMeWNGnLIvGmHbLQttsM7cjSO3m27/1JR0xLGSGrWSkwJhP2nztPg9Mi4qSXl144Bhp67hkgsukx7FLbthoXzbEOAqPAcMPn4h5Fw+eO6/urWD1LfLb7M5oHjVeiohof0EwCQmDOmEYdWjiGUmhMhQIQ8ZfFDJ5LOun7g8YUY5Q4ILnvIO1lAh6FZjvIaNJClEIKrHaG8K3BuiSY+luNDWleRUL6eNSMo4PVI1kZHcqHilCakfjGDyLa8jQ5GD8oZejELmJDic4S2YnVXZyKoePmCq2lK7DZYyUUOX6xtDm6+z2rTWrLshDu4uXmtkBxbCgqoDSqlsQZh+aIqQFEBiQWAOQyUGImeRkjIgVYZzS2QEOfKv0euBqNsbQxSG3mUyps747Vdu11aXUDJkuNPsmHEzECYScYX2o3XVF8V0/GBTVksZOvUJ2RZanArs9okRcPhBJTh7QC8NeUyDcY62Il12buqU0z5hKzS/NqAFFbknNlcfGGDJ1ei6X7Ca0QiRVeMsg2K3FUDrUHROvtPGHTL5bV1F+5YAs9cC1FtowD/DV+8vtX9ScTEP/AAbogH8keFrAIj143vbQXTYLlpiqbRfthhl1ke1cYqeYYCdCCpExUqILyM1BPYQwzq05GsbwVLSE12PJjRfC8AQNCxF4qxNGcbL6RCsKQ6luWnTD5SXoiXjBFHSE9208YZeG1A44cMNNsMtPKtADXJH6Zpu3fNH9ME0Q5ABD9FdIfpcf4usZCwDS1OvTk2ZTS7npLiLpRTZhUlGst4/R3iBGEKKT084ILqO+euHr4gbepr8keYcPXjl0LYFzbhpoGeyI9lpoG42A3Eu6RsA6IJX3t/02mDWg9m9ou699RvwrtcO04h0IsMpBLG6zqcyJACKwAHHWRpE0XDqcQOWgnIYY4b/JkV0X+mZ7t0aD+mCaIbZD9FdIfh2ecdU5hS/QBABAfqIO8Y3fETrSNDMNa69G0QxHEKqnoaAgIep6SSstri2rHC5BKR0dKT40Mn1NUUz79wST08k4MHDht86LF3L1+8dsN8vhuJd0lYB0QSw/8KzB9W9ouEb16iFb3pWvvvktBmj3RfrG3MrvS1I2FpOKk0NXLLmLgho9EhluJSkJTR00MorJp0urKq7AEoxFR/yDZZ25bAVN6y202y0yAc1+/tmz2jcuW9lZAbYhHu4uu6IMMqswX3mYzz0qyhCQAWG/Ncsgpzg8APJFXcwHHmjw4fvP3O4YxXIU4V+OvLRCG0NZiJTF6wmICSorai25deWfMEEom8PnG3TllkBevGS7h4Lt0A1bb7LAel531wY9HOajbn2fVHmNK1yFs1Rt27bYF28dsvHbxkWHjDbINsNsNgyDTLbLTtoG2GwEWRZEBAQGghw29DIfY1OU8JjcTxI8iqAxGu7cfufCfJqvb/BPu6UsH4TJsUD+snGw5pXJMevu4CfwT7ulPND8Js2KBkfwJRt0EclK3EBpQePsHvnebzVk5pQ0Faop0RXD0FEW0mUUZQ7BxMylIxJ9EExo0RDUKQDDpBoCDb94YU4oVk4H7RRwZfEEx0oKzbgSqcZeMwT/AAVGZUFvJCT60bTPhZNRZ6SymWXnanQnGUNOCEUKEo5sQTAbKYrFSawTFQNlUxYTQOn3rLph2ST43hF42wDCqWePvLe7tabTa2Y39nxXVZ56B8mGix9YzLAPBLDNCADNajCVLdeAVGZG+OXZPaasn6OtY0j9dcliOoDT2qri5LdSiFehgmoRDDyhDCi8VYaMuSisw0kqbpk4w4dGHrLDp88Y7L6gtOw7FGm+Md1NvJ4u3iTWrNmK5Xw3Lb9DdPM1J9KGHl5SXPnOUKisAK4ofKJIp8nGXvyY7oSLeXdMeVbATDyjNNCT63uOofTxOiZkmIA3Meumb8JS/i1QQ0aacppaRuYl5H5Vwy4bYiaFzSLJ1UTDSceBsGWXxRSPumm3bTIGn3Z7W3FPwV1cNxTCu8diVQQVKFj8R6s3C6ehhadPXCxDhtWTohUDKCrOX5cs+cqSQ+MPE886fFi712aLvWW3DpsGmGdE2ottWy2VuYm/LrtAFt0RjbtDDGMHIMGIwu3MkVRh1WJGQjCZk5xrB4TnEd9WxadKUAOGBGnq99cV67cewrrw0yRprFmPoLh2OFE7qclPBxKO44gd5B0XFE1Khg8jwIvFjzmMTSI5hFReNpkyIQfiTTlkwcYbUXrlpyD0ieZL9hgGLZHrcLdOF8V67UmNK2q2WJv4VtqliEFoq1D85UiL9LkJLzDfaRzsxJVy5k8jnkx0osstFXjw6tyPWERPbYeCwdU1BKLF23jakU8rtte0NYbZwMI6baEtHF+iVMlQCIIZUAJkdaCKoqzi1yUnLjI17pq7RS12cjyGv0fUCl+4bYHhDtKDebxfMrfCald2QblTDiXCMh5Opsz06ahaIVMxEcQmlCG5ELzSSdh16nu0wiXdvJvnS7JkuefPWmEUo2LoGjb4HUxFwBm3CoUrxFnPmfUFb8OAUtkjVVp70ffChd4FNHUrNBClLL9S06QbBZGJoicK5kiZihVlXo+Vk9HYdoqYqmwMmk5AWDbtpssy4B2Reg2+ZbF2y3ntd02fqzYwivtSJcJKhTbKXGKlm0kgZiCIgHMir25II5EjfnKj2A98nSKulUqIebgQ50oAAOAZp3UDv20ZqS1KSU0hyaivUDqHjMJeyjgh5D7mKIt+bkWxZ8lvYqiVHhJBY+QYIh+JYmO/HohXUpPEU9GNslfjXxs4JYi4MmXP6dPuoqSmqiWaVOPT9H6TM6Wa0fWExLi9DLqhdOOn0BQeJSwXcu1hNTTotED7h8VfNNFQYF66bB222ACO2xougqD5gw+chOPYShmN4WUmibSlDUXoKXEsPqDRA2XPkmzqMtEjicaaJnipY6UEwXbEucLuDLnsPnTttnoJLITbZSWWUY9dCSOqThYYl0OTCRoRUAgHOYESM5/N3GYgnKPbGcNH8EdbmT9uQFKiP8zzqq4gAf1DPzcL8B23Rp632+7C1VTigmQMhNTLUfTbmGZVCcHwkxJbULDTSuYQ0BVihUY+XIwlLD8Np7JRCQ1U+29VVkk6bYKNOXLx4ZeuXDzrhV0naMkJLUlxc006YkZFRk84qq6urSblSnJaUlp5ds4fUlJQNw05KEU8iTcvjRw4aeuy5Uu6eP37127dtNBWa3ZEBy/16b7nUNvCpESzgyCNG2kWGT0iZFrUHQimwWhR3MlThQxB5+JEhMRU9OTFNpQhyJJixadOvS7hUSYci+WBdTJsHD7t444nu7XauWEZtmc3roUolq6rC2OtccE3mACKDmQRJXLOKmEbEetIEySsToBkN/tAMVNBviN5gqbrDTfAE+kiTyfOkzGs7kGUTcMqUbGYEcJzhagSYkZtrrCqVhaKnhl6XeQK6T2U9ogXYesqTZkTTDRRly/lUSDzSokpakLoHLSinEjwuQaFsHQmy7p+LoGxYZFoGBedkGuyz2qV7IVtVl+F2hTd2yHtT9WhAof/ACjNQPHsh+a3DNJMNCWt3XXPqY6NLfUJutY60jyzLy9NKxadS/qBhyZSYdWUh0jOEeHmYWSpZQsacvoiLGThxyfbWWnRIE9py8cGG37DTFl2gjbL1ly5XBY6NVtswVnx4izIhCAwudxguRjfVSvUVhEy05jQRGROeu4dtSAakdUEgtIUrVic+o+Z0NSql2iCLp8tRA/fPDKmotOHz8uhQyhJxY7EEVxIdcljDwhDsNJiotnmHD5ssReunD5t3Bg7+EoSbmCcPPNL2g7eA6noTTDb0iajuXklXTyGTBhyy6FsE0UxWiNU7DAvGXb12uJyCedPA84j5Np08b5L3/RKFUXee7quPtYyecWN3USOGUeNiyqnqanLhMmY7ixRUV4xHhMm5fkzSUoIzcszqwjHSxh7EMEQpGRQuRVU8stFAtYyejOTkdy9hxdkJE8uItlY8Ty7uFVSUyvDSzArKZ5J08LF0MzCT4whuirty8YadlybTDDpltkPJsgNNo6S9ev3rSXUsCyyrBQXLtzEivjhmAVOtAhWJzzBiNIUBTBJaIzOEZqIy35cvdUCCV8JY0wwdEKTD2rTSnre0bOlx+LpMiicUkzPzXbdu/IC+bfOk48xGz945dP/AI025QoIXeyWYbaFsHrRdy/n9lVNaWk8IBhmacoI4hiZMuYwIMqcMxlByuTW0FYKA226eCVPE23roH5Qy7fFD5N8Ds4nHnBggfLFjhd+4Y0/q6mHpEgGS8Wt61YkkwjSRVUo8UiRKnaYht9DcSFGyzTh8kk4eiBl+8iZWNMP2i6ekopBRWjZp+6cJpV4beOmBr0/BWEiNC8odb0QQ6TipM0dxJqV8rpRTIsZUwNME08IpLxucIv1F6+ZPOWofeSoRVU6Sael24qQIiLGDZhUKKDsuW5etbRbsXLiXxdW4QVQW7lvAoMuFZlKNoDC9YjXSsyAVLAERAzMg7sjAgjhnlVrcA9EOzX0bd1OHZr9XKw7a0j6dkmZUGUwnNKbcsZanFly9NJBWP49hWDTKqWKvHTo0/TXERKic9POSz166dmHxYHrty8eu2HjTLTYMjswAuHm3rTvoAWp2OojgchUA2jQ3jm7k0Z62IDUZhanJN/hLi+S0rZmPJaK/wCEOasGBDTZxFaXDLXxCX8bQolrHlVRFSzVIgJKoMfFvIuwZLvzDl90XsYRmthWaMg7MFIkTmoYjIGIUgnIkTNVEEiSQOIE+8iupA1jaRafzU2nC1P8vCWVaCNQC0S2rwoA87Dt6FtXukw2/LliuqDTuZMmXzouXLl51y1fPzD988ZduXLh07iRp49fPXjTLt27YBptttoGGGRaEAGo9uCNzxu5ta+77SZ36m9O34TJoGZuzLhd/E/4XJ6wZ20KHzCQwkEQRZfzMhWHmfijJp+HxlhJA4/8pU0YfCwwIYVuMd1noR1JTx3jf4aZFDGn6FvWA4hKRNJnTjh35iw8ixfMr5MT/wCJOYKF85vi3zVQf8Fxl84Dz74h/ggw++NHQMecm1bS3QRasAbUCU/K3Mgihzi/JaxuBIkxkM61wIMQljEA5DOSNMxvjWN9WIN8XvMIv3YkoZKTMhCVcOTVNTWnYQlOdS4liBTh0skFD0ML8QfLJUwlkDr00ZdvEVkv8UesO3bbsw035ZhpgAamBAK9kBAaDULZHzmeHYsPsHIW2qjfCzf5lPR5YQ/VkIF7UGst47GgCDIY439m1rlngPZ4hwC9wH8mnLnwrQb7dKO7bRtKEyltNnKDLql0OI8TJAnWMshrWZAwqd5LT3RHvqKOf2/B3Xel2cEbSFnrqd+Ys2ZcniSZGcKfgW1DRN8jnlJITV8m5Bdg+UkQQ2oeWSVYgb8qlLJ5y7+MeQevGDLp84d6fD4R/uYKX1k8BrTTzqrAcgIf5RY8hyI+zbMdSGtjcmSrnbHsA6n4o0oJc+IeUE11MMjMCSpaJIvcKB5DSlVMFbXG5brLai/ew+eSX5d80pmxZJPCzrtsg78mxpBneM/B0rfxcaHqBSv6nkmA+kH9aTpe9rdQ2wa9cDMBtWxKAT1WDYlE5Bv64GYyByGe4aVYKDHUuHLdHAadXTPjpHGtgfwR/uX7fqysAP8AQ8aq+IgNP5RXTNPZx2lT056jZM6tpLwXqE0+Rj+ECUEwWV9qEIuCHoqhX5XZhiKVqC12iBGyDDcUJ/xKJYcWEyioikRNCT+OEwMp5goaf1r94Frw3Esc6HNWkHSOjDSAbnFE+nyaqFLArCUjSiJFBiOFOEVQrDbmH1diWKW0mK7xUeF2SB5lQJiXMC7egZciz2wkD+Dj9n9Ji0ZdlmgeSn/UOwLNWv0Us7e2NBYr57Xaa7WG69sBbBoBFZ2i4+0dE1zZ7q9C1zFZDCGV0XCSbtwaMTuOneZQExAMDIENEQQTIyHCpuAAKBRnNQDxZwPZ59RsNLcY9N5nvEoB3Y+nlG1ETGl9F8yIfWJnQ7K52gQScRSKw5UYkQorXy6m29XnxUi0SLOYSMF37pl4D8Xhtw2wyLLDe0hgfRGnHP8Argt6PTNeXUNq2vwpqXsezL3bkGQ9LiB4vj+IHeqyWSk8QoJhpZipZYTi0vpwOTJ9tMQiB46ySLvjJd0/NC58g5eGHDt42w29YBrbaXe3Yuvb+2qErlOfZvqiiWUHQkA95rLS2/ZnabLlzZTck72MyVNOXb8sZLacotflzBd+wy9cvi753DjTt85fO2mHjt47aaYeMNMtsi0yIDt7/p6M9LfyELe08g/U2xh4B/E33bfBhX4RDJJDhiHEU3u9N7G8NI6CkpZp4W0mwi2XbfkE8sVfNuG3k63Lxpy08cttO2njp020wLItumGqsh97+CNZFf53jvaf9yXB/wDy4bcgvf8A1+P7gnL7vP38DWmH/wBn/wBI8ufmeyt+7vzfJQrrw1OTU0nmdK2oPTPNeT0s38yoxQJ9padDK+mFWF+CUUsiKEJvBcxIkKh4vHSUtFQVE8q7epXYMO+2waLNt936y9aEidBcmH0/NRSwuoUuC8ToMIPlCHIcUYqUXa1EnxwEp18kpbLZxou9aIv2XphhgWHI9gXgAy0LTNbfdAxtFOonft7wTV2WkNqEk5KidWm0q1BrE+pXqMvF/wCNIy7pwhwymKDLs2tw38qPjELKp8qSSolVXjxKYYNPPJNsmXBe3vTFun2WC33tbbfZnuXbLEuC/SXFS4UyKqxCMUBSQRBIBE8RVWADDLKFJE7yJInOq8n8FDbo+38c+bOP6iEcW6B/gTGx/BQ26Pt/HPmzj+ohHFugf4ExtzV8JqmwtTsgrTtutdOqYzM3VFqMmimTIUZcIL8sYW0iWsu0GKVIiZVHbw0WdI4xCuuni0mmDjbbLaDL+LH7RdgAJv2pIdxjragjWFoDkwjOFV2WnTpxgiEpBT2gRSadk4sh2KpcIhaEkuIlRGbYcGnCbHqOhl4hJHGCjogwqvV2HWBZUocVSpXFb20NtL7P09mVWQ/1doZhhLoB04GJFZWYBiYY5CMrFVCBsLZnTENNxPV3kHd36RtjeH7wlvR9u7Ih15ywglOmeTcI0mIlhSFYpPKELllhAnDF0FIZAwoGCZU6fTTRRIi92pfFfi7xoDRYCj7sA028Y600lzoUNSGlrTfqEVUInDCnPKRUqJuqMNpxt8fIQ+dmNAyFFxpFJHjLpwYOlEx8rtknBt+5cvjDpww9eOnbbYsMxPfCWw/kOWpu3+SKQIB/ugJaW+zbvbdbh/I0t31b+gr0wh/8paC7ffpturv9ba0WlF2dHiABjLspbjmAMpIFUgYAYzxkd0DKsQ19b1LSLu5CUKFJ8xLEi5MiPmWm5fyRlUgO41m5GLkX70i5OJsOPFFHTk1LOqroUVOVIlW0NPVVjyiclvzpooedleAv04reBxy7LrshtxJq5i2BzboXxJZnPM1D07xIacttiBYw5gxclnGBh4TNOmfjDk46Vnhd85bcvyzZks/cmG+Wt5PJrUtpE3xMnN7hDemKMNYemxClMUgCPoblekOYvmjJtQKw/EsHnogh2EW2Xp50BYivuIpRolJuGkYWjEZoMSqkGMHExfO9jwv8Jl3RyuVd/O2dEyJTrjv425VoSmDIKb7yIodUSTx45MI6y7gKE46SXSkw/dNl3jokrnnDh+AuzJhyLLfYxa83S3Fu7SNlCuVtqUQF0AWLnSXgyMGJOSgYYgyRV8IAUqpeRmZOR3iFgiOJ41iChv6o+kGSLK+v/dXa19JcKNnGSahMqHE5MnvKaHwMGmSxN+vR8US5blCrL4HjlpooTIn1Nt4225TiCkLsG25wdPuoSTeqeUUGT2kFHiNMiVkepwqMORQiiYdu3gOnrZY8mKaafcFFZBXkc85fpq7Dy4RT1tDVCxlOVSBQ44euWIFZ2fCKtF814Hi6UujOTuoDXvN2PYRXYYQpYQHIaM2YSMH4hTzqOTKTHaixLSl91CZ14+B2pigQlE70wUeNFm3JcGzBgpvj4PPoVn/oI0HHZf6kXIIEw5nThiacTMuQUyas9loiLkKQPCybDqobTTqglAvqHzPfRIsFUs48LJzSyWTTQMq5NUrezeZrwtrdG02ijM1wIAbbDDAZ0i22OT1QoYROgNQygLJGBpECTmIzMGSI5nlU7HKwY8OgdNtZqs6JOoU0IYkitzYlmjTojVEOxJBsoVWO4WT5oRbDqa6VXyivQxABtUcxWvIhBygrj06qpSSaIlXSMqvH792wnHBc7M5WDHh0DptWl1Tf4583Zn9hbOr/AHtaqtui9cNoIQAcd61bzMQLjhSe0TIFVUTPJSfATU/ajqDkGjxjG0u1ad8oEuYEs4ENTQmRAqjMuDCUYy+lmSLlDZ2YkbQwZWnS3CkCFCp8iZNRcvEU+Hy5c4UfPVBh2ZctN/LO6n9NKbJ4lqGUdQ8iyEgVFp07Tp5HZtwCVk8ebMLL2HHDBKZj9fdwWaafxC4foLplwtti8WXL1LYBo87bcM1fdQ/7MVvt/wD9RdM3/eHKjbluc/8AjPuTNv8A4qQpfl+rLinp7tuU7YwN4YF/JW9pcZnPoLioAf1gSSd24VbAMszmyD+UoPsqwPvA96LEmjbVpu2NO0IyyhOZENa8Zuo0uFWNjsUHyD+C0lXmXKCBnUQQ4XTCR4hEPlCEzX6sWYMmixZ82mlWGX7Tk028dzJcrBjw6B02p575L9kF+DV/6vEq/wDhs0ibXDOVgx4dA6bb2XZru0qxkI9oKNyhrKMQO1iTnOtQwACEDVZPbNRcx3vqN1vLGOIyltHmsaW0NRzL2KoigeM4dOpkdNnYfiuE1c2gxEiG2ysJGCrZlKV084RMNFjD5w09LtC5evXYstjiv6fBujLfq4ZWY/zJmDboH8RmNuZpx6kfg20Pzemogzvhrd4PJ0okyI5SJvvIy0oQZEMXtzQTYnVCUftxUvmJOKZhciRqK3Ks0uLD9SUHykqCaOvTptt+0/ea3/RUfBZv+pfdmf7jmBv+Q7bA37gJH1nYBBIgs0jPQ/ldRnPMc8rBRA6l3uiO7q13B+nwbov9vBKz/wAEzB6f6DOn1BtJ1LWY8ETgl9Bc1ZaxATi2X0xIZR4xguJ092adEV+GV8i4UkZXJuzxcocYLHyL9wZcgZLOHwO22fKOmGqshS33wc/twZG27o1EQxoqQdDBLU0p/gk/BoZk5pqhWAJjuviU9JZKEZfNyLk2VUNnUnty/KRW7V/IrRL4+hNKaY8+Mujrwo/s7bpj9jE0A/2I0hv+DpA2tY2h7l5rTPYuBbS3A9gkiS5XCSXYSImNYINQygKCAwkkQ3YDOgqQimLBjpm3Tp07uRTFg+9OnTpgLcoKtUHwd3d6au59zJ1HzdZnk1MeaqyVXYqGGZmEkVB+Ok0dNQnDKaltwmdaJuGSCUUZFho2/aaeg8eC2IvBAK+uqvdPaTtGW+C3QmnvSU9mA9ieO5xw5OubJCPYxLxocLwTLmZkKxKiGk8qVR0Z6lFzCRL2aoPjL5l+6NtkmXgdhhMfsvJu7RftZnZ0KG4qKRf6xxuFU4ei1MyRiMQc4zJVVssRmJIw6QJOc1bA1l7ySXujDUXod05RfLuMowiHXNNF9K2Coghs4hlkaClJxF8r4QbVIocqZhweMkRNTQTTbLtJdGH4l0w8yLDLxsuDWpp87yuLZPb2zSJu3CErYcWoU1KyhWZlq0zzcQKRWIYWNpROeJplLT0ByQeJqiXfDKMiwJgyeLvGAWDTQO2virlluMvf0MdvehfB6Ga9mmsZ63X4v8Z/W58aPnnZ8n2Wuz2uz2fjFA+KV+NdpjyPaZfrc/x0ruq/7FWL/wD1RrP2pcvXBcuKGgJteyWxAH2Lgtl1OWcljnqJyNAogEiZR21Oqkxp2VappiwY93TPhjHLHIviQpBsJRRF58uYNEYUhxbiQ6WKA7E2ZKISYYVDDgsD5py5+MvXJVt24B69dOxeCx5RthmrTOScrBjw6B021TPYP4yE5LB/KqmH/vRV+nT6g27jkD2GqDMgcSK5s3d+veWe8h07F9SUpoQjqCYRMxrE8Du0SYjiHy8Rgowr8m/HTbbqGluIkwCZgVB38UFlSaftA7bF65deaG3dFMWDHu6Z8MY5UTdxHuw5n6sNBxCbMJ7yzXppYSXs3JjQ6zKrTvOKIYIl05MoooflogdoaasEizK0siaYFUNg4B4Y+Klu2012ApMv+kWT0/z7ve0f7pGMOn+iPp9Qbcdm/tD2rbnZy5ZFJYXLahpAzCkyN+XzyuyoGIxRB0gmNN/nTsrvzW1vMZQaFp0aNpITIgWZEWRHrWmQcllLxUggtC79EhdYJRXK6EWz8ZvF6I0M+4TWj81UUww0hkVk18UTlRposD5go5MyP0xYMe7pnwxjlQm3mGhiOdFm8C3LbuNNberLWQMyNXCM2mt6o5kLEwmpdBCE69MTJxiBxVlFQ+SWYs+cxUYkBx5H4+MNIPle38Td9i67qflfNSc0iY/lnJOeqppomhFBNGcQnPFEhInHapARlOiVEWFA4VhM+tQ2TWGldHTlGHHrl+tEWC7hXeHAafNlmSz21m9dd9pDpBtFMNsFS3WtBoxSFJYmQSQBMEiKhlUBIOsyc+MaROWdc6bzPX7D27W0wm9TMTy3WZqJJKOYRgh5CqCvkoaUW30WNn3bhRYUlBMUy3kybZD8aXaLstPWXtWHrLTvstdry9i11H0AwPHbgi2muY1g+Gotcpz18yZep7qI0UisOyT0yw6csP3hRg4Dht8w6dMvWnYvGXbANAyzT/3gW7qjw7BJORe8U+EoQcmwrEB5JjBPljOLT7LKGFRWMIxh84SojJw8X1KJcTmiRAyYMOmVFw4aTWHgvGX7yrDQMdj6ZtBGueZEJQJGMhvhGR2d0lIaOIqIUGWGnCV8UwmcSYTbIFjMFjEsOaglp2mmnKaWYSTbp828VEwG2WzBYX7PYGi375vODYYrhTDbFzZsasCcZIF6YIKxM6aCakouEHFBzk4XgzEbt3tkVKFpg3jkN6mdaes7RmmStW4TW9G52HyS5HJ+JCCmlRw1EBowWLvEpGLpJM2jg4ZKtPHzJw6bEWmmXbsWgAXgao0LbxqY+qzXZvGdJ8VwDBEMwpotjdDheDYnh58utxDF5VYiKMkhozE7pSPmk5wYLloYLPGQSixV08fmH7QsMO2XbtmPndR/s52/Gt/8XZZ/+slT1Q7+HtyH49zf+zL7+b/Vegn/AH7TX6cO4PZtRL91m2eW+3tO022gAYkti7gBgbsIzEExnOdQQOtloiHvOCT7T41OhFu8K0CQDFC/BEd64dH8FRpCaufh+KYRi3UvJeG4ohpeSjLZNURIgQFiNCSqjLCabcvSp9MUShY6TMum3Bhw7esNMsw7S239ECRJvbp/aTIvnloeQNCEAylR4slbqYGZqMl/PWOzcFyUWVCGvwzKk4H0nIj+KxFGcxUoEWHYbJLDj5pgQfmWzyCuPjWCb3SWG550lxYixTMTd9JOrHWtq/mAvKEupMwatRwSjWbMdRAsu21mJYhVCayouIYRVGJ1oqmuzCZDCwoqKuogTh6GDxVPWHyPG+c0D6k4aQmpoRF8Gi0nK8BlQMrB+WUK6q1s3OhzDrDHl3Dt0ynzbiR2dWmnDTAinpEEqq+29B4XewkUNMtlXVb1/aRcCKbc23DuLa7RcOCDCXClpguIHEQDOQOmt1RIkz1hAxYRnlmstJj41b5lzrt0QTgjNElzKTWRpTmlMKJGjzEOwHLrUNKKNozX20xMNrSkyiwvDMXKa4qNpyOmqCsdZIkX4lEwgcPmAdlSr9664V0BbyuZWrvXTvGtKUXS9gaFoV0WTDag2DYmhx+vvIgi8mMdxzCrBuJ3SmfNJrg0yShMqYaZSixV02aNPxBhh0y7dsaB3PEpNz3qRQIb1m6M9I6DI2d0oIlX4NiqHVs3FjMx5Lx6fhs+gL6MfcHInUEhSILUMRApOkdcYJCXUk46acviiREKarpCPCPpT1vzX0Vb3bfNK0rNDuo7WwYj/UTEycspGneGYkiQ/L9ygTYmYaJKMUO4dguMXhQovvFMwWS2zTogw9fJZxl02/aYbZdXbaXX6rcd0CXLjSbON1ZOiJWQUxzj1AGUAHfUYB1wAZAH2oBBxCd8RGhnPdV5eYcyJdyig1amLNiPYKlhL6GnRR9EcdTDilDgqDUByfUCaSRercTxIdTERKdnVU+RTCjZ48XZMqBwoSci2ZMuXbX0YQi+EpgQvD8cQFFEORvBcWJJFfhaL4RW0yJIXiVCU3Ds0mrSBECMYOJKwlHyzx2YIqKcbMEzbhth84fPHbTLW0CW+Fm1Ek9vg/uoeb8YSjjiQ0TR9LiUS8sSfmURPpkeQAae6iZXuPkGKSCokIJ8oqunRd2YfODSSReMMP3YeRaZ7Lxrv3dGfsX+gSwfzKElP946P0z7eAezpW9ivi0B1TYW8GzB6zlYggRlBzgg5EVQrCzvxFY7AD8akTpiwY93TPhjHKO3eo62oh3eOimZWqyF4DRZkrMBLUvEsvCC+rnkJMUXcbR5D0HGHr5TTihw0XbIOVps85ZYLNsvnpdhy32GGxbYkSpiwY93TPhjHKA74TL+w86ibf5LpC/8N8BdA/NjHKdpZk2e86GGW07KcjBCkgwZGR4iiiWUHQsB7amC0yzYPT603afJ5qaOUh5SnRJCVE2FBAImXp0ihnpiwHD8YG0gmcMOnT82VTH6w8JFjL506ev3Lhh68dsNtNMs6hXN43u9IXW1eGol14aModiOHlRQQ4gh9d1QyQSFtDW0g28IKqOsJR+Ny59MVUw+XfklBOOuHBskbcPSxly6fOm2GPTd0fsfOhOwfzG2mH/gSgbpn28A9lVXcx7v/R1rV1Tb4dU1SyJhacp+X+shUT4NfxKeiUt83ykQzFn2YWnJJ0hraS5/hi+Sk5sw2/dvXrXxJwyDTLDAMhk966v1ZLaoz3laTcLADAgc/ZBMnPdrUhVOMmQF4QTmY3/OrSX6Zxu2bfyQjQ7j9tjIXp/o9z4Yxy6IXZrQ6ZkhEE65aL8KTBhliWS7MaCYkh1aIxJBkXppOGjcQIiklL6AbMJ6ygqztw4el1FJPvC5sm9B8UMiy0w8COj9If3Rlv1D0rcf5rTB6f6Mc55d3LtuNJawPJzSLHEqpZw6ThGXsvNP8ZQhBcLp7w29IoENoUBKhBJSSjw8/NnGy5Am4dF3ImTL595N2z23jQhUNUN/rdKLIAXI22cmeYZQI138udOpIw4jmJxARHcTXHe5u1/x/vKNHgakpkwNB0vYiampG8Asw9A75aforKdCpWHXpY609Xjp880dNNqxjy4A+YcAw7csu3QCDbbcrIcO73dLd1u7lWu+CnfsVrr+yPnB/wCgwT0/P7wso0xYMe7pnwxjlGysz7PZdiWZralidSSMzUOAHYDIA0Bwtw93QKd1seBysGOuLdPq6eBTFgx7umfDGORTFgx7umfDGOW9Vo5W4eGLY92Mcjlbh4Ytj3YxyKYsGPd0z4YxyKYsGPd0z4YxyUpeVgx4dA6bHKwY8OgdNkpiwY93TPhjHIpiwY93TPhjHJSl5WDHh0DpsbIHDu93S3dbu5GylJTFg4X4/wDm+72bNpXs2xT7efZ53G+L9dnUuFgsABjFwsHm49oYwGQbSlqYAKjTI9oLeiAjX2+0dlc9IAV7Pm1xw5//AOMb8vbfn6XtawUEf73ZH7A9m3mAUALdMW4B/Sx9n102eHC3AOFwuFvR/OFOQBUdlXJ6q9h945cvO9KYsNgC3t4+b7R+zjtE3vXtcG770yyqTJEbwcIkPS01ZwnMWFXUNIMHxTEjtfQ4UZhNzFbL1ShNosqQ0pJr2ModOoSuTOEVQmosu1JHOFzyYw/dSx0pw5e24ZHshX2VqAc77NEKUtyClOQs8Ox1zT28Bq4ZkZVKqSIl0LrEiQUDJiBEjNgBM5xBhSAQSCQDMAx2QYMGQM4z0qonpe3uHwbLReIGdMktTcrFv5P+SnkZENPcfRDMQwmCAMvU83MmMPnDHxwkYAAaNFjcSPnRt4DLwyw9eMg2HZ4fCg90jQA/CbNiwB/lIxteggPEnW9BtUQvjIj25utN5pC+9AlZNWaMLSnXpSFJWzYOSoOJEQROnRSZVzxGHkGIniuWNJyOlOypVp0uuirBd67ePfKOHj0W2WWmWQjGnRJ2bih8KJ0kTlT5WTGPSgQ9KUSoa3NUpA8TGpbI62+lhqbKOkdVjlwkvIXT1V6bWUgs7Tzak6NtmFVNcsuWnh4qy94w9+3ZstYu7O1u7dt21FvZWRVVyFLx04+zvyAMZsMjW4CsxDK4ZRiJNwE5QYJwb/2Ca0/qk3xPwcjWqmlk7VDAqlNx8RJPk1LiNZ0/R6kR4iJ5hoGzBGH5jwuyhx9D5N88ZZfPSyLEhF08MO3RhpkXzp22zLPundcG7z1HyyO6e93ozEqdLjSrCcEIjcMr0HxVDrpBRIrMRIygtO1SLWjKpEimqn4diJRXFQ4dOqZxSevlJVNvjag0+ey30qHo47XDiAsjf8VwtfvuAW2xSOIXCNoKi6DG1VXQGYuhaIYYaXUE2/Tl1FZX0k0lCrIygX8iYIqycBv46nHC790+LHHLl+5eMNsMvA6bVq8LnSs9hjBDYNn6O44iQDd6ZjE4ScStpuOYkkFSAGHCWkAmN2ED9tV/tV+7212yF3iUWb0PdlH5VTEi2csEIcA6jtL051M3DiZHScjFIXTnitBkWPFFPRiB0+QgeETBT5QUodNwvEaafU3R+LECKlqEi/CkObwTe9742GdU+i6QOnHTnpdGCVc/IDVbNyKZrH4sUpbJcZDGcFxXDkIFElh+9Pr55zC0WJjMUQwlRcSLFi75tIUEhRUEWJSX1tVW7pkxoiUJOktS2+53qkJvJ7xi/gKWjhHmNMOI3i7E7h6iunie+MQ2ViF0iseUX0wAOq7oqSaB8015cAcvez1DAXwXXSJB63EcQn9WWvxZVo0UhWI2ep06YOhJmN1ZsyeOtqUYHESVjK9ECg0cVVQ0J06utG/jCmfftPmnxww284zb2hrjpaR7aFmbabK7VaOdxZkdR3t4z1mAOYJwgEzU4kAUsQTlgbA0mCszmA0CImIy1qUXSppTlvoA0Hw3o3hONHEUHpeSnmMZUFVTflE5ejOJ4jdxFGUaxMWh0Thw0nJZtfXFJ8mJbowfZRkRkgQenzrZZ4dMVHtw1uRdFG8U0YRXPfUQE3nkdJOoCN5cEggaPSkMIzENw/BUs1tPYbT3kMqrx4d+UIpVm35to0IvHbbh0Dthlyz2rMchdyhoK0QqccTxkNLuP3k6mJaTKQXEcxdNaYMXKx0tFsNHiq45NIb1XLwupm1cWqtvjUPGDDJppkwVacmmXb1nkj4LJL2Ppa7uGOYemNA0YQAvvdWEzFN2hxtDK1Cqw8TTMt5MuCygwmLpAkdbImHxU05cm2XIl3r0uYdsPBbdPGQ0awLl/Y7V+xbCJavgWwxuoqqLISWZE605abtTJorQrlWYkshkjCSYJOUnL2d0V1FqOi/f1IU6o5R9JEnt3VEWnROOJJWVy1OlTnC6mefSHcOo4KL2LXcMzPQENk4xEAq7op8QRyLApbsiLx02YaevHmglCMvhMqsWaJKunTdGqZN72ReFFA5Pc6WeW7AeULmZxvHLVmhC7A2FoMCIDIVvWXemcdGEbvtXOoWdGluR5aJpfvognHIE7ESdMpCVG4rTS0OpyWZhWXcz1tkivLD8qkq7BaDzrtsgafAYMkHHlDTFUX438Hv/AM/S3so//vbPsKjX+wcGlr8fbtO0N0VwqdocBhiwvtlmzALHJUe2WwgAgGY3aiRZBI+yDBjJGbhqQRnr5OUx6E++Edwu/aMw1pQ3N0OmHjTTbb9DJzlSHzbbYh2223pCbRd4220LQ9tppoWhqIiN6jlozF+E61H+MJumq3/+K8/uFB/qz36VzcL12hC+N/B8P8/S3snH/JbPvpT+gd79sn3WEyJKNb9KW8uNGmtLVNqv0rPtP8wlcVvULGsw1A+Yj9mCV54uEH8PRdAcqXTwqiNu056lm24FDsPDD5twrHGmRFxgt4Y7adM56S4lv8lt1i4wLkDEUS3JAzkj2SIkjInCMhOdtgDECJJ9mWUkcBc300ntRCrI2XqhqwQpaQ5qGMpygMzESTjxafy0IqzK4pO01iE30Qqi+tNkXkPsI5gz8fVzr4FF6dZZadOgduHetNbU+9QenOUqPHWmvSNEOtCPj8eI0MqEqYamOmStPpMLHkOJFFQjl5EatCUYFX5RJUkdGRXiSyluXxl9EbkywddMkm3Jnr8ArS1cCNuFWQt+LGvC1wpXI2adQaY4U/2IgPFgR9n1U29gqcGAOynCFFzqs+UDF1lKljvlSJMxWIOZJAicl0y7swNY31Xn/TU97Xb+QBzZx+3Igfp/WJ+2uc84stUESb2vUjvA9GGuv9JtmzBgaRCaoV/Bb+iBgeIvwhfKR1WOeU+e/wAxUIITBz8qeT7HzQiYHvkO32nfley76L3nChv9NDsldROsUvvJpQGpJwFGqedheVqBp2kudi9Lg6Y83UGBYKh9lYiXT68cHjUMlIxRmFM+prBo0dcpht6Js4bfMtvci04Sl+Edak9P8lNQkN71qQkPQ/O6V0DTUREJb0yyYeLKOlx3DibEZFNVHhDTa/JPFAkWUXRc22UfPizT528Fy9bdtMtNeVca5dfoHPpFmTBewi1sAyW4MDg9XLEhgEySIYRNbLAGIdGJymbm8CRv3Hu7jXUAb1Pe10D+QBzZwH9GPA96UGv8on714bdd6KdbeurURN1QgPUluto60ZwAVglYiQnNmI9QENzRT1GJk9Vh8knQWxDiRLGEjTgwrkFNVVXas2qPHJZhCelmyr1s6w8c15dFk6/hBWtnUJrW07wVvL5UwfEOiOZr2V8ar8U6a5Bv0aMVN3G8y4GFShd2k6dzZ5wQaPSxUjgMKzkqYEqpEWfJi+ZMMMXANNcMzzg+RUs4Y1LzFQ5uT3RYcdk5mTJhpCToaQowiJg6ZeNKyagJEPQwmpRd4SbJuRKE0FNcsPHTwWS7QtC9e9mx3Lu0FXF7bRbUn9+tbGttyj4WSbSl5kET1cgYPGrgLlCTyLyMgZzy389eRqupuvTZOB9//vnJZRC/duIujElC8xofKGm2GThuFmVeH1168KMCHaeOXabM+En3ZYYaEC71w8aaBlkWhtBxAuJELw6uRKvmXJBCh5FVFxaOmRYYLk0lIIv1BRNmG3oMOmXJcmXfPnrbbQMMsMC028BkBEK/W9J3furNP1WSj3qW7RcQ0qaqZUw63BU3JLxKacpqRP6XDomYJF3Lt8eU0VIPrRVFNmIcVkNRVkY0rpBaGVWF11Li2C0govcdT11L77zeiy6O6M5cbueJtBcOTMTHsFajp+TpXVthGLQaotPikWJ0CGYhg+DDL1AiRGeOiCk7hZKmJEp0mpKKEmmiDl2YiYKW7z7IL1hrd1m6a69gW7bXFvC65dQHAKqVZyr4yuEDFmKYQ0EERChpIEEADQ5mQMoBzy3Vs/4JkiKzjQXPuLX6S2iQ5HOsCOVKE00GhaJsEE+WkqE829T22mAbelC55h4iA/aZYabfIj5kGGRdDXDNGA0+FX7y639CaTt/+zNEHQfrAA57WItFWk2XmhzTBKPS/LEXxuGpWw4BAyvHHDkupxdE6odMrcYRkqunPlGHR+KImUlNYbKMvnxdMcGi6SUefESBVlmu9oxD/DV+8wtUf0JpMQ/8G6IB5CPgFeQ7QbTWLPoq00Yk2m0GjQMbV4kDkCSAd8TUzia6RoVMeK1bGBm1KCPELZ9G/wCtiA2Hk10EdsWjhXNw9BMXRCnsOhPoULL6wSZMO2njho2mJJo6W8u7ZB208ceWcseVYYeMC0x2mWXjIiA7fhiSZkt4LPuUyMJgQRCimYKOz7lOiWK0FCPviL18+LujrooqHSxl6UeGCppwwYZdi4beljDoG/KOnjIajmhPaR72Wcw3Lmccqnr19AkXO3Tp1MKEW3jx48h88ww7dsMKgtNttNCDLLDNWmhEAyIV9VmUBusJAOWKDkNNdctfxnMCSO35fOo9txbr6nhvING8UT7n+mwAmRujT7jWWhMvLdAV4dh8Ydh6DZbLxF4+ILMQRQbeKTR6LFRkwZBRZcNuGCjtgo7adPG38cm+6IjM3e9biWUZVsGzKBPAxMlRKsMi8fMobE3ZLrqi8aYZAGmHZlNlQrumHwg0y7Fw9eCDYOmmR9Pgq0z5awbu246SovmFA0LKjzVpM467TYkixAQz7wm9lvJZ06NsE1M6XMtFXj1w/du37LsXTbbl8ww0LbttnaVSbOlbQ1OTXjp93hcV6j3LucenGEDkDwZCKfOOVrEqFJGNE5hOXJldhw4jnIgFbIn5krCq4U0eLEll8YIJDg+VOFSLt2Hlpj2r0fs6lwzudne6zuA2FLqO5knMwpgQJPt0yW42WQBAgbyIy8fbzqVwOHmjmuA49m/62NQv19tu1hMyYsUIBl5HEdJMExRMdSg6EohichAEFMJLyMI1NoaWYUnEMQu6W1BFSHy6tvCwJyU6UFUiWenTDl22YY7VG/rQxF0IRoTfKMHRPDkWJ5YyJIyehpbTV4mXOMunD9oo/Mpb824dGWXBhy+aLvGweg6eungsgw8ZaayIeAdnhyHmzzdDbx48RCvqxI6uUjJsmiYz1gx4ZeOYPZ4Dl8vfxNVBoM09a6d/XqRlPPvW9KBb0o7tWScRsxlLXTHFjak4jGdy0UeNMlD8RpComIqqoEl4qLBRejhcQkRJcwSYNQxKxLNvYriWM3Pfu9B3V05phzkl9vDN21GKVJjXnJpKJo79JMvSaNBM+oISCXyeShGIROORhwuvFkNt7C5VqJCwwzFENNp8LxOeRSaIgraNIzrzktrIndLGEoc0U6pk3SVMVMjssuRPHSpL9FmI5iCC3cPrpAxCTtIW0tSLE3j9cPoiz8ounTD92yjtlmW+waeg1Xg15QVvqt3/AKXpianpp76OFFJGgt0lkkOEiem2Wyetx7F6+ol0yHoOh56+gw2yKmpP3z02/f8AxQw5SkZPVlw+y6S0s+aceRdtJYt3els7TfkC9c2tWsKwdFxK6HpUNvoswiqsAEgYgxnVWJIgqB9nBnBBiZ6pmd5J57jVhzd4zn1cz204pMa619ORDTPPEnEa9CixBacsmD5aI3EMvXCY+jwkiGmTxqEEeI1d2qggob6KIzZNJBIpEJGJD6QtJr5uEX4McH4zej2xrWVr2t50VBy5dwfUG3J27LWN8/vN9PTyectd8jC8EqaJFy3BscywV9P0q12KIHVE98D9Geq70hBhJh4RihCeklxHOsE3ZR+D08nun786kKTLixVu/NO+8DkUcmo+1w62kjV+VigvBjuWpdKlbD0t2oAfo72J2otfP20FITBWQiZ2pQ6w7ZNC/BP+QWxcg7+Ovu1ew7bQ+w3Rb2jBaS7F64NnIuC5bw4m6O9KkRGVtjiIDAZmoYYcYlZMDCMWUEHKVg+PE1HXvPN7dO9Pm9FW7N3bUj5ozJ1zxAnkkVdmCbg9QRILkihxUlkzTyOUUwulyTpaOpqQqljifHi0ymSqhkwaJLr5diwST6HTGGE/g7kLlN2ZL3TilTGcwtrel5MUxqhQ9T6Q2pO3pHUyqFU0DxD5Zcl3cVfg7dEUSGoaLqRYXC06UYVRJkOkwFtyYQzM62riaDemrTJqj1NQrCkOLEbyj0/zMmaVcKpUS7qKTUq4GiSLYfQYhU05ksrv0b44Wfl+w6OMvCbk+dbJtOXr5tprQ26n1lRjr/0Nyi1Vx9CEMwNFMxVKZJNQhmEHio/h9PdwRMyLIGJNE3qw+OqDTZwlDjg6a8sYEANGHzLoGXTLtkLNZtvtDptLm9cey5tW8OC3asB0VsJBP5QsFDXCcZwrhAAqskKCnVAIk6lmic/uxIA0zk1xduz94ZrdjScb/QVvCtHUz4E1LQDDK2um9Q0HQ+msyAmBA0LO04o6jlSWjCu4TRUVxQU0NEdnJYPo0RVqKFlpl8hy/ckVZKRozZWyQkvP34U7vB4KnrKCV86oNJ6ZYViEpCM2oAhSY8MlF8jLHRsQJLpZBjFHWkpwsEySopEyqm7JsHS5VRPF3L9l0bfsPbioBdnzRC4jgAp6If0sM9we3jAXIbQFqTgLf5av9fkRQ1D5fTbOKQSPL+B4jcRYimogOxKUhDTMjvy52E3L5paTSwHpZRYwybMl2HLTBYq8r2DzjtResXMOyKxfaAm1ozOyAkWuiuKOkw5HCSAXYDFIJzqysOtovVOQJGZKzE558BOhiptpYSllXJOECMv5Myzl/KOA00wdNp8ESxgyHIBhAgcVTTR5TNkobhVLSUYoZUTr16cPvnBJ29OGnrwwYaePW2m2uaNemp6c2k6SpOY8i9JMydZMcqsZo0FkpXywPNkVdNbXyp8SkWLrZWHYoVXcIp6gTLEVw+loJ9tK+Uip9R+IorpSV03tcArW2RAcBgAZG9GK0Hpz2UAG1q1DlXNBD6A1+um3WykoVVujyAVlCkrpEK0rkNxEbsokUneRI3zOegOYzG7s05Gq/E2i3fF7350VTdf0wIb3e2jw0bdv1HS/Ik25iKbsxE9yZZely8wIg+VF9GZB47dOTDlqJFtQSCBx2WNv5MuVByyZdWMNN2m2TOkqTUGSDkFA6fAUsoFINlEZFJC+MGTJoy+Eypri6qGxfKK7ES4eePVBZW1N+/PqBx828evQYZdO3dDWfCDutl7fdbzFxvT40iaCpZuFxFeyyOQyVnAaMnI6FIghg8WMsyehGLVZhwygCbestKxQondsAB2YaM9h2O6Qlz8D4t/H6mxwrVI1xByriSo9aU8dvHs7QqPcf+t2uh3tNc2nblW8wtsVEJ0GG2hiQqQsDOSAa0KkgCWiAQFQlRIB1xZkTqZOvZUz3wm7TJqA1VaHJOQDpylFG05IzRNV0IRgrQ1AaO+W1ZPhglKCdSKbXTRVwDLTpPcKy8jkHr8assmVEq7G7wKWCCymRhCAnCzEj4EpNhiEXSmvmjLt80CaQREZg0qGH7py6evx+JuCz969dunbx6PkmmXbDbYAztRoSZS/BB1xUTUVLnpNg0pq6gTS04t8ma3HHxg8oGHZQo48sYky5LufLGHzt35V+9dOXfa7b14wwDTQXq2IeR/m6xCplPLKKB8jBD5hLVHDlQJn0f4kymvSCkWNOXjg6WNEu0XOOTDpt0ZdPHjt6w07baZ27NlYXLt+8DZLOtpSLO0C+owB4xRbQrMnUtigwBGdWyCDrQCT1lwnPDuJIPmahfnBvddxtqBl8vSpnbqbkDNGXETuXbhcg+NYQjVcRTnkhBssaZLHIGb+KKJB92TKYqkmi6mlm2HZxONlTTl2+Yg7XdOfwWNs0rHJYa6JmafX6wx5J81JudU4CbRdyDTTbly7eR/LiYD8y6LNttPHDtUeKLDDY1aBoO0AyyawHW620iautEuktY3UWj6NVfWlGDMIIcZpunfTujpsCvvnbC8KtnVZINyqOmll2y3Ezo6y5JnCbTbJV64abdi8Yesyehuyd24I/sfGiH6I/wAyhIbpX/K/x7Bztk1q7tDMHGw3HtEIxNq9iQlVcANjBzUg5EjPiDVpCxHSAEZdZYPiPwBmKq/wTIz4KdD8TpUXx9qwVp/rqU8JvWH88ZrztiMuebTnrD4m7WCUMQXBxRWIsPGR8qjn3L9GNOm3pU4nGSj164eTySy3yG53RScEyklLqqkpD6U4bRYKgGAoNhGLkBFIAZMFktDh6H0VNgUklppZp++clSZQs6LFnbTwAAGWajt06G7K3blh/S+NEA3D+hPkNxEP6342vxAeoc/3Je7c3dyKpJyyjaB9FySrpJ8opJSqmaWpHEFJMUiJlyaIqKeeKwE7NEzpMy6dmShss9dvyz927fOW2W2GWttLVi/Z/e02G3MYitq6CdNTjk74knM8ZmrMp1Nw6RJB9kfKu02QyNByI+yjAfkU4+twsHHVk9QpJCcdGR/lVzE4WAPmgq+qFAvbHCvMdpgFg80e/rVmn0Br4jkADNBhl3kM197zD8bKUr9DGhyU+pGRkbyaaJxBMiLZvwHL6JIfjiJTUXw9EcMuESL5uwGaOOklAcw2uklNyhGE1+8XmiYHzBkidcFui+wRSSHaZACI1xpIAHVSWInUwY1I31mAW0gHmYG4nWN2kieVcwfBYQ/kUiDbM/Zy3oI4Mw/6ohxH2bad+Df/AMvHfN2r+riPW/8A3unX6o06WC/DbmfdzSU+Ed7v7Tcn6b5Q6M9GwQsVjWJo4+V55TOS4liVg3FrKc2eTnzcqtRKWji6KPyTLRd64LPWgdNtOW2jDTLL9r9Wind//CGNJUV6k4klAxoEl0parJpmZuTHOTGiKM4tIo0TmVKJVMSkJFobSopMJyKXfxapMuiqm4iI4Ll0TZeqD946evH/AJNouBsE7PtB+rrcFwdCwze0qqBOGc+YHurcxL9ZYaI6wOjCeO7keyt5/Czf5lPR5ag/ox4e7v5W8d4sHDrfN9rXIBWlhv2R7wAAG3m3H2jnhtTg+EjJM9EPd0bvhJ1MRNBMZz4I6qofczNimXBA2lwMsxF8wphttG4aIH0pFOFU0STZR2w5MJhR6D129Fp23Xyry5AyHojTlenRnj2BsNeY8KcQHstGdp2owVlNlyOo6j5EScxGeZA0k782yRBrm+nauftqj04ivQRCXwj/AHlpzeGFdOpqUhmTsKloRY1LwZCEaQQzMX5s6W3pFpHIRqgrySUir5su4oAobcFXKj8kCtOXL74s9NsNy4BOn4MJb+E26X+j/lCSA6V/yuPG/jtLVH+g7Q5NuMFqYk1tGWlKZkwIlelTERxzMHTtKGM4xX35JPJpZN+txNEcGqS0qvSiYSJJxZ4eOmGy5EoVKOmmHBd07Zq//CI9HmkiSbzduBJnS1pzlGEdaw0eGI3CWMkZaQEEYw29GGvKQ9FPzVhdJ+cKG8+MP+2kq3xwg35Z72izXlGxa5Xt3dmS7cC7PcXpXuDGjF/ytwEAmYyxezwspDkCWBgLkRAIUD2xPfUi4Tp+DCBSqNulxx/lCSArQRvf8HGQ414XttLxpAmDpEmBJFHe6Hj8mzWn2GFxfhhBT5CIiBDcsofXRP8AzliZJRUGF0pIQkw0+VIkerau6T09wBlTWDR80L04bMvW8BDdj7tm1d3tofpQB/mTpDcq5/B/S/Goj+bbpSVUlpOyHhb5iyNlLLSTEEtKZtcag6VEBwtLuFmllQdlXSgrtQ9CCQjpAqh50TKOzagJMTZl2VLMP3rbLl0DPXaS6rSy7OBBH5JGVt2UkxGWfYO6hII1Y9pyrZQBi3Fm/C41D6PW9+l9oJprQD8IxNzSmUbkvO3dgpcnTUfxgZlOmR2kzweRwnS0fxGovYEIxk9SpQqCW8isnC7aUXiJtNUDxBpXdnGiZwyXF2/bnZAK0tyrysAD+TavG/W/GH/fQKml5F06S1P6sNbepDQlAQzpSiaFM/TKdmGRjOKoufwLHT4pAa23LaAZgrLyGTaMVW4gfsnEkqlgqw8lC8UXZsChU1O0AdGWLuuDPq3RZBzA6znIDt7s6hdYgGcswT7Bvriqa38EwydlbMmbcTTx3VZ6G5WwBGMxogJIUPz0MrhxEgiHVGJlUqjlj8pEsgYVTBBMMOU9wdUk4o9NtuXZk8UctNmHfPuhTUl8Io3g+nCFdT8mJubtaGYBi9YixETUiZ8IzcRYwcG4OiE9DSm8PJ8KQDGiK6Lvzye+ekGy8QGXj0o06eGHRV8024YjwV4o3JMQpKogL/whvetraEtpx1HWkVXUtUamkrCQplnpJSS1RNO6X3xM+nHyb58UOkjbl8WNlnz1w/dNum22Gscl+X3Dcp4YJwTKzf57ziWkGp784ZIQlL8rqQg2GCRhRMvDh8wTQYd0rJyUWfnjj58bOPXJRhsyZevH75pt6202PmdL1wRfODCQV/phaktKwQZyEBpG8kREVtGX2c5GfRGI7N508k1Pn+Dn4T5/V83S3/gaf/8AyLbd1aqC+9QJ6JpapGlk7pvV9chxJlzDk6YlX3Kk6lmmqqhDjBGZ8eyi+cHyOVZdocYUV4cIRvCquwahRo0y8hQ4uOSiQarsbg6eDUab4HVxLGUmtPUvq/0kwvpRWViUcU6go8mcuH1w8MfabmFGIzEKR+Thj5GV0lZWYxhsqbbgdFPPElpryDx4TOPTCjdY27Nmw3rTsty+JLW5N7pCCpALIw6ue5hMg5ZRWbyCBC6A5LGoGRGvd361Afu2N3DJvQNHsf6itXWpyCtQG8Xm2y9fzZm9HccJJRuDiS8XJG38KQAmxQfKLpUkdIu00ubidTIphxVQSaSlISFCkLuQRDHP2uLdgyziafKhrl3YuueV+iHWaomzipGTJaY0Nu5KzjUDrLT48/jNDTHy27RlBeUWS56LHj+Eo5hGKjTp4pLkBGoiOHYgf4LvQVH4Nsm6zZksbxOEV9S1XmEeX5mPj5A1rRYLGUr5iQ+XggWHcnYmT4Adi6g0uiOG2Ukm5MC26abVPKKTZp68j7+cXwNf/qDiv/683kH/ABz2wuG0oNidiCo5KltrdLyuD9tmFost2ZxHEc8iSAauAxIbrkkfoAgjLKMQBXhkBvyjKabezQVMXVLugYx00QxN2R0/tWsQI2n/AOczyHpnyclbD8axhCMzJfRPMRaQgjSOYbhaHEZ25R1xSS05QXC79siXcE3AGFJ67Lve9tNcH6i5Pbq3TxAEr4el2a1Sy00SSeg+EoYjpfKxDK9ub8JyehpFLpESxPL2I2yK1CbuIyLZc8tQbFb4kokGROIiy/Lvi5p5SD3jSz8GqN6Pppl93rCcQJerZs1AP4MDp4zrVeFXJZmY0Jtx0Dxib8SqMvhF5L1mKXTHy4Uetg8bZFKF2sAQeMXnN1l+xn7vv+ww0z/8DsH7X2dxd2m5mhb6si47N7pUw42jM21IuAkkyTkVymSYYFVGsYiYZcJmBzIjwzkVGv8AhG+E+f1A90t/4Yn/AP8ALTtiy+c+EjRW0y3FGlLc2xK2wLAsNL5edKw0yLunYFlpRm6ZEBYoz2KCAs0ClKBtrLe/tbp4tq3cjrP3nOvDSPOIxKuDH7uVGnNeminS8eQiChEhdEipotB2mibCSC+sGXCoWU224qA426TCXlkwm7By8MRZ/HPg9f8An7G9p/8AG2fn/wAA5tS4+B2Q3z1THX26whyjVGtyDyOeR45yBIBw8DlbY8N4Pb50myTIu+EzohVkkjacN0KkkmB8womG57ECrIgAAHZLlJyOnQCAUCzAWoGNtyyMjv4QuenFLQnqHkru0UaRZqMkMvNdWlgqzqezCToFennTEQnINdrs2VVHbiAuQF69TmFFMPlWn7LIPSj8PxbVceLlXcHE4Tic3B2/J3ryrFxWHlozCyWoRhPp2QUojcJpl6hkDrx5opTWHZQ4pslS5lttRIMMuXjbTR0qAC/dzu/BhI8jiY+7FLxLMOM4sjyIm9QU2STa/GcRK8ULTZIoVhACpRpVXDh480WLA22BdwL8XTkG2gdsM9oazYudJeW301w9UuCm1Wry9Qp1WCWxEzvOcNG80YQuLCuRAzQqc+EnPMHx7hYhpi3T7LBb72ttUU3relGT2tn4QNu+tOE+UxaWJWRxo4mIciJMh9dOQ2pm3sIjqUi5FZdLKdQ8UduF1ETTT5ks8dNGHbgSz1oS7587eW69qtu9PRNZUnd8do3106b9EM19Y0JyU0sxbBS4gQEcNQylv4hjY/POGG0s1GrmFI1dpSgjpsbp8RtlPm4oNmy/xYq00SZPMHXPTtoBtJiUsov2C4Cl5QXAXlQCWGGZABnSKpb+0YMHC0ZxnGWtR+wPpBknoZ3jW+c086fUhaQ5Zw9uRp3rqYnRBEKhE6k6UIpheVyyrtvFdUbbOPnb08YetuXTbQsuGBB27owABtHnMjdh6TIa+DxS33iyVDEWO9T0Sn0EuqxE9jZbfQy8dn9Ry7LcyDqD23oo7kWoVIFyzIsOwFg0y0dD8c2I7S+Seg3Xjqt1l707VdODd+zo0rO58bpac8hZfQNExg7GoRBMgohy9QochdCihqD4IFXiGLGUc4cTkZ3Dpd8wDp84dvjfkRfNcDRmU3qcX7n2C91D+lA6j0/5om0oz+Hv5ePm/lH5LnKqzc8n+C38GRb4p5f5T+b/AGvwjGfJeR+Vey88p8mu/KdbeG5+SOBre2CwOhcw7XVNqFwShwgwWCwNSJrYEzrnit4sxoEGLOc8+Gtdj7/mDIrmPqk3AUvYEmEpSjjePIuRoMg2a6MntKyvLGK4omJpYQ4emElJTCohtKalBaueJxIRT2VpHaOmk10WBUTxegbc2Sd31pG1MaTIamQjaldd0wddCvGS4gqcLxFH8DmIHMS/TUogeKn0RMKP5kzGA85WjRpyeMmGDKWLtsm6dtuDIdh46gL30BE4mbxP4NumqBZ8TUE/UHLQieJmGGnRgqcKTy0jlzJZ+7aAGnb5w+dtunrDQdphtkWRABDa4FysOfHoHXb0rCKdq2q4Zxq1oAhmAg7OgzUNhJ5sCRug5DNmOBBuIO4bjxzI03Ht4VRH3dSxu2kfei78Ad4k50dvU59rDmGzKj9FqhylWyjJ11qH1HfPL5iBNNPPuS5gXDcNfOFpDB029dAigfFtlgn2Zyvnn8Gc/wDjPc0f+ImkT/i7t21G26R3acx4zi2YcdaLJERTG8exOvxnGUTK8IOjKtEcVRQqmlyIV1TMC+AX6irq544oHXwsh5UyZeN9kO1TbGf0l7dU2/UHad8/9RTm/QPx+dq29nv2lwBNlcYnYM4cscTls+rukDuFCyEyS40yBEZADj2+yuS/nn8Gc/8AjPc0f+ImkT/i7tMPp7i6QcbyagJc0vLMr12QblJew7LQ3Jd7DjcriiHB583CbxCgx3CLLENkkmG1FEOw+ymI7pyTS36Y+TmHDkSwumOK/wBJe3VP7Q/Tv/4lOv8A3Rt3VJmSkqNPEuIelBJCAYcljLGFGldqG4JhMkCcgIzS+uKMSrIkCbLTYORUl5YU1Y3RofKHTxh6IVeDTotJdVjjTZ1WP9qDBpkRMgCInnMVRipGRYn7xEafOe6vtTHmNAsoICi6aMzYpRoIl9AUPqUURfFkQHHRBHQUJILNmj586ZeiAMu3bp2IO3TANvzL9p0WLOnxl86dN0e9PMpt5Jvh9dU9d7ro8m7Amk2HYBis9InTFF85ICSo7OvZdpUMKMMqJaEociGAY6QS51pAWjCjGay8IP2CcVzFimGofWDIJSuwW7W1J6d959vvtT0VyAndBMX6Ct2pIKaCghxUSaUCpmOdQSrCamLRFdQjDbh4lx82pOnZNThRWYTzkoYDA47VmXswYxRnJZ/aTknJaWenaVEBySk3CSbA8s5bQ8ShiEYZSmGgLkE4kyItPX794LZlRVFE08MKa0sH3phTWlc4dVVMyaPnDBh5iVbbHEh7ez2mJUy1u5durkGXRlRM4ORZjkMsrAhBlBZhBGoCmDB3En2VSD1tye3lEpN53uQ2N4fq3l3qrML2sqDxlI8l5LSF5aBArhNnlptZjllWCDJZS+aWQiFtQhF4UBQdqzkm7QTrvyqaWPHWzMketz/HSu6r/sVYv/8AVGs/Zm/o7H6aF8Ho8p6P6MZ7T/of0/w8aPvJf9E/i/1zsej/AII/+NP8FeR2frc/x0ruq/7FWL//AFRrP25ygR7qBnYDbthzdi7GRaObMSTEwJOQgaCrzIBgD8nc0EDU7qtVcrBjw6B024E1k6+dCumN4+ktqy1Ew1JdbmnLxYMp6YqlIieKx6D15pXhM0spRlMhlfTnTx2bKqRdx8bZeNOjJZl4/JPXDTAPe++Vgx4dA6bcjaqNPukGOoWiidmpXSxIbUAdlHLeKFpwozPktLCZsVlIUhROVotOw5DinHyApPiJcw+dn35VOYPkk0VI48MPfJNP3z7b07mPAejKBuNwMVj86QpB0mM9axWJEzyggGd2Zqm4gaO/g10KJ4JMLb5DWNDSWD56ZBNQJvoiOngYfdnyz8CadpGLFvLPewz5V75MHjzsM9oRoFPt/oYPg6P+fX64f9vQn/8AAm7WBt33K/dJbxXTch6m5U7srSpBcHL0TRZCxVCmFpI00F4ldHIRUxSzxgw6huG4gS2Sxl+AtlBdqbx6LqgvnbpsRYCITTzoX08KXwljW7K+JdHUmD+l5C00w+pwHLtc0+QOakIjxU8l3pMNGVCEISPwi3LxPiBtSV4xMPzaMnuVFo6pxM+ePBfnVVp75DWcIsFbWxut50RWVL0AMpYNnc0hchlPea3DTizuDCCTmu4gR9nia0lAOnb4N1Ac3pPTpe73PVBHkUyPmPB80IKITGmYkxQgMr8GROiRYRJnyrWlImogjKajD6c5Wy6SqpB06SdA7cqBV+w4MuLasptfGmHUfJeb87tMU0UGeUKyaSIjMROYhYsulHThbQYUfxaxD7QraQlvmjZxOduG2Gi7l8wwyZddprtiDG3zP0sfds/53toe/wBydIX/AIg7b2lfpr07SPheJIJknIaTUm4OjF6/MxbC0ppZQXLdAiU0aT2UkwbXEmDEVEIqhx6lssJzRw65fGfiTDssD0HLDLDPdYsXbJIA2dFYS3RrcDFgIUyzsIG/LMczlmzK0TjJHEjSc9ADpzqsBuNN39IXXzJuYW8416wTC2qzUHqgm5M164cTRTnsTwNL6EoZXmYYdIKJBC2bUkEDTKqjKTCMbOFTPzYgtzDEMQ05Si5JTMLGQQjJWE90dv5NOcotLrKhCWljeQStjwvHkjnawqKsOwbMqBykWLifEkLElJ+efEU4sqpsPOUZ09ftigpMTR2jpz4ugMpaWR+DI+W+9l3H0WzjkJpw0cjvDdC0YzCXpkyLfQ1MZ1Ccw5XNxS25Ltwms/GnEVLToCDksmMRCWCDDyCuKBR/F6PEiKaXYhSSfS+g/R1rx1R7wwN6nvMJew3IlRlXACpLTSXpkRIhLRKagYmuF19JVYuiJoiqrKeTfukaJYldsPlA0zEcTRFET1YfocII8KQqQPc1tRh2e2tl02lLqNduG2wiG/LObxWHF1cQADHFiAgQKux+0cQKFSFUEcBhAXcQYOmUeMX8qYL3l0Zb6ve/ON21NrTnKeKCMcQk9mkc1Dpq0opiwgvm3rMOFoZZRpZTJbdHiiiwpPVBp+USmGi70sDBgy0Au3fT3wetMnejbynfLJWpSIYMiyfafFssi02oll24MloGW43dRfNcFpQhUucQ4ZNOUV+Zq0SYMQ+kPWXdO0RcD5u2791H+zn78ewf9PZZ+z+GSriwW+987fj3N/7Mxv5v9V6Cv9+02NqWUi7sz4nOLa9rGEsSggXswugJ3ka76qTkwgZW0zgT/tep13+6so31GnPU9LrWlod3smmaTC5qZ/Qokz8ETgkdC5U0qRc3Aj89FJ51FUKoZEsoqam9bTo8jJMUT6OlKqlCyoXg+IXqOpIZRaMpGwFX4SZpMfQydIQFpx1sxxqBcohQ0X03l9P60nx04XVHsFyaYvKDBtRSk1MYUmTJY0tJ/wAtPW3KceeJSQqnGCyeYkb3r2oaZ+lDd6am9Q0mFRORJnSvg5CWoRVFVHT19OKHjkdwmiGRNI6o5fkDzp6mqh1z5Mw6EGGnjL532Xrt22zDnpY+FCaDmNO0nWdVE0o9eaiwgZH/AAxtwzJCIgQBjoXQisgjghEnaP8AEGXossuPk9kC/YZDsi0NWh3uMtm+6jaVsG8ovN0iKyT+9yjF1IY4QSCGGROkgACyglMQUlRBIO455ERnr41v7cBaM9RsjYe1jat9VEHPpRTZ1+zx/DC1It4DZVuW0MlFuYEUJ71VRW2WX0NLq8tzRiR0MNHe0qI8MIcKsLDCesmFJGTOYtyb+zJb+i3+Xp7P5ck5OnhjGOXTv8FDbo+38c+bOP6iEcW6B/gTG3wtzLvV5qbxzV/vCkIzGBCJ9NEq1aGFjTQ5GAkyDYiJQPFcXR0UThiJ86KF1k+caREVJdC7WW2zTl47etvu0YevGxhDswfY7Vq+Lht3LhAXC5YtbuMxchhgBLEyFOfVgZkDjh2KwCF1yiCsACM93Dfvyrpf4Qx+w5a07f5HJT//AIwEpugfm7uXRu6M/Yv9Alg/mUJKf7x0fpn28A9mN75LTzODVZu1dT8gJBwgEeTcmIiy9KQdCXy/C8L/ACuYQ5wS9ilUdgvRmtQ5DKeBVBQ1Q921RZIsP/ivxUu0+OPy5d7DHpWNfCe5Daf5Qad4T0ZaCYZg+TcvIWlrCytM2N2luMHyHCSWWR005EB2X2qVVh84rvipV28PP01CJEXj5ptounlmRZdM63GNvbOkNu66nZgk27bOMXSkwSBAMZ5nSoAlIlQcROZAygcatp0xYMe7pnwxjlAd8Jl/YedRNv8AJdIX/hvgLoH5sY5ajey/+FEzV7JU/PHd06ZSBsBdm1SDoZiKMoiS3TTNBfJSZFcAzVQzpxkeyDDo+qly9O035cGmWAa13vnpZ6iJQ/B95rwFqpnqT1JTuSY7lcaiyb5GFScGOIjdLWpeGlpFJsw+nunBEqxDiMfJQ2XeFSpN2ZKJRd+JRy8eNshF+6bmz7SOhvIBYuHHcVVBOE5AYy8mZ+yBkc5oqwy9ZT1lyBJ3jlHtqcjd0fsfOhOwfzG2mH/gSgbpn28A9kDPwcD+aW33Fv6NR1/v/wBRfT3d3Kebd0B/I+dCX9htph/4EoH93P8AuVcdHDje17tTUdvEFuW+6tjnUfCOqDU3FEwIfiZ/NSGZfFS0PIkdzRNoB9OcAQiYwolYkTI1cKDto27Sn5N24dMPCzbb9sHEXTgfYbhVyqLcxFEdyMVoKshAxzJjSi59IMgTESY/OHGPnymrq9MWDHu6Z8MY5ajn+H8Yedlg/lRTI/3mrHTPhgLcoE3m8O3/ABEoD8zNybC6ELf6yMa6npf0Yr6PlgUIkgQRpQO1UXFwuDNgDq3TlGe9cjqTmruIN5DKHTjJWHT0kV95J6BZJrxmIIlQzwQxGrUUlY/UmI2mIiqRgSD2HXZY8iRIwRbPE1N4XT3Jcy5ZdbjaFc4VS/mD1ms3EQQJzZ1UDhxmoCkEGV1GQYE6jcCarebjHd3a49Tmh1iZun3exTg0ay/GcEwIfCTkEypNRiiMraSWhptSioFhzOuAmPja4wcKu35T5BAXAJ7oROmfKUdXu4PRlOHYShaH1pdMxUsIcOIiOrROdctFzkRqaYmFCR9eNl2zJ5twaVzTh6oP3LZ0206emGmGjRgWRetV0fgp37Fa6/sj5wf+gwT0/P7wsmC+csPnRdp66ZfvmHjxy4aeMMvnrtwLoHzx27GjbbLkXroHjTLIssC8dg3Tts7ZbDaRNntOobE9tC0u7CY3KzFV/tQPYKm6SXIOgJjIcvHvr1piwY93TPhjHIpiwY93TPhjHIpiwY93TPhjHIpiwY93TPhjHLtrOimLBj3dM+GMcimLBj3dM+GMcimLBj3dM+GMcimLBj3dM+GMclKKYsGPd0z4YxyKYsGPd0z4YxyKYsGPd0z4YxyKYsGPd0z4YxyUopiwY93TPhjHI2KYsGPd0z4YxyNlKbS4W4U9naZ9W3EaVDGOLLRDjTNuNg7TPqZHletOPBaYqyHHnzZEBHzA48LBbjSyUrSrP5XAc+Zf0A5cu/kDz54Vz0gBYPNtXlXAhw8mPWlQClOHD05WvT87NAEeyPtx3WqHmyHqhnly7OQ7FAp7KXoAXAHgGLBgc97OfN6dK0wOQVY6L2n4ePspBD1efDAVZGno9OPLjjZKYtiuM1AWbB5mLcg5WwC0oIVZ4Dw59i/oZ+98A3s04cB4fvR/ItTAejj6PCRqO3zvBqtUdt1ke3xO61lpOOVEP7oqP54kJnTmV5psRIpTcheAniaBpAQYbdpbtNcJkVfGnQuUF0fA48OFHnaNi4Eoz5AHryUL9NJ30tv5BDF+R/oloe49nH8QlBtTNc4ztZEEOIBwEMc2Wf3P+/TFbgghi17Y/es8PJ5rgae4Oa1sr2kW3b2u+qIIVQthgATMAm0Scz8OE7G4HaWtoSSM5blr1s/llxqt7+mkb6X/ADiCL8D/AES0O9K/5ArUt1vbawxA6suRBBcHr0Tw68hKJluFofV4hhZ6/A49hpcU0gkdVofemwLOfjbxGUHxhOaMg7dg/aLC9Bhjt9kMqoA080aVAMdAsI+SuPt50zUWgA1Dzc04dA/cr3DIgPeNaD0WbbpixXrl3IQHFsBd8jokSZ3zOWkSaksCBChZ4E8R+kTx1Ee0EVo/hGWljVVqNK6DYi0syHiifKzI2dsVzEiqH4bOJCeJQmTdQAeSHJ88rHCbBV0tG0Q0SdPnDo49c+TevRLPAdgyP2/00nfShQf0iGL+H9EtD3C3/UJUMDfh7NrIYBcLfkiNq0wFPQHpwAegbNDHo/RDhi4Zqx9m1G2VjduXre0XbRu4MaqtojqKEH20Y5DWDvPKqi5CqrIrYQYJkZMZ3Ee3PxNVvP00nfSWH9Iii/Nf5paHgrwD/IHnv4dK1kX3feqrWzqTOTUL6vdBCzoqLQcVgx7AJpVmYnzECYz9cfRMxErhyyQh5G+SRhV2kob1409Ex8e+cDAOwdfFHgvJKhClApYOyFadQ4eT+vw47IAV+jS43pXDQDfzOI148BEM7XSzdVgzbVeuATKMtkKcspKWlbLXIjMZ5SCDKTAtqp4gtl2AsR79/OoRfhD0pZpzs3Wc55fSZlpH82o+U4zkwbTIGllBsRx5GCkVSppQweUzCfDMKpaqtHXKcQdPz598XJvHZMkXfmjDbty7bbCLqQm8hm/KWRcl5VxF8HR1rRVEEtJTS7l8uxOzppibsxGswbB6NDimvM/HtPT47RXOpr9QD44+emgAz/gh42+7bQ2/wCn0aUBq3gOQd7IIVpbIgGMVZZ9S49enXalzZme8byXjbY21tkdHbcEIzMD1wYMsdIrUMAMJWRMjMjcOEefZVZ/TYZj1D/C2mtjh/Q0rlcBW36Hal8hb6tt6aZt5zMyOZ+yogNjcO6wNOxaOo1Q4OU52RHItfhOGpbJMRHHSYqRVEi8EjkJgggJZN+9MqjwwsJpVoqw8YMGnDppp4zYwpgRClgGlK8QClQY/vYpslBpjgF+dBCuWa140v3DsXZ7wKk7USAQY6CwJAIMSFkTGozEyNBAsu5OX2mjMjuP7e5AAbVZr3dBAR/nY1xYeIVqNKgLgZGgW4iFwG1QDkxf6/r2YHKg5Hhzpw7A+zA9KYeyA2tYBAR58PU+v69uuslyMbiJHZAAy3b+fHnSc3pW8N3i2ujS3P/RWm7j7WrAifHcRQonEJwEocnlHpJklLKb0KR2VVicJuNKUMOVMrFDiC3ZMv5CMnLkg6V2FB2ZU2CgFTmyNKm9/3kWmTTNIDTp+kC6343/AZJ6Xkp/nj8SnvDfzp+YULJcNfL/ze/QbL/yJ8qim/Hvkv5bVxIeX+LfKR3yfxh5cZ7PTmHHgIDfzL14Z96WDhxpwHIAP5H1B4bcH1S/0hujbbguFBbxdDY+wrFgsYIyZiZic8zEVvjWIwCJmMTa6ceVUAtAerDeRaG9Tuv7UeO5O1vzQ/RzzcezUCDfmFPiCvwXeVmDNmO/kL5xDpgi757dn8KXyV8qAhwjUUMD3yd/DP4mn3YtHU8JhaktNsr52zVkFGel+P47IrxqIpETCbXHkYS+fJUWrsPEia23EcFS+WmniwmJBGJCnx6D0VoCC0UB06NF/JHzfTIBjzcMjwyIUxRimeOa8tkpioZ7IhYfVD8jOb5uF9ujZNmfZur9Ye7bh4ttbtqA7uHZg6gMTJYQSV62QyUVDMGzwgHLOToBEQcuFIAVp5o4pQenZpWrF616hiw8UDIeaNwD/AOZv6HdSggFwHkIrQbW41xz7NrsdQrXpfZtKdnzRs1QLBetKfQGtaBe+Q57dRnESN4G/jAjI8ffPA1T9vhXpTFvSD67U+j3XC/IRvtWQ0lSEnpDfwlneET4iKS02UGR0a6ZCqBB05VqXMYpcqYtXWU/R4w0iwzMQ8iuIQXlZluGYkYaTUtXNHAah5cZacgKSfAvZuDADTH2W9XnTp05g8bchC3cNvN9nmh3ctqXbIvGyzMV6C6t4AAdYqriDnkCryYmCO2pBieYj2g/CoztZe6G0G6/JoIU4tUUpluO4/huAkuWiOrpkzJkQW4LQejxDFEUpya2lwfEqKmGHrpajOIDTR9+UeH3rBx2XeGGy5Us6c8kh8Gl3PggH6nGLL/1+p5+rf/F5i/CvCm0848Bp0HPT1efMQze99kCwgNM9OPm1+hUe4R7wDjDbJsjsXfZ7Dsxks1tGZjlmSQSTpqeFSGYaMwA3SY8KgZD4NLufBp+pyiy9P8vqefHs/wCjzr176X2B+DSbn0B/mcYsEP8AV6nnx7P+j0RtXgA8KdZ5uzcGgDiAiFP3t/QERD671yI9oZEbWG9OA+rezug9LiF+VKx9S2L+C7P/AHG3/k0xv+k3ia5B0Y6FNNOgGXMRSo0uQMpwJA8WRqbmEuJSnF8WRo+NRWeQofhsyou1KMVRbUSzp4kQ0jFviJc07JMNFW37Dhl+YfvH3XzLFOyIhUaVx+9CtmBrz48bjURFajbzRz63q+oNhr19vFuaB2fq/ehW7vHdzpyAehEW2oRFVEUQqqAFA4ADIDsqpJJk5njUam8L1Q649PzUrIc0UaFD2sCKJmNRQ5U4hfTCT4Kg6VpqH2UUU9mM2FIiSLvC8TArPW0o4bjCGSX8JFdw+OA+AsD2NqS+6d1jay54wlqk31c24SmIQl4rl4lk7odlM+MDIOCVp2DDTk7HDgA+S194Seu2Rfo7k9GhqJXbJYrFkw1uHHZmEjVlKnZAAAK3CtuXZvZhrPjfiIiIpSgAABcaCPfbkzT71Aa1HbC5sq3bha7cuXLYIZbBIWyCoEFlVQ1zrDFFxmUE/ZqwYgQAAf0hOLxnLuiq8+rjdDz0l7qFivXvujJ0JmmjUvGj92fnJJGJ3DkdPWoRtpTZVFwwrpgJKqTh+JIjfNGjaoyaRzaQrRC/aX0xTl5EygtRif673f8Aqi3k8247iuVuvHQIk6bnkGwg7V3M7YNmoixVLmO4gYUySUKBDcLp7+LTBN8fcvTi84fDHqqwRTijwsoO3Rt4T+NSvUCoWsAdOlMM0rW96VvkdlALBa4jwrWlgv5tRpfnTjTG1V2Zbd3pLT3LSs2O5ZVlNlic2YowYIZIJ6MpOpnOmKRBAMCAd47xEjkZrkjX5LmNZwaGNY0p5boT6J5hTL0vT3gOCIbLmiBEwvxbFssYmQoeRnJxVMkEwo+UlU+VJuzCkeJknLb4Hhky4cstvGa4m7lj/fWbvfSHLHSembnM5NQnLc5Hh1zHB7VhJ2ETKuMczAiWPHjDxAcPIidEwTXkSNJjDTKua+MsFGTbTLhp8Jd1bxavwzbGLs8mRDNOQ9/FM8M0DHLs3u7GuePKwjW9buz9JeS8L12zcVOiBti2QVLqzAi5buCcS5ERpGYOcBoGHCCJnOdQIGhHE+Yqvf8ApiG+64bjFrH7dSUQ47N/+k98ca5zmu3ZCa4d7bMCcsuILnPugxklKuJYoT0uO5s/orZaRp8woeftNAciL5qpCW6U1z4n2WA+IlHjL5vynaAQBlqs2gBjzaVvjl2b/reK875oNwqrIejbgI4/ehX9bD+71rew2a6Cp+ubQQCOqy7NBAIkEiwDBEjIg55EVOIfoL4t/lUoBi2QEcD0Dixy517+IuZClKhgQCwUxT1At3047IAYqA4AMd3qB+bA87qF+HAR8eyH5FPAB79tWO6c9/gu/fpVao6RzF2rnRXvi94tqERt0LqO10y5nWppcMwceTJTTMcwU5LpxSDz7UWw1F5XT7N9CiJyZaTH6UPyU4KO3bTT0PlJ6Llsu10z+m76sLf4V01D54QPMi+LfzA4/nztb0DIW/IAefD1R/PTv2Tp2RwPDqyFQ/Fey/Wmb+cNjuKX6PanRWuPcw9DYaGuMWMM6M2p41fGIEoDAA+0wyEDSY3TziqhzG961ZO22Hjv4LxqJdvHbbLbDxiCZksNsNsCDTLTDTOggGmWmWgBplpkQaZaABAQoG1puREwImmzJCTs0Y0luuyejCZMroBjyKpSxQJ9uJZXxHF8LJS+tS9iFpVQIYVGluDVI+Zh1VaUYah88J5OficREowLZJxtYApSgBx4U4fvAp9Xt4ABdmgV9HhXgHHsD9vht0WbV20SXvtdBAgG1at4SN4NtVJyygzyqpYGIUA9pMgRxJ0qsBvx9PmsyK9cG7S1SaU9L8Valy2lNbiKPYoh5AWkaHST5TTI6gGI0WHVFaVH3lk35ddIR12ydKJaqJV27betlmx8m7ebCDek76MKfyCKL82/VLw9yAP+oPwrWw077HoBW3ZpblzaZz5lPANngFaDQeI4/ehxY+0ds22Vuku3Le0XbRusrOqraZZVFQEY7bEZLnnVsYgAqDAga8Z4x7PxrfhvSN9Jb+QRRfw/ol4euIdkf+oSnEKBwrQL7SP7vrVLrT1KtzZZ1e6DVjROzBYQEMvWlWZidMQJlDEbUYfOplwyQh9GFI+Z4IcNtPRegaA/86XXZByJNry0kQBfFb9eTPqDUO8RDrgBVlmlBoPhmgM/udwuPMA6cb27N1HDNtV24BMoy2QpkECSlpWymRBGYEyJBoxUiMKgyIMsSMxpJI5Exv3UrIXARC9WeuRZH8jA2/NUMuZCoAIMj9VxEWc+ZQQ5ZALY4oyA2oyOGRwPAGRH+d150t4/ScAUAPNGg9kePqjWvZuFa/SGnTjtnn2iM+Mcx3fjVN4A3Act6nQ56czw11QQt6P1UoNQp9Ae7AV67JTpntDjHoB/S6Dj2V4cVEPRDs1uFqesHDsCOL4v14tAK080ePCuRZABEfJj9vd1qBAnLj/incd8cO7cb1Wh+E5yGnlP3TTpVQZEyYmxOlch3VeixHECLKWXUXzHVkKHnUARiSerywnQcirBxMRXZw2VKtqh1y4JMGTRdw0+B6+dstzf6ydIEotdcgIs01TzCKfwbRmowupLYQatOofXxMwjESVFSR8VVnyapsF3XyqlExMsfFG2nxcHjkGmO32tuoQCtPNELDw6s5/FjXuo1S1g4uAKB6Oa2p+99StB4BS9cDkcBYXHedsxfVEZIlYUYYGfWxK5kGhY9UfonIjWWK+Gk/LKa2QfBUN1cP8AOtSGf6sBCtKBf/EPTjw5+wXfwKfurv6XqQyP+XAR4AGf4iK8eQZ2smgHTNwqH70K+jxvxG3PAupfHP7GeHZ68uvUcvqWy/2C1/IXl8/OcOluZdZswDrzUcPHSc5GYNVsg+Cnbq2gVd6kOv8AHgI8mR/6iKZEQz+bbpLSF8H70BaItRMu9T8k3c7AmdLL52/NkYumQUX4eD56QNEkvVr5QSXUKJzZv+J+LFb4r2TjryB4Sxlrtg48k8m+AMjTAjXlhn1bZve9eOzWshbIjf2M+oNQ9o+ytBLsmzKwZbFsMpBUhQCCCCCOYIBB3VPSOZBYxBBmOC8Bz4/CEZCwWr7MeaGfNrx5Ur47VofhS8hJ5ahNCskIUkHJqas74rR9WUKRCqwtKGXcXzKiROh5zJ2dKa/iA8iQWjLSkTRCykpJicYVTJd0Rcn1NOKNvgfnS7tuy9ThTiNOlg4dnupb37ODOMCIfUHHs1D6vbte9aF609okqHEEiJGYOhqFaGDDOCNd8xG6d/ndVPKb1+ZJcqWcN/BstbLxtwXcuW3n6Gdeq206dssC3fTvWrQs9qgja19v0fpssx/+tr9bP+5nXen+l36fUHstVBav34B9+PfwBdsfq97+En+4WOX3OXu4ZyHX+xg6fnPy7OM/LOIB9D+8fmLOPUrAMpTW5O1YaOkeP3EVpq7P+O5LLsEQPBxBDhBcjIuVileeSbhIq6JxIsQylw2mlzi6UcmIhVEVhhkwa+Ll3k/Gxsbb2kZFIe50hmQ2BEgQBEIANQTOucbhUEgnJcPKWPDPMc/Z2xS41oxDrA0h7+ye2syV+7O1J635bL+n+ApYJTqApbTQCBzx9Rl9LL5RVk+YUPSXm0gnjcOn4XNJJ1LLJrT52bMGHL88SfFHjh9vn9O813f9bS6tv/Bk4/8A4BPa2dsbc42a4rXDb2l0W5ce4VFq0wDOQTBdWO7jwMcb41IEoCQAJlhoAOXmeBqpj+nea7v+tpdW3/gycf8A8AntYN0IahJl6otM0Dzjm3pgjnR1Gy6dilJPSAmN8vhFUHkIXiVUh1GMmmYml/LBXdk4gSk0oupjp9Bqa5dp58swUenizLo6/wCwdjbW1auo0vtDXViMJt2kE5QZRQcgCImIPKoLAjJY5yx4ZZ93hyNU5952lah5J7+CUWsqFt3rqP1tSYgzSymwispMqpKxxHcLKK8upk5IcAg1EidL6NIUZWIcNRAkLJtLNMfHC5Z6Wf8A+B3j4q083b+myzH/AOtr9bP+5nXen+l3+9A9lqvY2y+quHuMl8oLlw3CvRWnhiFBgupOijlMGONsYgArMCJxMN87iN9VVf02WY9v8LX62sftZ123QP1O+Npdd2pq3jLVLC80WIm3e08N36nwAtQy7RoYnLAarADMw30UE1l8qrEMJqhAMBuDbtB+Q08qsGyrhQb8opp7sy8LUcMv5NdjbS3ZuowZr5cAEFeitJMiBmqgiCAdc4A3VUspEBQOBxMY03ExoIo2NjY26KrRsbGxspVY7fXyDnrNXeX7jiPJXSWm1MiB5S6okOIJqxnAMuYwjCFJZoLmf2mtZercwYih5GUUiDEh0kIS4qvFKIziaSYTUZVPNPgKpxx65mR187vvT/vIZQQ1JHUczGzUEwnMlJmok/MOJXULLARSiwxF8Ik/jJ98lq7D5NFJjda8sU+LMNNmgJvgfsA4adve4NjbEWExXy3XW+VLKwyGFFSOYOEHkdKsWPVjIroe+arXfwKdurP6XqP/ANuAh/xJ2P4FO3Vn9L1H/wC3AQ/4k7WUdjbP6lsn9gt+FT0j/pGq138Cnbqz+l6j/wDbgIf8Sdu0NCW4/wBEm7snSfn1p3Ym8zHinAi5Lk18+Y+KxMjNQ5EKrDyyoMu051DaU2wf+Ow0mC4NAaEHToH7sXTflaszA7G1l2TZkYOllFZTKkDMHiKgu5EFiQaXlYc+PQOuxysOfHoHXZNjboqtQk7zfd4T31f6091LqDlUpy7JQNorn4cmXN4rGEQLKRER+HX8x5CxYw6gkgnQytEllT+TJaxCw0WU1NCcgbepjr4yLsy+fFuYdYEiJ3xN8JD3as84bk1NaIJJQJpqilBjecKHLyLlWVkGrhhL1auy6LFUwSCOYhKHVZ+8iSHXblOV1cmceNr6Kyw5aaVSIP7KmxtzvsyMxYFgWvWbzb5NnCFAG4EKASM99WDkCMslZe5pn30Uxbp9lgt97W20xqPh5Zi3TxPmFYbTjCvEUTSYmlDyAlFQYE0prK1A64mpacWB40wwJg6eMuCzkG22GBePWO00yFR23PsbbkSCOII8aqMiDwqltuyZsb5fduaUod0uJW5rjubhRAi2NIqYjNQndC8GGTTcYq4qzwiKEWRIldOWSAiDhl+Cq8EyAeUadOR8zaQP9NL31Fv5A/F3IP1TEPeAfxC921kflYc+PQOuxysOfHoHXbkTZbiKqJtd4KoCqMFkwAIAk2ychxNXLgmSiyTJ+1rlO/kfHtmuInb0XfPGT5Eud3FMXECZg4WcGzw6k0B+BIq9fO3Zg15BiBmW3wF3TTT4XTAg087HYZEBEB2sdcrBjw6B02XlYc+PQOuxysOfHoHXbe2jpOO892YjGqDDEzGBVmctZiMtTVSQYhQOyc9OJPD9tJysGPDoHTY5WDHh0DpsUxbp9lgt97W2KYt0+ywW+9rba1FQuaHd39PLTpvLN5Pq5j5Ql8Zlbq2U4PNyvJQ4vqyjF5J0gHTr46EXJJyHExOSmnjsw7EsCcsrINiDQPRdCAV5k3UMjZ1y53su+pmPMGT00oEl5NSaUIqEsI8jKX8WQxBkxyBaL5mmTJ6AooW0gihxgTLlj5Ew+Mw8eUXLpwdKPXjbLsy5absfUxboH1WD78timLdA9wfVtzjZkBtFSw6K7cugay10MGB5dckRplVsRz5qF7hhj/FFRZb7CXsfTW3WmsKXsroHi+ZEfRNAMPE4bgeAYaWoxi+IDbiY8FHnxRDhqHiKitKxhySKGjj1wQJP3rsqWfmG2AcuXjbMKeiDes6zdJekfT3pqWNx9vJYyVJKSxh2AD0VJknZqpJBeMIZcXLxSKJpqTJswScGBHtMF3xl+8YAKNPGtrfNMW6fZYLfe1timLdPssFvva20XLDNdF5LzWm6MWyAiMCoYt+eDBk7vwqQwC4SoYSTmSNQBujhVa79Ph1d/wCcMbzP/atmb/yIbae3CkKajV3X5vVdT07NJ2oXS1D2paIoPj6CUOesr46gV48+Vo4mQtHUFNWothaGSMSKCEWVCQKbSS5a8gyZLvnrhy7MOu1ay5WDHh0DpscrBjw6B02gbPcNy1cubQ1zoizKpt21EspQyVAOhPs4ULCCAgEiJknKQd55UcrBjw6B02OVgx4dA6bHKwY8OgdNjlYMeHQOm3VVKOVgx4dA6bQmfCGZUTRnVuqZ8S7k3LWPptTAWIpkoYSYGllB0RR5GKoXSpwwWpqj5NhmFU1VWjzlNTShpQPvSxF4wTIln5swLsu5ePGZs+Vgx4dA6bHKwY8OgdNqXbYu23tkkC4jISNQGBBI551IMEHgQfA1yfoLhyIYP0NaMISi5BWYWiuFtJ+nWHInhmI0s8iRDDkQokoIOTFpBXUVTcFVJIWUhSKmU9US1AsXPJ54s/KG3Dp+6eO2esOVgx4dA6bHKwY8OgdNjlYMeHQOm1lGFVXXCAJ7BFRRysGPDoHTbV0708+rSWm8lJRE2pqinK6P09NTU8s+Onz587CasWJkSJMs7eGDZs2YeO3BYs4dtvn75t26dO2222WR2jysGPDoHTY5WDHh0DptJEgjiIoMiDwqvx8GkkxOGRG7XdwJPGU8ypNRuE/ZqLIwbNaBYol3FYJCiThBlPVfm9F6Ujq/yaebKmWSZ74p8VMtF3wOHrwXTzs9Daid07+H7ebaZN41+ibmDBP6HRCRUf8AAklw/wDHkuJvkM/FCh5FJjP52JvzOQoo+cnyfH6H8zok+daSWMEflBM+P+VKTA8rBjw6B02OVgx4dA6bYLs6CzastLrawFSSVOK2QVbqkaETExxmrFziLDImeeuutJToH3p06dOFuRTFgx0zbp06d3JeVgx4dA6bHKwY8OgdNt6rSU6B96dOnTAewp0D706dOmA9i8rBjw6B02OVgx4dA6bKUlMWDHu6Z8MY5FMWDHu6Z8MY5LysGPDoHTZKYsHuxi33oGylFMWDHu6Z8MY5GxToH3p06fUGxspTKerz4fvb/reR8Lcaea2mPNC1eHRi4fi894BeoVClAWnqhceIdAz+Lx1Hre1Ab2ahTshkMhx7IZ/FWALXtxuGNlc9KyF/R5Wp6rOR8nbrcO61nU6BavD976nst9Yh5rWQv6IcOHRmwj5MPtDj37OALgFAu1y6B+5+yv12oCp3Dv8Ah58OUJTA0DupwEGf3PNuQcq2oylK27IZAK0x5rP7nbh+TTpSygGPN+kHDoH7lYOFaBxuHBoB6PmhcQpboAX/ABQcr3DjyAQVFNAMVZrcAwPFlnk7Afrp3iFkABqz5tPRpboyH9LDly6cKAoB6NGaXARtTkFaeSuIjS/1jSgNZAKB5uADhTiH7mFPbTI4oABcCe6PE4Y/O+WnGAFOp6Pm8Qv2bcAoP4rj7QGo52bQPNHshalqdQD+lYDgIgHGo8NsZjGN4Kl0gGYqmDF0LQLC5J4UcnYkjJfSYYQCj46ZdFCbk0sLb4inOHhs09dFirD0wy0YfvWHLoHjxplkfqpCskxCkJa+gKSauIK4nkldEWkc4WUklXSVIu5OpqolqJLyxM+mqBN+4NkTxR88LGiz52/cPW3TbDYypElZ4GJzyjdJy15ZRJGmg0GUZjPTI4e7drJPIbvogFKWCwM/UIcexkKdKUwGQQWcUZrURC4YABZH+lgFe/lYNlpWnmhkb05dm3of3riFMh+FQUk5IL/G1U8RTCjLYMNGj5lwTLA29FkHbDT8x5J2y28GoMsi2AtCAgz2hxcmCM9x+HP576pr7B4ADz8a/ZS4W4Dw5Cz6nhsgM0EaAPHhxEGRpZ2Ij9ft2Y5euTTp0YLvHT9w/dsPXD9y2y9cv3L12w27fOnrDLTDbp4wLLbt4w0LDTAg0y0LNNnshjzQyzYQthn9zH6/aO0+2inMdoFIAcOz31DAdlnP4u4/fnslLs2/JHHcFKeTt9ePBaBRkezyHHcAVHyfLqGOPBoh6oYAMZo0zf8AW7UzWluI2GitTrI4jdxKjfy4e8UwAEAp2fo3tiggI5YuIByvQMDsuOHAeHOnqhkOYU67FMDSvpcB9Xk7/P47AYC1KCz9QBw7AU8ApioBTZQ5QRynLPMjlPKPkKQM1pW4WpXgFA9Afvw2VkBpZn6PLFBAf6WGPHZA4BTIBw6/vR/OHWt9lALgFMgIXCmaU/ndetxoPABG4KqPtciojhkB8jE50dm4W+rg1QbVY6cQ9uzKUAKM5AOdrs8mL2Duts+g57PBketQ7IXo7rz64xejaXCgBgQx+9z+Ltxpz58nnz5zq4O4/M7uA5/HSm0G1qUGncAgAgF2L+y2bDs2mApcQEB77UD0cVEf/Z5LSwebUaMjjh5oD/O7WDj45olKU83Ag1fkIM1/nfMbVtbOdtFnLhlGcZSsZA8PfnNTSAGBEOACPeFLV7PQMf7HZKZtwAccqW9Hp9fo22UAAOzalBsFOHm0yx0yPjnZKY6DTGcX9Hp/zthMRvmN/wCqeJ8nfTv8+ffT2L2pkKB9oD6P2B3DsuQZGmLD9Q/k04cb8wHgxi1qY/uerS/Wo867PpwpSuPbQQ+hiocA7tpWYzOQju0y5yD3bt1KSlxClmgtYLVpS3ZpbpytbCBewh07qU5siHgHdW+xSwDQK4HoA0t6NaV6gHMA2KYEAyFB6Y5M/aIcK52nT4Z/q8/h7+soCoCAdniHAb4x5lPzXDhsdkBoNKdKBQccBZz7ONwrWpTtUsFadOlrsiIhnhXpcatuFKs8K8emPMvjIW+qgfLf+r97zznrKUGAtx9jN8c2R+uue+rgAApQP7o+aH5I1426947MqNrYznpjzOmfq5KAVABEKB/eC1WKe3HgAbJn2e2Pveee9SgGBELBjFxsHFgOXsxw2UL3EMY+quWfZ1rflt800rpJI2TTzamnFDx8QZIkjJ0s4NnGu0DAMlSzxtl8YEWxBijphse0IBdodvpfksgH1dw8Ge8fs2A8xu3g8B+keffx3qKDStLtYz0plmvPnnIBsoW4WAA5WxT6NLhXIB47Fq1pYA6dKfRp1uHDnsuAC2R9uQ9UfZQeN9oOXvI4RBJ1OmUDnvFKZeoeb1wPq+oI8QxXqAYEC3ZtzHHPs8mBEbCGPAeLP9bWogGAAeFvQpxDPs2dS4WC4gGO63oDbGahyAL7Rqc9QR4gr8S3b4VGWvHP3fh7KUOFA4VC3Psj/S+o4rXle7g5Ux2aW/e+p9lQ59UAK8MiFbVxT1b/AF+zZQDFQyNeeKepfHWnPaxM7404Hesb9x7oPZM0oB6uemaAzQfRGt+Vftq4AG1ArUADF70H8ka46+OyBwtkB4CPL1Ptr02wiHJmy1i6IokhCE5hQPFEWQWYErGMLw9FiAtRFCZl2ZeE2i8SoiadMqSE/ZNl35VpyqFSjwDLh84FnyrttgMzAORGZ6vHccuMA+8ngFZ0zkLcR4dAxVj7aV67NAAEa9ngHDgPZ9QApzuFb3Gt3BWno/R5DxEMgDH2fnu0AD8kfbW9AZ9QOPIR41zetQc9OIz14Eb9+Xd40ezgI45iz6tMcgH8+zh/e8R7sAAYZEf7whXZAALWt5tfbSuWaDfqNOFNkpm3AeHVnmx7LB9o1VAzM+HYQp8yJpwcLZ7HDoHqX+vv5uALBVkcCGKVq0GPMrTwDx2xpqMYQdRKXg17FMOOowNF2jhaFHi4mMRKYJsOHpgTThDbfgqPizLguYftPmCrToHLh+8FrsO22gyVm9KBwYHHcP5FLdAHvvdIOh0yPI8KtTqXC3AeGR82/oDbnfx4gBjzR4jWmbMBUPxfW9RHjQb0EZD0fNzwpXIs/uYjTpQeNa8RkK080cDw9Zm4fi8D9d7jWgqoxgjzvU08AuyHZtfh0Y4eTx7BrfnVpezYBEBCwcOQMiA+hbkPnZrcePi9euCzl6ZMPHbgu4dPH79++bYdOXLl0yDbx8+evGQdu3Tt2y028eNtdhhgBaaFkKiPx4biqF4xT2leEIjQIpSmTL0m0pw4sJy2nMG3Ltw2+KtHUx6ZLsmHTD5y08cC9B6wy9dtNs9l4yLUZZCc9wnPL2nn7aqJy7RugZ4Y0y9/GAa+4NxZ82/m4C9uzWodgQt0AbVrsMh6NGfyRpSmRZHPk/7+KjW4IUELVtQadAZxVgce23LAjLPo+aNwZELcgZHHk60vy634wYIyznTPv4jcOR5yTWg0HYKcyFmRoPDpXzmaD+t3AOIVHvCt3AzZmw4Hh1Z4eTx3hSw94oAej5o4YGtP3t/1sbc7jxvcQFwBYPNHDI46sj/S6UDpXjcK1GPzZG8DlwGkgbshodNJmjHPfAIP+L8zp30oBcLcB4dWePY/P4hlwB0yF7dWfV4dAHFtmshYB7N7dAvTj2LdfbzqLmQGrNqgNAG3UPVoOBzXvveh1nPIKTx0G/znu30Go5BRnyKn566nQnIBwWAbVqA8MXZC/m1v0APbs1oLhbnenVmt+wPtuPdkBcAYAQyFP7Zmtux+b37NaCrQWvQe7LPHseNx/NtWpXMzy94SkDjameGfR9WngA+zOzgDNudqdA9WvPhfrnb465ECDC6WZXImWkiHUUn5ADiwuqRJISyomTLkoWAyoKDwuUcC/NP3JZz5V6HlX7505d9p48YZa/WmqSasp5JVRz5JVS1Iq6OJykmmi55PPkzDLDxwaJnCrT0saLP3bTLxy/cNtunjAg2w00yINbSYBAynWJ3EDPKcuY15ZVA0HDq/zI+NfQ59/wCYOnv7+AGxsbRQbu7/AO90bGxtjaFGUIRQbWCEMxVDcRHoeMsE18mhLiWrm0M28eGnLsqsF080YfJhlt8ROumHB1hw9aeEzTDLItF3oMKDd3fzKyTY2NjZQHTu3D7nz8wKNjY2xsYxhAIkCDRiqGwjBot8cZhQVxMCJBJ+SEx8aBC+NfKglvIAL7y4FfJeSAXnb7AC1sqRu7tw+55/YKyTY2NjZQHTLhw+5y5+zsg2NjY2UB03acPu8Bz/AGZQbGxsbKmefD+b93n7d242NjY2UB79OPLkOM/LODY2NjZUzy9/Llz9nbBsbGxspPmDy5c/MGjY2NjZSe3wPnf7+Bo2NjY2VNGxsbI00yyy0000DLLIC0000IAyyyAVFpoRoAAAAIiIjQAuOylLsbfPTVZKWXDZpIU09VLO3rThswmnSx5ww/ZYdvGnLb4q8eu2XrLt66eNOxaBsGHjtoWey2yI/Q2Uo2NjY2Uo2NvnCsJAKQI4qicCuLvywJQni3ykLrsC88qBHyvxoXfkwFvtg67PYAWq9kK7fR2Uo2NjY2Uo2XlYc+PQOu34T6knJRZo4qHySaUZaYYaNHzTgmWZbeD2XbDT8w8dugaba81hkWqtDZkBHb9Ll85MOXRgu9dvy792w+cP3Lxl65fOXrINunrp6wLTDx28YaZbYeMNCy2yINMiICA7KV68rDnx6B12OVhz49A67JsbKUvKw58egddkpi3T7LBb72tsbGylFMW6fZYLfe1timLdA+qwfflt84qsJB42bIElROOHiDQsHyZU8VMGyTQNi7Fg2XdPG3xZoHjLTAg+YYEGwFkQqAht9HZSimLdA9wfVsUxbp9lgt97W2Nl5WHPj0DrspSUxbp9lgt97W2OVgx4dA6bfCiKKYYhBO+V4tiJChdJ+MOivypESunoid8ZfA0Lkt8dUzBYt8Yeg7eC6deV8o8BhoWGRBlrb7Dh+4NOHBks+dGSxl07flzDh4w+cGHD5hl46fOHrsWnb109dtMtu3jDTTDbDTLTIiyICKlevKwY8OgdNjlYMeHQOmxTFun2WC33tbYpi3T7LBb72tspRysGPDoHTY5WDHh0Dpsx68dOHTx8+bYcuXLDbx6+etsu3Tp07Z7bxt422IMsMMMgLTbbTQMsshVoQAK7fkTlNNVy4HElQIqZQW23QGk42XOlxeMU7bsH5Z49ddtirPbYBrtM1CoBUNlK/dysGPDoHTY5WDHh0DpsUxbp9lgt97W2KYt0+ywW+9rbKUcrBjw6B02OVgx4dA6bFMW6fZYLfe1tjlYMeHQOmylHKwY8OgdNjlYMeHQOmxysGPDoHTY5WDHh0DpspRysGPDoHTY2OVgx4dA6bGylefZx5oekA4DFAv8ArefD98AWBoM3Z83IgI+aFgoFv1v87NOlBEH0xYLCA47r+hnnil7hSzAD0R7OKUti7IVr5PlnFLiGAEFc9IyFKebwrWndb9bAfuNxHDgD0fNDgI1CnAA/peaWwHG4W2ayFBAOzenLGL08mF+ftuIhQHAFKBTFOHIQv6AY52pzDOzPz4fIUop6PmhwHHdYfxVApXoIXxejQCweaHDhnzgsP4oKB7b5vnZ1KU82tKcOHaZ/c+WfbTFQaIUH0aXDh1Z4eT7vruNKApUPW/F1rzt0AaFlPUJp/eQo4mESmpLuEXTUZQ985ERpHiZ8rOlNl4mfGU0RMCBRw0XfsmWRdNA1UGwaaZ2lGlcvqMVyzl1FKv5FtViaBYRX1Nsu5Bw4aUVhATlE6LlyDAsuXAmTL0XToGh8mwIMAIgztWK+FuzkSYV0JyZki5MF2ounLqAJREXSfKh8fewPKSD4iVIsV3BRh35V6WS4giiAy5x+NHBVhTBp4IC07AJ4N3TO9A1H6E9Jc54cfuDBSMpEy9FTdlzDBphNixAh8jDEboTww7dMsvTEPRkirqGaa7Dtry6e+7Tp21VlnntXp229ZxkhbVkhJyBlixAmASCknWIAGgrQrFpGjVmBPHSPc1Rv/CZQ/kPmoMaU/iykPw5Tqgb9zDxrUa0FocbSP7t5gWN3doJZaFp60zou0usi8eMsA28EJHQIAtt+TcMOwFofOa7DLDFRHsMsgAUjg+Eyh/IfNQdv8mUiL05zqgUQ+gGQHNQ5VvQZGN2k0w+3ce7/AHrt2wyw90TaVG3bLDkHDtlh5IiAmmWAcsg+ByyACAA6ZfPgdgHZB48AAbGbf+z3P/1pan+63Bx88J0tP5JNP3wjdwU56fjkSa7XELh5vPOL9mw/i7V5/bSu1Tn4SHqQa1Dw3L/dK6VIXUZ9asJsx0gzCjiCIDbIKZiXsGy/Sz8VEEyJXzb8sWSIliQx8SiAuVPGS7CRCCGoqq82QcLsMtKnaGs3S1vwtUs6ZkS6lXrSkLpL0XnzrBWFYrllC8VsajVWGVJETWzRJWeuyL1QT1dIUzCwnNrEITXl00qMEiqk5KlXR74gn6jjORGnX4N/ofmVqylHK5R1QT6VoqguH5ozVm5F4okw5hjH8Xly6g5cxKUhyI3MIw4UUzPyv8gJKSYNLpsuVMRauxArFS6u6rtTvdS7bKPY2dVYXr9yCxtgjGLNsFmYsBGNgAASQGMUQBWUyHeRhVTliJEFiQAAOAkzlIzjpXcTbwOWWrvRnK6Tz1SYhzUppWl5B0lZ2SoiBllKjAk9lujEoGS48cIxlyWNGEKJyyIXeqj4uUdMw5FbxVhpScFHpYg2em7D6IdngyOOocPJ2zm3eFKhXj1DbnGUevt1KfeDae5lTC0Ba0ZkSygmZpqaEjlM6KOrL8bQekLjbcZI6Ubg5TUFhy7UG0dQi6GFyE1KIyjx+aiwjEb0XDh109u2pRb36T0ax7CW8J1FyC1CyZR4caKyni2C4cOuZsra89Xi3xIzFSu7hWX5FOTUyGypwFROVEKM1dRWFol8WjVoshGHixps730Fu1dtM4gKm0WypRlCjC1xSQ1tiPtZFS32TnFQwQkurBcwShmQZzCkAhhOY0MagRnL72cADIZ5XoAs3/Wg92c7R170bX6T3aek1d1PGpX/AIYXyXGkGQYQgIY2CXnyqci9SaKtmPnQ1BsbfE/kwgWOqPxcIdNNHPi3xcHpQHgmHUiggIUHs/lDjmDOfxVrcRAONWshtVV+FuxKZcaDtP0AFDxYg9jzV1Cb000bMlyRR6mw9K2aYNMnzZll25Kp5dWW0Y8ZNPHjt0XEq7ePW2XTLdddrutZ2a9cQw6ocJgGGPVUwQQYJGRBB3irWwGZFIyMT3BDuz9vwjFU/wCEea3VUiRVUvcN6qlJMUipVQTlFPjibRwgoETjh2YKHSRstoueFzRQ2XbdmCxlw8eOn7l4w9dttu2mWtpcN17vE56a+3c7m51aCZs6H2pUNy2YhpiaSvF6qMzQjkI7FXbQ/nXJWUHxcINGEEsFL4gEQg9+dJD4yKULsv8AKOtim/b3P0r1aFZHjrMgg2dhxKRoScLcOQbNGJpelxRyZVIJg1MiHICU4DaJvXZarKmWiB+kl3LHlTagWdNOW3kvUAR/As1INh6YUs4vhiP4Di1NdrELxlBq2mxHDMQJb+zk+kLSS9Mp6gVaaZbY8qWMPWGXrDx01R67bYZx2fpGcE7eu0BAektKmz6kECTbGJYYgjSYg5E1Z4wx0WHQAnHpK6Tx045SMxll2RC3Fq1Ooer9dK8x4bKADUPN4hw4Wv8ArfO3jcRDZMDjiHS9A9Wn2DxoGxTFuIcOICA58nw9g3yG3dWIyKxvO8aTE9uR7OVHZpSrPMBCg8OyPB2HHhbGB4czastX+nvRDJ9VnjqTj9Ol/AaaacpZN4+cGVFciiIjRYwaT4WhGH08u+U4hiNQckzT5wnkXAgXKFTimoviKSQPHivTVKU836XK1BABHLr67APMeFHjeP6i9L+pjfYrUE68I9cQ5oL3a8snK2qwQpMqagmzcnIsu4LPmYWIwwgODa7FK1EkURigI6rD5EkYE9BMpIgaOsp8PPogUGObar/QWwVwY7jrbt42woGaSXczkiKGZozMAZTNbIuM5zhjFlrAiABGpPH3ZCVXTDv/ABY1mT4llL3Tru39WESyPj+YiXBCtqXiBPOkILgRJNHQKKsWxM6guB5hQsTKITtlowbJnpiprphlkWDionCDTTMhG911aTQ0NbvefWqOTRGEVCY8s25UsQ6UjpJUFuFn3zznTLmX6x8qJiUrQ8fMi7Q4qUnhES6uUFyoMFDD3y7py9KveDNPvwkfdMx9HUPSOh6Io4kSgunidC8FxJMSWKVAMnWHTDouVSk0kow4uLTEEoroOyTcGosQ4SQE1hwPxk0SKA5etbO+EavyxvcwatjZR85MlDLWnh+VMlnjD4uYLv8AU7JN65fuH7tkXb1y+diy8dPXbYu3jDQNsC0yIDtiLzfU9puJta37iWrrB7YRRbYWyQAFJIzEgtJMakaWwgOgwFQSogyZEgZk92kc9DXfe7wn9HGqbRFpn1ETKLQ+Ujyb8q0KNIpLQqnm0uHXCuotPgfu0dPPHlc4UJMg5YBy5MKZ18AAPaMPMh2bS1KUsA47qh6IBcQ6j04bQv7uCf8AKPS3uStJk+Z5xgmwLLGXemeF1iI4gURaaa7PlX7gglJRJ07bNrMQLig9LpKAhJzswpLKscKJ5Eu+MmHbO2GbqLX1rz3kEXzFn9E8lZPSI3frpaX0eRja1C0endQ81WyhlsgTOMxMMy2IBdIqE8cPXkVREQl8YSTK4L2CoZbUX6UuRKm9FvaVw7KjMz3rtq2+EZnCEQvcc6KuIRJiWMCSCKgqeswGQME6b4gcTHs4VOlgQtkA/MH5NbUDkHds8MANMZtn0c+YAewb9OVRyTPwgLWzM3UbrS0tQNokh3U3OeVU3oggvTtB0lnERy8S3MAwNHsw4SjyPtQcwI3jiNkQg4SnJCWhZG+R0mDCC3EK8qEHh1MZNJrJP6UX79XeVaHZhQE1vTt2/D8oJEzFi91DpOZMoYneLryGi70qwbfM/KSZGs1YNjCJUwk6NrLULfL0EK6wlEVJpLLeVSjQjRfSOzYQ03MAYqz9DcNu2Q2E43ClRiz1OQIJABFBbYZZSQDGISchmBPZ8Jq2jS4Ws0H/ALNfoB1sHSlQqAIzUKALOQoFuHm+pQKhWwUxbiAVpl3e57yzVa7Xo53TW7eT53acUOJViG0HUNPqOUKBU6aryGlIU1eVoBl6vTBlGtigfG3D8kmKDK6tnfLunzpaRkVZIKcOkd8br3fIxRrIn9N/RVql07GtLWsSTKaoLinBTtXNrMOROkIZ1HIREwRE+SdnERbSHi6jqRVO+U4jTYjhk8zEqCuGiJcyy51XbdnZ0RTcBuELbdrdxbVw6wlwgIxInCQYbcSDmKMBOWWZEiR2iZHw3xU8FBZEABmw4sIWGnJgAt3hWnLEQeumQG+DmfOdPiPQlrvlDprkq6gRDTD0vY5kzAcfrJqOyyovP12JWFuJ5Nx2ouSKilm4fIuE5ladlnDxKfvnZAu8Mvnj+X0KDQBZrjhxHs+pW3cHcF6apnbOuVmnKVsZTonTGaHL+WkAoxlciWJ140wWKlSzhljyJQq67AmFNZUjAuk9ERE1yZVVpUMFExLJmjxou4a1uhbiEO721HWLW7rWiAoBMurggayJ7dDUAkEQATwIBnuM/OqacVT83/sJ7zaW27BN7zWUT+aEyYBOR6nTEd6b5BMQOnFycCR3H3yMaKvNOwL7aq+S4COOnbLkj8XF4fKPPKiwy8DaeXRfp230kuJ8oUUa1N4HJrUNIQsiRKVXZZwbJKX8DLygtnEl65hpTLr8OSTgtTdOUhWFwbMlmF8s6MuWW2Hzk0yAuG6ra6l65NQkxJw/CUpTweqsw1JzU9DKpKuTqw4NCrRNpUlnDx+AI4WnQl3J9h3D6TDRRChONjKCU+KtGVSckXln7h9CotHrSUWGYR34GleTkydF+vyeOk8mjL3zgjgzIGKlaG5nJK2eh9okblRNlOheM4TPJhhBOvXp5y4OGDyUsNlii5D708kGSSmY8nZHxNdJfa3cXOm2W2+1XFF7ZsSqhAuXArCVZnDz1WWZBE6vGQhQIAchRk2pmBI4ZcxqMuCd7wAhvxNx5UKfxZqVuVJgQ9b0QD6vZSgbWpQC1RClcU4BaoBVkM0+rlQNqKk99FM09F++d3QUPzR1r6iNaRyOZollhJiDUJEkRxGqQMVSYwSSRlGht7EUYRg+KkFZ6ZYOnnZZ+SdtmCzlp45etMg2zerC4sgDNvsAOzyYtjp0CtRDs2Fma7trOhtsb6ShYMQegtQMSsVM6jM6wSMwauBCRn1Tnn+kePMn9lU5tMmrXf2bwGc+s+HNKuozR/A0F6YJ+xJLBslO2XzaWqP0wxFcbkIUZSzMHycmEKoBNJhF45VDiq/TDDRhtw26dGvLP23PaAyP+FIh/Ri7tG1MQvG/Sn9Cv989dtRfBtf5d2+WGlaazw9lYunl6ohzzTpXIWpBvQKf3gpXLP8Ac51G22WyWTfsLefaNqxM1zFhvuAAl0rIEwIVVEZ558qOcLQFXRdVB1AJ8/jNbYJH/Cj7AGsTdo8w/iXje2Bz+hY7sV67WEJWkpgJ0s5ckJtKaGuzUIwLCRWZq3C7t45hlYmCWh9OcRkqw65fJiO9coahEbCibSHb1ISnjCe+LsvE0k2AlnedZra9QD7ObNeWQH2bFM24AAWqHD1BqIWpcR6UG3bYsi0SRcvXMUA9Lda5EYdMRESSZO/LXfQtO4CNQAAZgb98Dx11qvTvKd7RqKgLVDDm7f3Z0lEWfutNaQicSR6sRN5I3A0l0NTTi60ScrJRtZhtMcrjUNnU6JVFbjCIkWE4ZTVuFXb0tFCnEzlKIc+RVD/wq+UEOHptu5m6ItQzRFwVV3+nuFYbTGYkdlnboDJ9LItmpXyfdqj90wy26NE06b6gqnXrIuIcfHTDxwDzW8p5nQVoG+Eg6yQ1UPCUtYW1vSzhR5p2nPGLbhNhFXfmHEujQQyxE5phkkikFBchmIoLMmFM4nOGIsgxBTH7DxhdQjb+09Meb0rJPwAtTVmlMCD4BlvDyW9WViNYpXk5JhwmmOHHxlox8pGnrBcyL50z/gMuUafmjz1p24JuTD987dNcNtW2k7RcubVettbu3bYt2rotLZS20IWEHEXUG5jeQcoEa3Jw4QEBBAMkSSTE5zIAOUDgd5qPrdO7zWFt5hIyI4tMwUZlLPST0UO5e6gJOH3xl6YgyLBdGGiCqnfKBUmqu4biYU9Ydp5VZKFlhIWUGJYbUAOPUMFZTik3NQfyajfqDTE1Clu+aMwwpZkefTj3bfn+D3uzs89Ym9u14wJB6jB+mnURPRwnyhNHE58lF48OEY0mJFC1ERciYJFXrtQLp8QoixEbsXXYIL8dH0f4weOpqk8ce+5pCu+o36YAH+WoTDnT+OjMOn0Rr4ddskuPd/pa9xgzG/fXHAGNUt3kW5hERjUBhoDMjKpIA6QAQMKmNYzWRPImKtWgHqj9EKWGtKVD0Br9e3A2v2aOvqVUAwMrbv7THAmqCP1KL36fHULx7MCGJeEYdg9lFOGXC+RUopj2XxQ+cbWnRJObIlj6gZByaaMfFGHTpt8z3wNwAaZEeA8mebGzKVpYQsAYuFaVuLAZ79vTdS6lQzIT+cmHEucyMSsvLNSI3VjkCDkeRkjVY3zu146651tQ1ifCVOG6K05ZD+iclDkKZ/VK1CveFdtmbrLei6ydXusXU5pI1Z6cZUSFivTNAxNTi8hAESnIwUCMbKcRoKeSh86vEIsi6DzhT5HPKRx42jKBxoTZd25A07aLG3G02845swNIWVExZ0zMWXEPwBK2DYhjqLVd+LIAUQ4bTX6kdBw7HstGTxh2X+LJxFyAmD59+WJFmHpgw6YarnfBqZdRlMSFdbm8omSlG0uJ9empOJl+GCRt+9NunEDQfEsXq5wyjGHzplppJbjuO4pg5wyIsssuZdlHZcuVLO3QPeErct7Ts1tdpv3MfSPcW4bRUWkWJOC0hE3CgBnjzNXBDKzFFXJQpGKZMcWOcA7twnnhszgp8LH06DT+gwXB4h/lcT2Dgx+b27WCdcs1IxkVot1bTql4bKJ8fSj01zvmXBR8+nl1QiSiyBpaRFE0PGjiYcdPCiiVLqqYVemCRphsuadMtOHwC7eNANXrXRqfkXo6+EzyTn1qOjj8HMpoX0esJy9FfzZi+LviByJ4RnRD6I5+QoEh2J4kNfHVdRJk/KE0Yw6LeV+MG3hcq7evmJgtQmvPSfr43VO8vjjSbNUJrwxAuk3UrCsVKfzFmTA3yUvm5DRYrFyPxOZUFwconfKJz90Y+NJxQ2SY7fknhlh+y27ZrZuoo25OkUXen2hlTGBcgWkOJVnFAg5gZQc8qswJ6MwSuFRMSPtGBPZurcG5e1Szh1pbuWRGo+fSulr00o9UZsl4jVERBTYaTDDqEJyR3BiKyWRkks5IFBcIUPprl805d9ow/YemXg+VfNV5t30Ou3UZotjrd1oUhIjQ4fTtRephxLCaDpahNDiZtUhN+sS8KNF016sE37xGNsuF9UZYOERYe1fsNNg205cizD7uYdTu+Glzu55EQhpQ3ZkvtRUiUtQm03Bs3V3VDKSW6pE78/OOPVGJnRmDopjdHW0oEGKjS1Dzhs4nOGVBwlu1EsL0qbcvnnNe+kmBvEdUca7vOWOv3RakaMYNiDUq5hWDotlvqCltNGJYhMxkqy/h+KGU1qEV6LwhdUhtKME1NIVFZNbKPFAy7Flwc+LPi44PtbHYEw/WBe6PZ/yptXlUtit4ibxUL18xixQxORM1BSbsHBhBaRiUkDP82ZMZZET3xV6idQCMmps+aN5ZR6A2x/Eup5oxcPaPsEb1+fgpv7Fk+t/RKzfp/wCCJf8ADsjWneN+ABtiUxvgz2k2GpeR5EhTWFvJDhuH4LihcLE1LUHLYynGjCUhnj7ksfcOpBl3j8k/el2XRpy7fuW3rhtthh87aaBsMu+CmBXdZvbf0S03QxmqRAHqjXHMacg23D3W27Z+ltC1FnaAsXRcxSbM6KuGDGuZnlVOqLZwsW69uZWIgHmZ/DfXSe/J3l80t3tJaUcN6dIUSIn1OapZgGZZSefRITdKUPwy0n/IbtfiJ4lPzZAqtL7BqJ4bRIWTVQ46QXautsLS8wpJSKZh9a5OlzuFNSM5kpuMd4ZvXdcUfTIip04UluC9P80X0uJeQacNE3DZ2HEd3EifHMPKZAieafg7fw3AMAI7bAiwWQHIiJwxInvdd2Gj7zuQMOQOlx4+lLOqUcW/hFkfM12WOGiaHE/xRkmfRF52nNl1ZzD8ROnRBt+pohhhYQVlIQ18m4VGUt+iKkdkGauvhDGlBAcy1n9u34E1zmIVLECCVPqRk5EODjUbpREs6LPlKI0cU5fU1CJDb1w8ePz7EtZd9sG3bx5DD5422dNVvrG0MdpS9csYbYsdGLj21IEXMdu0S2InRnUrBgEHW6EYFwlQw+1JAO6IJyA4iQe6vsxT8HdiOBEF2d0cb1XeKSUmIlPHBxFOzCnE1H0FPjBV4w++IqMPS/TZNGmSJ92HxJ+29PqxVy7eNvDSKtFu2mGNg7mTeK6n5vzr1PbubXiWQFbVfo+F4YbmfDBcgSKTUgRLXU6Fzq4skE0uTTBVSxtbhJWTl5LTEd1EUPxantKkPo66lqL9Y14r7wnf4TwTXsLSE3PaFp4iBfMsEyEydQc7kWJIfgtPfsMMG1VQhs6TlEfUTxJ15QwSeOyyk7AyDhl5Ca+DLacb6f3RG6lj7Q8vTy1MappwlZ+62dUh5k9NiOEhg01C0Npram8iA9DUNH1BMSFBYaV154XUFpSFDhpIclkeGofh6F0lNQPjKtW0F6eydkt3raSfrBZbqWWSMlVL2ZfEVhkUQNTBiqseq2NlOmADCSCCJnDujUE56iImpwACwW5cOVB/I+r33541XQRqHmLIOOYO0pzqSdPE+ldqFRgWcC7A0PzISoTAhGMPKcTsmoNihKWENX+X4PJxBDTlo6nGRTzKw5Uy3kTZNw/ddDgA2CmOnQM+ZTnw67OZDA091QAOPZry4368e9gGDDMBgUlSVMCBKsDiBjMEEEagzWAJBEQCDImDrBE6CP2EAVXmDRR8IV4b6GUvAafoIZCcbh/lY3p7duSdIWpLeuw7vvof3e2oDXdDeqaWkspTRHNnUAWhHT5IuXBEuWVJYmjcIQ6dUYclqlxeknUqLI1lOvGTCYvlAOuFQsmmHbRU0bdPJM95Tvn9P+hxNNSnlo9L6kdbEWNO4albpqlq2Yi1dcxirD8SRn8yAhp2fMQ4QcHnpd6xCoCEcxSLTkggpTosYNLyTyNu+tz9qEh7Tdqum1qWn7H8pd4xvCgJLkx50S2VnjEfadENqLC8ZF4KgqIYbXEhosvHnjLLqL2IYiAlDKU4LQ9B8PAbRYNLH1rzGUG9bTZ7l+41tukvf1xdZQqiRabG5QvdaBhOi4i0LXQhOEs6ooZYU4FB3dYQAYUTn2RMTXRXwkcP5DLq8Gn/AMNaeuHPU/Jj1Q8a+29+x902H8jG0Aj/AKUOQXtrLeHh5cKdc1qGdqv++H3TOovTHu7J/Tuj3e0a5NTsKQa+lMwqSRnHHkdLcuYzGJJ1S5hUi3ECaszRiRNMDDaguFYqSfjCOcFyuIaa/ciXfunRpzaB3Tf7GLoBt/QhyA4Z/jbQ90/OPsztrbZ3212uWjaYbJbGEsrZC63WBQxBkgDXLSCDVDAsiGxDpOEZ4VkZjl+J3x7zb1Y/CGECa0zUKUW6x0/x3KdEmFGiRLGN1XUZKtFVIyl6mxIpE4LitSRz+odIPJJ+IobcpqucTTqSmGyJg48KmE8k+dNlnfKWoreo7/bSbJqNNQWoLdd6apeSgl45RH0YRg+1CQJEbCSxEcSI0IIgMokIT/iCJFF6oxJECOlOC6Ujnn/lzzttt2wXYfPndrsMB9/zB9gbVcfhNU5liPJXaad2NJ4HK/PnW1O2BBfQ04AyaMJsvIYiVw6R1JWcEmHj5PILMzHiAaLqZh29KsJEDRoYadgCY9MlY2lHtWrlwbTtGIA4FmzBdjCLHQyQWIEAzG/fU22DMq9GmZEnr5ARJ+1AgA8shwEz0aH56xVqe0g6cNRUbw+jQrFM7ZQwXM1Wh2HhPtIiQ8jFIcLRcmmNqhg0oPCjBM2WF09NGHrx6DQvO0DLTLIV2fg44/q39/Uz2mRpq3hIewAeezWbusoO00NbstdmjAdkKCw3dqtGbRMoJaoUmZTSvk/C7IMw1KmXkFS3h5kHTDiiJA8NpsMJQeQdVduR+Ipbirt2IsMD5rIiABtV1+DjCP6ODf1M0boGraERARZZ8mIjN3WYAgw1TtC2HZDyjIiLLLIuxZABaaFqbgYXtgDGWBuhjxYbO0nLiZopBS7GkoQOWNYGk7o36d56k3s+u7X1JPXVoj0ZaH1+RMOr2q2GokZ+U56QssrEOEonS1wwXJmTqvDzpSWUtK+TSr5h+yRh9ZfNGPItMuGWReNB+78HHwn3+r7ul/8AwNP7/kV20DvS/wBn53KP/wBAjL/1ys9OHf4Z2tNbQiG9d2nFdvKEuhFVLhVQvR220HMnx46CcK24VTKySRJnFG7kB4DsqAzcba99W2tV9rbhTV0oywVIz0wTtSJQkTcqoYNw5Dpg2SbjVNic05bUHzR9UJmlWGnb1KNHSaYZAj2Bfp5Z89eOmOSDv+Oykj+wle/7w1QOXs7+PDb9nwbf+W/vkv7OZU/3zzf6fn9gcePdc0OazIp+EpMpGgyPZRS21DPNIyA/SIongTUT8AuIacQiqtRQUNF0uC4+NionCFHSa2zDr5hl+Ai2aKgPb258bHZNkdi1xhtaTvdsN24AMyJMAASRWgA6S4ohR0fYBItE7vd4aVdg2rbalt8JqmnpqhjjQtudZBwzPeaUp1F+kT41HzRfPXUipTniqi9R1EgQeFllDJKRpNVCykQFZVVl4KmqoaynQfA0cuSRhQLyu6M4R3gML6d4xRdd0zJJTL1IGoli8xCMUSIJKKbAxKDzMMoZeD0006V4DlwZ+XScTOYhOKD5pEeuRKHE8GVR8DDTgnCd8E/PQeS0aakoGPFG0vURCWrOMfw9Jq8+7cdNmDcJwiShc+vOzT98quU5g8kRihlnR0HQBE6JGb5l0JoycMmuu673HsWlL2ReV3ZoAuAWwp6NZxKrHFJOZAUxrlmoADMQGwlQBqueEYsoJAgRG8itkho5+EpLDpuK1Let6Z4XitptgwXl9DsgILVJeFAbAHjxLGIFWQblcMFXTbLLhk2dQFJQadtPHgG2WwZ7WBJG9s3hG7inJA0ot9LJKXb2S0zFp1C8Ca29OBdQfQE4XRZdtNjGiU9adOHpNhz8YUDxP5uS4jFNRiCitJkFxanlTDwpaR2gr+EhK8pU3dG6jys02k1o8tqEs0yVJYy8cu1YzNZmYkOqKEMOeUFl+J8kiEIkUVhkoPlW4PKRM6fg0SeGmG63bRs23u2714NbU3CLl1riPhElWVyYDARKlSCRGkVKOHZVZFgwOquEicGYjgTOciBU5ZM4TUSZVQTzRY+QPlnBwieJv3RomcJmnTL8saKmXDbbkwWMOW2Hzh+5bbdPnTbLx220w0AjF1vA5Ib1Sa8YS9P7vjWjK3S3ByRDSoTmGhx/KiC5inYriYwqMPktWIGoplRMJ+mFSCWy0TeFyh5PdP3rzyjwo8bYB8O5d2Gnx6lbunQ+mzOdqTmOiOluSZZecLXxj5aLPHMAIbBEqsgbabNgrlksCLhTZNtfGmTzswyZBl8DbIRR747W3vApL62NB+kXQvMeVkvl/VinRQkPTs2YNToghh1FJSI01ORzymrfNiK15ITHRQyYYNgkIqm8ba8k2ySbbBoR0vXF+rh3F1Q3RZWmKXAzsoABDKR1mAInSaqoOOBhMT9rNYUKSTkdwJGWulfi/QcfCXP89403/wC5ilD/APAz7H6Dj4S5/nvGm/8A3MUof/gZ9j8B3wpr9uRuzf8AxXjf/wCBW2PwHfCmv25G7N/8V43/APgVtuaF/sfpL+7XOX/t+fsPCtBOWdjd+aPufd7fZyrKfg/msrWVqtK654X1lzpKTrizTpPpIlTDq8QgCW8AkSzlOdxgnRA2SKS8giCGDxRUUkFycLvVwobPF3IMOnbZcG3zpqVPeOzrj/ThoS1Vz3lWoEkqY0qJMRhGsGqKimE1ogTXkUl8YIvjaUoO3xI+XZeB+MLGXbTt4yIgNLNBwBuSN21qh3eybq4UNVEcSTjmN9Sk3kaajChJNZjJUSXJ7yETP4lFUcRfLqXYpj02rr4vk8mlFFAowWB4w0+LeTdum+p98n+xX68/7GuYv/qoeg/fiGdt7XSLsc3C4uC3cJLklwRjKksSTIEZzVGwm51YwymgEf7VMDIRM1CVpCjH4S3rT04Ss1QSt1Ybv1AgGbiQpLUNpEfwOvJUYEiqXESxDJh2uJ8O6doqRSxhs+hm3zlkhECk7aJvS7xt67fNvHDnpL8B3wpr9uPuzP8AxXjj/wCBW+9R6U7N3BH7EDoj/wC8GMf+FuYW0wm1LOz47Vp2v7Tie2jN+XcCWVScpyznx7Isz4XZQluAxA6gmAVA9/sFQDyGk98I1SZ0ysVNRGqrd+RPIlPjuGjk3Ycl/DsXF43XJel1Qs9ilKhV+d03w8Ucrp5JYMl054/XUd2wZeMNCpE6A/dz8bGxt1W7YtggPceTM3HLkZRAJ0G+ONZlsUZKNPsqB+h847hwrWk6EaZkRyemvD0lowTZezjXZbRyjSnj5ZSya4kQRMtThhUJQLFyqiqKYtJ6umw3FD9LWDyYeRlYmfKk3pUymH3L1sq9rE6l5V/CPdMenqdWomKd7FIJehySUsYzmetIaLplkq6WFlPgxCOrphJSnh/TY4IsKKiwTEmSaNvnJcDL515V4wx2mgtg7VmvhBGsY7GEEwluldK5wpH+sHWpFMJwLEsLoB1k2/ljKk0qFVpVOxo+JFlL5vtRc4TnLk84PuXT1LlgzGcZqAkE8sjmFLHawottcL3VZVKoLd10xO2SLhRhiYtAEzv3TVrZJIUKpmCZCmAMJJnDlA93ZHIm7/PfCJd4PpagHVTL3emyUgiGI9UY0TCsLxdpokWYiFLMQVGS5Bpz5QeIunE6nD8dMIjaiUZcmG2gJGy3lew9FthmzFIGDtSsAaPk+EdX83IbntqKSIQmYExZrQjDKRB0PRW2eXowUoVaT4bQYZg5JTQRYIOQ1DxoCkOJwGjqSZPPvjZgy+PGq5O6nnoa3M2qGZ+541sRS4h+XcYxs9mlor1CxE6YQIBjZPjVgsUMwsfVDTYp8PtxKdTmGiDJ06wnJMzCUZwoaUXxlehMT/X8+dy5qjjWJJzTRSt9ZvC4Ph+LVyYkfJss4cmRMMvBULI68fWIiJwIgki04ipJxCyISNu4fSypdOLlXSSVcOnRJy5ZZcM89gutoMov3rwU276PtBPRuIxErcfDmRKlQZU5GDV2wkx1UUkFCE+0pw6FVJjODO/WIy0j8EN/Y2Z3f2cMyf8AgF007Wo9qrnwQ39jZnd/ZwzJ/wCAXTTtYE1h6vZJaG5BxtqHn1E5aHoNhEi9AgnMPnAxDG0UPi794hQNBqa9eu21iKYiMOGi5Ao7EHJVwwaVlR+RRk1SUCm+xsq7HZZiFVbQJJMAATmai5JuMBmcWg/teXP2+ELUiNbuoqMvhHurzRrEE4lRU0yy60/Jq3LyUwp0NFkRGjP8G2mdeVzrpSJopaI1I87VYpjw22wqLJ924FROOnLt2WLFHRayJt/OfgWFtcunNelR8Jai+DVxeSJt6oZlxjN2TKW0ddqKLpVmsRLwjCC+8emCqbWGFckpxXDUHnVUo/RiJYjI+NQbfuF5+0m379OGo+TWrOTUEz8kJGyZHss4+S3akjLKc8ZAwTMAAMKKAvpzTXxtBihAOeUTIhh9SduFJHU3D8obcsNsALVNivF+lVywdrjXravMmxcIa2Vn80ThgZLkKm4IwxBEBTH6QgGYGuczlOfaK4Sr/jsyG/7Cl/8A8Hy/tOXr2kxrHnhKyFIZ0Uap03STMlMmASXYlj9UgFFmI5X4Hcw7Eiecg92jLqcpFCj00vKKAtApu3LBh0whtlWXgOjj1lqDRV/x2ZDf9hS//wCD5f2tVPnzku5emDD124cOHbb5+/fNsunLly6ZFt49evGxZYdu3bDLTbbbbQMsMgLTQgACO07OoYbWpLAHa7olWZW0TRlIYdoINQxPUMD7K7pHDQiPEdu8ijlvW4735W6sk7Lmb0Z71snNstMWZbMtyUPwzIGVENHiD/5rL8TvFh8aVYFUHJgo5doYEmy7t0w88secPPKAyw0y1KzC+gnfzMqUOrCpvn4QW0Bk8kKailu9M0vi3yujgYLmjZBg45hUHhf4+S8oXZMuhBt15UHrAg0AUjA3koRz8Ie1lKWlTRHEaaqadNCkq5oxbE85379t3LqPNRsTo5xOgyGEtZBw0XOoyvEkNIsGIMRuRMOAQQmtG6K6V0RPS21iTfdga8Wt4houmBu/poTZjDStvFJPy2iTTzMZoooNwrOggbhBK+Zjqe8tyxRTh5UfRGii4c/PMujm01QhGOyR0y9cp8PqsMn1Dlt4G2i6vSbQbZhdmP1m6FuXLQHSqrdJDEsQBJjqmNKuZCKYUH8/qLIDRhkYeHIHPOKzX4T1+xDzl/1SZGf8JqFtLJoX/mJdHX9ixp8/4JYR2p7b6ndVahdK2gOYk5Zhb1nW1qrhhEjGWSWbkzOyOo3XZfrb9fjNMSiaoopy3M6J096dQDBhhVS23qQ+bdHS7p46euGwB6zcJ0L/AMxLo6/sWNPn/BLCO3TZZ22y6Xtm0fq9oYSytl0lzOVJGsiNcqq0BVg4hibOCNyZQRNdT7G3k5fuDDItl3zp+wy8euWm3Lxh6yy9cPGnL50LTAtADxy9YbdPWBHtO3jDTDYA0yIBF5vZ95PLjdvaYYmjdQVCapPmPkpZhPThK4s27NxFGcxThVkiQWRR2PKGWoOgo4oEVuLVJt0wWacME4eKv24giBEJHOx3W2jO5CqoJJPAe8nQDUkgDM1UAsQBqdO+uBdxzre1D6r9We91ged84VWZcJSKn5CsOyKRD6dDacRg2BTMxtTCG9Jo3zfRUl6dcPUqEoMKmTqs8UDz9lPIvXpp4/emXr2yFt/P90cQZqA+DxT40n6pNVhaJ1XTnr/lEUgzVEotkzxxXkbOCIoiUY7QyUVEwdGj52KoGhphGWFV2+NmVdfLHJ3FEVPPKMMkXL+/BCEXwrMCFofjeBojRYvg6LEggvwzFEOKRRYQV9EVC7BtOVUhUIPX5M+QOlnrt8XMlnzx08dtA0y0O3JsNxmtdHcxC9bZi6uSXC3GNxDmScOFgoOcFSN1WuAAyIwkCCNDAAPYZ99VbNzN+zYb9f8A1U3H/CpMHaZrV3va93zoQmWjSf1W6gPwVzFiCCUyYyRDv4Kp2Rx8bg1YXIjhtOWPlaW8t4wQnHxlahKISXyeZU3Kq5+T/jD8i6KGyL8zDLuZ/wBmw36/+qm4/wCFSYG1luO5BSJmksF4hmbJWUsxl8onOUcquR3LiDovWCySXMmzhdLLqcQIygdcpzg2fPGnJF2/ZLOjJ02/YdMvTD5puuydIdmboygbp72bqzLHStOSshnhnUvGPOSIXQj9EcQap0aQd+RpOgrezbwack6tZ0wmtHEyIZhkppsYXYd1IxbBDCqWagtpY+a0qicEravAD5oSC4JgyoQbDTBsfjAsvXwnHfl5Td5Lrj0t69NyZvApoaT5ofhWgWE0BOgKIFz5lTEgb4hFhSK5YxCYSfkyZMJQcsGvJo8Qo5z48STzKa38c+LsHGjRc04cRf7rkvpYmX8IK3p0pzsopRRHAplKmKQltDazLiDFCDEhZkhM6AoDiglCSAoJL5MTnxt4+XVEqYRU92WPpaYoHWTHkHrgTP296xvkd2U/0e65t37IOX0Vy3myrKi9LE4jQtJCFYCl6cmHAcxkRKiJQOqMNqxZyYdC6g40VKLL1IeGTZUsQdNMO3fYYdcq3mGzX+lvWcDna0UYXDs5LQFY3CoEsCq4SQpAk61fCC6wGkdGc4gAQM8hnA8a/HvLf8awaIv+9DRn/vTObWnzcJzUjvRIlQdI+YxeUM34k08wokS6meaRisRFoEis3BKS7SomfIR4uaJq7tLMCBhogaLvXBrs+SesCw0NKsG8t/xrBoi/70NGf+9M5tcAkR/KPk1/qVS8/wB6KPt0bMJvMMxOxbKMiQcw+hGYPAjMVm2g/Xfn+hxqrxrGkVv49HmmCdWpyIt8XD0Xo0mIKORkehdM02yySVBdYKmShR0mElE5BxkqUMGn5t07dPXzh6wDYgyLAi0FPh6GZTb93XJpRk7qrhbfDoEFIU30ZaVicKqmnGWC0oobaFFsQQgdInFMjBpUoafsH4eNNNi5LugdC35BtnyjpoR3Fv3tUpvVlEkvdyXpAU3ccaitRkwoLDUQcQe2oIskZTQupJ8dGHUaqJR+4cklIW0tNjqJUl2beHkyA4aNlFUiwZjWGnB/DNznqYf7sqek0tybrUXU6BzkFx4uxpoum1Er9hDhObsvZjrygsFodLKJtgslkz8RKrZ6J4XabOPWD8WqseS8MGC8RwyjpivkejG1YOk2joAotG59ZvYBtJIYIWFzI4ABE5MQsAgVoC2CYXFMgYVkpkJiJiRrw0yAInjiGD5uQBu65jQXPqZhec044c0tzXTZhzTJohSGy0cxG6l/FAml9ygkCxQmksG2G3QASLFnTlyLHZYYpcYt/gtP7E1BX+rZOr/1+S21hqr3MGqMIF1IzWa30m8Iah8ITnDMJqVATFmGEDNI4I8RRIMvQThnC0SCFBJfxNgSFNaKgkfiPiIuv8D7bP8AgtP7E1BX+rZOr/1+T23QudrtB7bW8Oz3QuJ1csA9kTKkn+VmddarA6NoIMsswCIPDMD2VYv5WHPj0DrscrDnx6B12TY276ypeVhz49A67JTFun2WC33tbY2NlKKYt0+ywW+9rbFMW6fZYLfe1tjY2Uopi3QPcH1bGxsbQT57xzHHzoVedLh5ocL06s+p7RuFL4pVlohT6IUqFLesz+5gP3tWgiD6XCwc+Frs+pm2LDywAst7PQPpDgOAsD/SwuNPtuNqTXPTaXARZyOKYuzf9bDNeXQR4A76QW43t1Z9SgAFa8BC41CtdmgGPNDI8K38y9PJ28A43ClAUPSAacx557PJn6gxytXZSdRz+XgfD5qIYCgZEccAFgceTyP3rSoaynDOSV2n6W0VzgnRG8Oy4lrA6Y/WIni6JzztPS00o77DDthlpt2L44oHn7ToklJJByZVFdSMFk1MKGzxlwXb2bSghb8occwYGv63x+41CgR5bwbdm6c95ZDUpYQ1Ftx+ygSimIEfJpGBYuOQywvsGUp6lrEMRA6ZLGyj5KWnDRVh+qkipKLUl0XfuIaiJCZVFVo1S4XCMbaqzx1QzFVJ5kAmBrAGcRImRIAJGIkCcyBJjlmNdPeDpUF2hRJX999vHJhbyKbsBKhHQrpqhSLpA6QJfxinmipaYCvFSapoEaRcrE2TT1OUDbCKurynFrZZlpynq67L+FyiioHZdKJwNf6HNRSjuFdY0x92XrLWTqJorm7GavM/RlqOiQHzuEoYJRKbduzKNFS4/wC2UTUIw0ymJEcPu0WKwBMIocilWLOoOmD85yVuGWcsZfSZl/CMq5VQcgwDLqBUYnD0IwfDKe5TURCRybAA5Kkirl0Adt4208MmzL5p6bPnX5k+efmTpl+YeaT1daMNOGueUx+S+piWqTMCEDL5s8jG3wNEIpgpfEq2VcRVAsUFHbCtDEQlnT546+OEHzLk+TeGEpYLKaObOppjmGzXEVLlu4v1pXa41xpw3DcCh7bASRbICqsAlQimMq06UYirD8mQFCjVQpGEg72kknjiMxUUvwlNSTlnc2T2Vkg8SVUpTijT+eTVNNNODyeoETU5IDflTpE6VF4WNlDLlth6XMOHrbp86bZbdttMNAI9waH4MVZibovSBL5CjFelyuR3u4tP0HI0w4VfmSsTwIqRPpkhFET40hwyTMppwuvwucPOVxIMFVIgZcqBEu8cHiz1lh+xG1v95Ly507biGYMjpRw4WhSW0rjOnOEIRQiwtPPiaUlTjgVyy9NmW2fLH1RQfi+UllUNNtnVVWOHVI68emzb563LXu1S/wAU3c2gIrXynxbRRpVL+U7AMdvyMjICddvs9lvs9vs17PaboAiAttZHVBO3XAwAJ2KyGAJIBNy5IB1jgcjvqf8AaVgn98YDdn1SJGmnaBxqEyItzlO6D1BlJi74RPr2hVVaLOjjKZEc/ovQ1ASj5p4w5MsklOfpUyJd626esOn4OvJNtOnjLLQiw0AafmhuQE+d0Impfzo3/upWbsBnzRE8fgmZ84nUfwicPJZhg2mnDcNRXPNWRzJpPNMsGiJh8SbelDDDL5w27eMg2E4urLdE7vPXHM8nObVJp7GaEySMJpUClIjCa88IJ8lCyGfVlNLTPkeXcx4RQW/ip1fVn/x14lNqL7415IyceuXBVh1zJ/A4W5it+o1G/a/oh9VnDs0/y7+o+PcO2T7GZKrs9lkJgB9r2oMV+8oRl3ZgMw5mc5F3Ql2B1MWrZzy0OIHdrHdrPAiNugovhxHSYeh/4RrrFQkBBTSSMhoaNqIVUxHRUdLLOSKYlJSYR1AOCScmp5Jw4KESJNw5KlCrh0XLumHTphlnfUkdz7PtzHUFTGQ9/FrvnRDsBR5Cy+uwoM5I0imEIpcw+rpq8cguKWCc7lcg8S4iIuBTFYicLGWH6Yfeg9KGHL0WG+gf4HC3Mdf5jUQxYdQ+qy9QAa1/DfbjXP1bR9/BHS7opo41VFi7vsOC2r5YLuGBaaa7Dp1KyXLp2x22wbba7LDLIdptoWhpVoa1Haq2VS/ZtXbCKLq3GVre1bS8dEEMEMEGeIRBI1nmDko7K5OHCCDbticXMFp0z7eZm2AAY83iFahizP7l7Pzhw4a1y7unS1vFIQgeCdUMIxDFCPLuIzMUwm1DkaxNBhpPU1EsXIKflmofOFC6i4UU9wyResqJY09KOW3zxLfkDb1swPctPRtw5dWQ/pf358dq+m/E0763TKjpk10aCz8exXMvSTGLtZmDp4hVYiFslOaXzpcSYjLgMEoxou7jkyink9UR1mGHJM7ECzDMXKD+HxBTQixQ737SQtly1o31EYrYAJK4hiMEHFhHWjUxlnVUkkQ2E5w3PqgeOnKZPGuxYt3LG6yi6Wh+VpjRDIVBRjqSZSXMSwnBKZDUy0zyxVgq6UiM0E0s6jwVYmIOzJc4fXzotm2Bem3Zpl8aYfQZ/B0YkjvShqj3ou7jiWI12OZeaaYwiKNoBddls8ZdtQbGy3AkRqaKmlvKOyxyYyE1AiwaRCjt2w7V094DDhg4aOi96Ff/AAnuWTSI1BhPd668v0Ub1DeNk5Kv5bw82iNRW2y04LpjURuoiZmI9QxUXfxdtWdSbZUmmGXjLCF8YZB2Gf7gDQdqRk8e1V68daUNHIH1Ja2o6NRM1L5TcfElmEIRUIkWo6WT68jttmjcMqcYxbEbTRaDlE00pQzD0LoTtSdlFA8bT0/iBsXdq2VtkVZt9IbzohVVtm3hCXIUAkuVwqcwQTlrWnXW24uaEDCCQSSCMwM4EA57zxMVwDpm3WuqjfKlp061N4fqA1Z6ZowWJlxGjaaZHIhRSgNiTqMhMOnqMsGoOjhBKPmYYJAsMISMShonCEQxE0irEULManFFfbesbTlXvJddm5VaiPTbvUpNTy1TyMhJl6MhdZ0nkpxGhxfhpy7aAhD0ZL8aLMOJykLp2DkG2I0i1MmHCLbo6TMuI3h99Dys4t6Dbh+Vw4W9X6xr1EdlC4BbFOtA80K+j7Pz8thsWAK1q9cS+Jx3mm4LxbXpbbNhYTmsFSuUGKqbsjNQVmAoywxhIAaJGmeRBz4Cq2m6GVNWOtrWnqf3ps4oZmdI/TbMaBEiT2lWQcaL62ynqMPk30HtqM0GIVflyKU8fvCcFuBZixymiVVViOYrTEJSUkpBdnXsYe7p0kyY1SfCFd5/FOoqEUmYbcgZsThjiX8BxcnFViGDi8oTibhiHYpW0VRdmSS06hSHG3D9CIKBQwnl1ZUSltlh0eRk1pm8P2aU80K3DHLs0w76jYBDI2tapXvA5Daq92nvS3e920jyJivUZJOcUFPIT1bSlgAsePRMlMiShxIiFRYT0pNV1YoirgQtBkwE6JCSMrJ6RGsML7EXMpSEqE3prK/Y6JNmd8V9bW09LfYriY9IGxXcAmFtsQwQThUROU1dHDFgIUskKBkBhw9WTvIynIE84qXDfEaL5Maot3pqRRIpgOEhiuVkl4/mhJ+KxSSSerQNGss4TV4sQPkhZKkmDiSiqraa9h6ICThpogbQVZQdPyr5plyLuuK3OuMZ1fBDZmPY3UTSyrSsiSXEmk9WPC02aMwpA+r+TAwYSaeiwAPHEOwqqpEKkmgGoEUMs7eNtvmHrTW99YG/KmRvIJCTA0Y7uHQ1q1WZrT8RDco45i2YUEoSQky+hWLizSRHxdl5CURxcmFHqgiGTsPNxJGq9BCTDieqGogPj5Yk5JN7W156Km9378GGmjpmU1IiuxlCxSSkRTJXU0Wm01SmHG+ryUcUxO7THzwqUemUhDNKbEMIZx+XLGzqKhp5o24dmXr52zleZLzbVdsda2vo6+l24AVRnIm2gmMTIASSJgEAxpV1BUIGHWNxIE5gZYjlkNdN+tVoC2qSYU+Jb7tKHtasuZtQ1uj9PkYwpI1VfwCyqEYdmLHMLpwno7ipZiJhPdiuxA5TlJ4x8ipLLKojwARjBCgJSLRk/iRda/p2ytLy4KS1gAvJ4vCpeU7qDIa/Bo5gZ2nu4MYgVpIJNwr81GEl2ymBDzSIJJpHFPACrRFpw04EXQsjtDJoV0kSe1obiLS5pqnAgujUDzG01w86E6QLFXSxCsUiZPqSJHkMv3hZ46JxTD6+2wukzbbD10eMgZKKro8mqCiUMx77mnVZNvd7aoYs3ImutYaZUIdVjR7RrNRTafuECMIbWXplTSoJRlA+8eC1DsaFWTi7LQu/MPXiHE7mK5VmzQLBeHkEpfY1OyNaa62NNst2cN8gBkuhFKWGzIFtlgWpgBgQRnIMQ8gQChbqzqN54yN+WhFY/wDBz3Tod4tvunzTp20+Yny7dO3wsMi9dun089Rzb52w2LAtsu3rbhw28YAWWG2nLppsBF2x2e2vhRJAob3TsbmDRVy/fJc6JLn0969dstPCRx5ERlMeGS7TTNXT5sgonibTxge0Jc2/diIsttbcU/BzgpvEN94ORCfpb/hx1JhyHjThXlt3D8KBCm6ZmNbM3JJjj/Rg7AQxX7AvSnAVqP6UX/8Ak9sPf0tz4R8M5of31e237lqSrdaJiek7tTd/FUwgVIFn2jXTYpvHBRww4dNqKzKGD1hXPNMMOgZaNKaqfOqJ18NWzJw2YMPG23jxtraAB6XLpHwukm0ml3JJqI9O7ZhcEu7ZdtKb91phNOXb82LLDPlXzLlCSXXlGwFryZAuzXsu2aWDN2GFd21u/A7ICP6CjS1w/rHwNn8WNh5i1TNRtXavyqhX4XNC4Uzpxf2px/QyxCOOxWlfVAQDiHpbdG0ZWPR2gjati8MJ8N48eNQutz9RveKt0dmlBBkKVvbHoVEKO/G4UvUaAHZhA1t7mUvvBdXcFzZ1JapJrxLpHgdNQlRL0YJ7r5GhVqYRAu+TFZWLRakKCa2loC+muyQq7Qw+px++fKMRkUePocRzBIkUm/AKZZvW4CHcPF3jrbI9Q21tOY1HCfJ6ayhK8oJyZhGW0dHJdk2XDswJuOi0MKb6Ei3xd6XbdPhfxAwnugdPGGmHot9htloBoPbfs27qYbim5bBDlJaDhggEBhjGU4TKkgSMhFFYqZBg6Tlv7dO2uQp365d3Du9YTRZRzendI6RCHBsIJ6RD0lEhlypL6JBBBOdE0lOSpPwEkrsVOEJtOcslExw4hgCh10y05K+XEHjIVtZCanfg38iNeqbrKkDqkm9I1TVyERpq7JqH5eagYb09KUSxQ7ek3USKCGny1YOpyMTBRVH/AMzDp85LdOVHiKtJqBDTCA0JjLPg3enTQlqPlpNed2oNIgfUbvBjU4IyfzgTNRLpOj+YEDkWTRZ6hraNBEeFj7bpheePVA8rTEYSTaw+iNpbhh6vlmUD5IKWuFXTRpwXUt8hren2SKwimXIFzCOqypgNRSzDgGQYBw/IG4delHrnsVYB28ctOwZEWQDs224La39sSzfVdkVFIeyrpcuvbggAF1u2gjADrKqkAjCZgVc4UJU4p0MEAHTcQe7uqFCd8gUXeha8d3Zrx0bakdMU0JIaNomfHJulU2YywpR2Lw/EiXEBVNR4ehiDIgJEFdtPIPxBMjpagsyLYsNMMNFxbfsWHQqDIVZuPfYPNplgO+wh1xal/MCW0gNLPwhrRfB+6+PJUOrMzHSml61pGSYVWDMqYRhF0JwyvAuQ6i/GofhIw1Bbg7Fx+BAZJpsMq0MQZEqcioSnEBc2fsua5dSOpvTbB8Dr+mLRJE+tyIojiY4kRLB8MTTSJUP4LRSyW2dcRIaVFeCoxcKbk4fYdpbCe6KEnrDb0TAGHjDtp2GuzXVUbW9xIZL4F5rRe6juqW1U21VS8YcIZIYqwMmBNGBOATIK9UGARnv0Guh3iorIp+DIaLYjmJMqZZLUpr3ghbmvHMTTBipPgKckqYbQ2lyKVxRXzjkoUdSBfG2k8ibVzjhLdqJ9RNligsu3p1+8F6+eQh6ot1JLWSe950O6AoV1Qa2VCTupeXKrF8dxLEM7EE3MxJUyLU2wcuISWU6XKTC5Ai0EBI/lHSzBi8YETKl2DLPlivxOd/8ATUt7VX9gEmx/uyIG6cpFBy4AH2Uir1Ar29qnrvLdJW8R/ScZsQsGluBlCDPwP/ogIHXPn18fGZI/KQTA+ZCQEMeS/CFT4n8yIh8p8kVE0z8of4C4doTYmVOh2e4H6e01zDsu1g4MatdPWtgRhmVGZ3a1ZS+csPsmOshzgYd/GIPZUj38DD6Rrfqyt5dio/qh5Z2x/WB5jxptPnIuUSHIGTMq5IQ0txXE8PSmgOF5fosRx2pk1qNF1MhRIJoxJWitXIJKMRU4gPuCbBpWPlUlNcGzrx8+cki7DYOmIQv01Le1Z/SBJsDW382RBA8rfyir8M1pwpt2Hor1ja2NTsxoul9qh3YscaLIBKS4Vl1NmVEc/YfmiTiSJGV2GkR1AZdGRJbQabTjiiirS2vu1oVR8w4dQ4/K/E23px2YLduztsaPGz27iO4C/wCxtpUGApgs6BVEiJJAjUxFUIcjMggadZTGg3Ekn5xXUurbRBpc10S+LS11RShh+Z0Pp5gweh46caUEeK4QUTLp25fqUIRkgv0yJ4cMGWHLhg+6TVNwSVnZcuXVyh4q6YcBEZCfwXjdQw3EpCIFGB5yxqSJGgNtQlFc4lsIaOgw9Yeuyx75sJsMxA9KsUB2LlhfdC+dC0wZbfdpodlTfg5sk2BZ+cG8B3pMQuWRDypB7qgQCSeZAQp2DDp3Kl+aFgKg0AOjrhrtMh54sg0yORNfBudAiix2Itj3WPHYNea9GLtSsRnfL9oQ7QvgIIaYw0LVfOAGXYdK1EKXLbXWD3fR+zu8DrXLqFjkDBItMSO2RmdKBlAgXGA4AHfGnWA36/jEzEHO9P8AICHYGkpBRiVMo4dR3abB0vpZJChDEIFXDZoy7LpqFDkNMPSTb8+onzAA7KlCr48pqRtp62Bg6abbeVv9zV+zU79O2JqlO7+WjMPmz4WD820kOnncLbrbTPG8ITOl5pvaUJkwFEqBF8HxtHEyJnxgpQ9E8LKpRdh5dTEpUioYVKKiQsEyigSOuoedv3Jku6bBsQdgyEb25pD+TT79S2JqE6WwP4UZhh+TbwZ7uVbrXem2HpEt24vuFW25cAfV3XMm3bjQQAsRQFSHIJPVGog5sp4niPM1aq4M1ZyzXFaVoNKeTt9VacdsXjWNoNltCUQx7MKKYegeCIQSTq/FMXxYsJ8PQ1DiImuRMn1ZbWlR6UT0xOKOWGnhg2bMOXLpkKtNhUA2yil2fNDLIYzQGQvR2NPDv6RMbyLdOwbvMIxka3NjUDPCBpMyxerBiPpFS/X2iMGzdMPDieehtQUnBpt8loS+ivXamRMRMKAvLL5CUWk1Ffw2bdgrj23WuKhNpBcuZQpYIDJAkkgwFzYwCSMhnFYiCwxGAOAnPLgZmSBwPjUIGpzUNOr4RBqBY0NaJDMRwRu5JXxSiK2qXU8ZTTyQWmc0lKRY+TSEIuoE3bwwVdPizRuXMEH3IH4lXnBWPYuIJMOw8REnbbkzKCX8gJUS8kpKqH3EMS5lbCSNBUHIbl49MfEENCJOSJRkybfg2bPnzAOxNKSmcePTqmoPzR869fGjL5638WQGnqS+luVcLyTkDLyHpZSyg8uJdGhmHSzTlyL952Wzqsqn37RhTXogVn9Ta1EK4dUFpYONvDaifNGG2ng7kBkQoFMsgAW5iyIANXYX8MDaw0xsWGtl7t1hcv3IDuAQqqPs27YMkIp49Zj1mz00LgwqiFGgyM6SSZzJBHIaAcal0/4HguYnwqrT5CkwIPheOYYO6NFF8dhqMYfSYnQDb4jL+eJsm9NI60SPJxl4UNOXRkq8elW2nBh07fummHjtlpmazeDyoldKndjbxFOldLaApbp6ro21MnVQjAMGw7BxJSOOpJxk4dGz5WHktOcHDTpxRy7MGGHj1h0Hk2W2WaBtD1M0B/gsnTnb+gxXOHD8G89gr6H5h7wDFnSaEsoJnTLSYEn5mIYxJLqaUExNLuPId+UVdH+XYPjJFNw/EqP8rIBtKXUsVJHUThP5QRlROVSflfjBA6VNO3T93hs6BxtwAGJtpvqGIzE27Y1AmOPLcasxjo5Oir/jGdT+PfVf34PDqS07S93R2mKE49n1JaCIqTFSe7alDMXzSgaGogIMHtQc0D5Jo6jLK2TUigHCBksdKNPy7sDBR+4Mue25fO22uH/hKM3IJnavbsOH9Nc+JTRDMhzqnUHEPrsIRhB0w3MDxOrm5ZkYQiVfSEcxEDkU4ivMuDguFJONFFBkk/KtFTbPlXDUsH8DhbmOgfqNWuGdQ2qziIVr/HuDmPD69sjg34Phug4Bi6FY7hLSKKTFcFxGiRbDKoE/NTyh8mRDDaoUWEVQ+JKU5jqad+JqRMsZ+KKBM2SMeT8ibLP3Dbx03mdn2xtlXZSNmCqtpC63ruKLbIZA6AZnDxETrlnBe2HL9eTMDCupgx9oiBPDjyrhyY+kD4R8Tl3HhuI97Lp2VodKwXFJheSy2meUpUwpopdDPPVROcGXWm4s+LvjpFl+WdP3Rku8dNvGXjD902yDbOW/BTP2LN7av6pablf/AARAPq99xEadB2sDzqD+M3Nq2JZR6NeH+JZTDHYCg54gNuV9q/HwUyn6Vm9tf9EtN6//AOxoB6deI+7awsi1t2zgPdfFYvk9Lde4RBt6Y2bCOIBz3zVQ2K00hRFxPsqBOuoAzrZswt2tvPn0WRHEBLf3zCl5DcRROtqENQsa0oQK/LQ6lqSkZOpcMFFZQngRfKwIhB84TnZxss4fnHZUDLwu5aeCwzp+du7v3t0nZMzcm7+nyTYiIJWSwj6ZHzf/AEIsEpHy78x4VVYm+Rflb8MqoCX8qfJnxL5R+TVACXl/jPxE35L4u81n8KyfuSsidCRoy9dFixfWWhvzD9+2w5cOHLmDlt4+evnrwHbt06dO2RbePG2gZYYAWmxAAEdp5prag9F83ZWzJlQuatNP6YizPl/GEvFhRSp5SpZVCCXGkOqENqB1NaOLhoqyoFSik+fk2jRYwXAy7di+cPnXadt1Nuybu0WouIbS2yGO17QMTXVn7JuwAp3AkZ5xlVwWCo0KZ1GBDoVGsZzOu7nVajdeyb3t28k0kQxqlDfUTZkz844sjeF/mL+htgiYvxP5mrrxF+PfOcJiQN8Y+UvJ/GfivzecfE6+R+MGqA9GQ79Kn3t1h/T/AKbFb40awSPIM/h0AL158Nust36g7v7d3abkDTJKvWlKaM4Oh6JIriUouTBnvJUzEr43F6u2sHy5l7DhuH0tosWMPGnZQHSY7eMuaA+ePm6vBkKgSf8AIeaKw9hyWc65RzEiEunGFUwhQLMiDYuWXCUXMlCxlSepcPq6gedJ7gwdJl35xtwyXdvzRVy28Bt+6ZatZ2a10VsXXdruBekja7+bwJyW8BnnoscBoDm7sGOEALOU200MRmV95rN4GRFqG4LhCHYkiUxGkRIELoCKvxibIsJpqLVpKSCRBViYymu3512QMLx5w/VXxJg4cYKPDTThky/B2D1vjPeC6Jok1zyshSVsPapp8aVyiTGrpci5ekTEJ5CVpgQe8RVNOUoBXgKKaU4eJ5w+ZSVcsbPMKpUm+SXpd4jHXai8bL96BwtkB6jWoepflUcdNnAA8Q5j/wCbw7Hfegcbcdup0Dp0bAkHIiSJyUjrAz3znv1rEEhgdCI4dnCPYe+qoUvZxbhjcHzpiuQBlMmGOqWE0hCbjudcYy3W5rzOVSUdwyiRYWdJ8dJqQTQ4cTFRIU0x4poUCJEMJhh+6Z+WCh9Qctm3nUX8FC7pD+qdNn/aRjbpn/Afs4/XtzLJ7/HaWqqv7TSHev8AlX6b+m1rSnq/V0D1KV4cQtnbh2cXm6RbL2bNu3fe0qDZy2SEAMSLyAk78pOZnSOhioALB2JtqxOMCcQEjNTGgjOeFVFd4Rvu9zrvAdIs1dJcR6h52y2R5pvIDenIzRNPMWL6mkDAkx4QmMXAslHhTyxoFE1CTlLfC9OOvIODj4ywDx46Ydt2I93YnS5SNCGkFIlBFazHkq0nTtKZLl7GsRoDUKr0VQgmwalEkCIFeGmnxlpDUVVOcODhtLaMvmiT5824FsRYpt2QAUtS1R4YsHq1+oOtdvxqZH5STT6b8bPEPj5E2R+PphgSikS+NFmy/wAbTzYMNiVPF/KeWKGAZbFyYYdvAZa7HZ23S1cFxrtx7bsUFsFbTWzhVsQBm9cEAk6KCZ+0QIrEsCoVQQMWLNg2cATkgO7id+WlRpbzDeu6ZN2RK03Ek018pFM31xINv5VSCh9ScfPqPFFkG3JQ2fYYdGxg6B3JxkQWY2WyrJFw5cGiiKVX4gAohHIy9z3oR1ETp1BRVvk95EQfOtSE2k98701yfVC5sq4kFKxYTTCaRUncPqLT1/CSgbhQ+Yh+DoYet/KqLDatEMSRg8Ox1G6kKN0lod3CmnbTLN1Y1P6hI9jXXBqrUYoUYiSpuz5bbWS0KN/H23iCpJMNKR9bdKMcJqe6IO3kbRGfVzZJQKMm4NIQc6AC207+2a2rt64t3aAEW2cVqwpxANuuXGGTOPzQOqmoJOdWLKgK2ySWEM5BBIy6qichlmTmeyKNql/wcbs/o49/Z5oA1+i0g6rfbARaZ/C9rP7LIu8sgyPaEGxCjwWxZCvkxpbQ2qZ/BxwENb+/qGlAHVxCQAPbaG7M3dZQiHYEAYZp2g89kRabrRoAB2xVf/2TsX69/wD+A9E/e73Yn+OKlh3iW6J037weYsr56TlnRqPkvFUhITXkmF4mkRMWA5dO0lKPH2l1TXFNaiqWkaKRA4RBh8AKScro5YsQ8t8YdN+e+Dh+CNwVpMmYiBE0t96JvOZgQ2JswQCIII1sS1itEE8UB2JokCqgybPkBNlgfOhMFgMeWcg9di8YZBtms8GpX+Zzn9/qJzU/3ir3QfsHu2gO+C2RRDKTuq0IoqxEhJhv8PU43glVBXTyRjybZlA7DfkDJh087DdB7LXZ7LVBoI3pW5bsHaVRrSk3Ue4zkkGUKKBEwZBHhzNSrP0ZIY9UqoEA6yeE93OpM93Lut5EbslInEkySmBPKYbc8YpQ4xjZYnnFUGxauNLiEVVyzsyQUISl9ALTTSiK2dNKr5Xdq5s2cFh+yaciL5l9D8d/x2Ukf2Er3/eGqdPZ+fhtZ/8An3A//VlCn/jEkf8AuzbRTElNJJvUGW1QOoSlMY1HjD7MElJsujqU9jpuHHpRpLYh1yoMHxbbIvCr5oqwTYdNA15TzWReNA1td7ClbKWiiLav27mGdysWIGpkk79++oVzLs0sXQrMbzhid0ZAd4rqDaALWJuZJgKeo6Jtd27O1NKmivV1Fjp4YmGjvk8FmRM7FJpoX5kzHMOuyKqwlnl44wVOxKZNQxHcPKqkTdrwwW4ikyoREbkD1+zy1tyMgqAlnRFpHS9XcXrcUnkyNYWVJiIcuXcJw25SXhonEDpSXVNMLn2zKmy7TmiLlt6+Bl75fsssO2hGLP8ATCd/7/nKEI/7qKXf/GvZfayx6O5bvMVIZWt2rxwtlBS5bXJhP5rTuOsFbD/aUrGhBZBIyyIJzHaOYz18gUvhSxF2KUMP7sZZacA0U+covpgunh0QEWAUwcMraU6YEa+WZdigFAoyANJ4DV015yx3K+pTVJO6AtTW+Y1VEdSqzLNfZiWXGlGUZB8haaYTPuTDRkk6WmTaNDb6KCAPHaY9VUkrCaKeX3iMTTY0jOO4cenkg7+n9MJ3/v8AnKEI/wC6il3/AMa9j9MJ3/v+coQj/uopd/8AGvbnHQEjpPr10AghLtraGSQQQWUWwGgxAbEOWYnSLg0W0p0lWQGDEiSTG+fM2RWWWWGWWGGWWGGWQZZZZAGWWWWQoyyyyFABkAAAAAAAAAoFtq/m9l3bOt/VXq70WatdFsf6a4Li7SWQiU2Ud6g1eYhYobihRX01VSX5ZHgmWkcOFZKdFyphg8weUkd+D5p0y5dvmBaeMdIaMdWO86mmqTda1h7upM02Q/BcrlSLJdmIfnDDcfqMy47IGXQl4Bcl4eUF8wjvFAl5dtwoPU0wz5fybDt0/eB5B7xD+nMb1L/re7Uh/t/qH/wL22965ZuW1FwXlVyGEWbwebbKwJC2yy9YCJAxarIzqiK6sSApIEGXSOsBI1E5TvMT46f1hzh+Ed6JtNs0dUc1ZybsmIJfylTUZViNHl9C041WMTpdcilChIowiJ8Ry2hRFMvnalEBJ+YZPxAmsMEXRp46ePn7Dos+yrTfGPwk7VDISUWomAJ17rtIgmdEBQ7MSF0uMIanWnxSQRImIOlEgVXySLK2IEkqqOXD5lg24TltVKO3oNMuTxhgAbHm3eCa496lrr0eTs0n/pF2pCVn4YkaHUn5/fhUUI3+bvyBG0Mxj8Y+a34AoQ+V/jfzc+TvJfONL8h8c+OeUffF/ir/ADnR9vFt6lpR0tyD01/pDmpCPfwHythKWvz0/DAoQt85/msluEz5a+bn6HiI/kX495Hy/wAnfLyt8V7Xk/j5inlB5MadNHTbb0PRAzh2melx5j97xRgg6RmYM5DWDhHVtYsWmJIwwuf2tZB8N8CZtdCcL72JAiiPn28XmPo4jaETCCkupalNMJGYpRYJRGyov21oxFbUcQHCLhtMeJnxZ2nsp5k2+A15cX7hhjybzbrvUvICDtVMgZt6cphKUTI0ETmghagGKFWDTiUnxUQR10v8WNmUE8uI0RJBVTdsXLPlBDVCrDd3hN8Hm7QcQ3vh96EsREgpKtuBtRcPJSotJacpr5ifCiacIaedPOCx1YfFWdMhYTLpMLPXh14XAw4F8w4adg+dC122eydZeuvXxp+nQYl5p03UcfawpcuYZQVh3OOHtRENyyTX62psm2lSGmYZVpXRYaB8heRLg9UAV2nRsTYAwXcC5bBrsS9ZFoibzqOqxe1fZzjnKDbxMDBEgEDIEiRWZV8QyQHUAMkdXBO8x3nsmM+C0j4LNosh9OKo6Dq43kKIkEWGnZJLSJ9yoTU4m7beNvm2CpEnp7cli7Db148etMunTDLTx422IC000IwxbvPdPSz1aa+95lpXmNqj1uIsvdGUx3MHyvWIJnagJ0ZLyY8jmPoZafx6oLsuYkRFQ8BCFU98D2HoehYv8bfHXglRcvHBcvPJ+ms72/8A639m1/uyoI/5Cdop9FMQ72/R7rJ16atv0mubUxP0b0cuo0/B/wDogYIhH8GPk4ujKKfk351/MeJ/np2vnb8Q+OfNuE6fJ/xr4qPxv4uW4bi7L0ljo7NzAHbpYsbSBh6MhZBSSMeCAJzg6Z1qpuQ2JlmBh66ayvA5aHyBMsEqvg4GlaUc0JbzXRdW+8SX1mWMfQfMJJQotn1LlUhRaU4LiFOiQgkxMmFJGpppRh5RNJromtECyinmDia+Ml3J0q8eMv3dhTavH+ms72//AK39m1/uyoI/5CdpVtEM/tQ2o6Ui1HWpfSHEOiyPk6P1eF06VESzJS5pn1mFSCDDConx46iJJhODipYorKiytITtIaS3z4s+hp+bbPPWTzDgt3WG2cEpZR0xZkG1eQHCAPtXECzEZTJrJseRcgxAyZScym5TO7nw0idyag5fRzNaSUz5cyymtEMjZhxfB6ujQVNuFiiefW4CiV+4FpIXyxFTLmCpwuXOu3TpSKsfFTz9LfHXSWppCm0TVScXe7z3TemXdZIsfahZnzT/AAwajYlIqatOjWLPZSKIT4gmH34HF5hHNxTECwXgVBUTQgbidcWIpVokiY2IPIhiUwnuU1JTZptqj3wlA+K/qO3XUndQsaxfAG71mTN1Rd6iVpDOnkiFjSsQimBnP8WiySdtOU9pGg8+qnEI4eaePEdPOxfEqSTMGUIy9KztOC2v1g2w724VMTEKpdlXEZlVgkS+HEFkAxS3JOAEqDmYGZwqpjcTOYiYJIy0rce8y3iXweLV/BIyE1WagEOZRhIbNqMJx7JaCZoxdE0s1Y0z8VbWIImrBcBL8Lg+OfF2PlBCZUIih9YdFCTcSQ+dLMJjQ7K3a+8P3Q0CaY4U0XSM1/O4rU0NMiKFEFb1VHo6lvFERK0XG1EUgk4V5pQ7DMMO08u0oEkJAhuD34EiBIoUKFElk+/eMmpbpDaM9CEtZfQ8U096c9NqZAJtJKPERcguAIEXXMSJou2PiyqajVkiqqcZPTTDDDba8rLiwdPtMg9fn37YdvblPeVaIN1vGmmmaMUau5VyDlZDiLCaubLTtJw7CUuZkQiqkiLZxIeQdGqGUSImU1ds+TJskoIcGlQlGJh2XQDsPrRc2JB7kbe0BjfnZC+AgnBcWVyMG70hyyyYoYGgg1YMhASLkSDqDmMP5sDjuPE1hG4k3dE692TpDmDIme0WyojOK4z1FRZOJJVpOr0WRFCzELRFLGUEHECpo/GMEQCpMrLKlAKwZfuCyOaTgTjSW+cqj9+/NFSetJ97k6VWoLWpGmtPXZqkmHO3T5BJwpGUq9MsxVQnD8mJRkEtPKqMTFYuWjKq7RlCXLCqUMKIoBFCg9g2kl3BaYcRxsVaUnRvC/gvcbT6jfdcIT2dpqIVNDhqc0wYRkGsxOaOHT6jJJFSINAgXInD74yaMw9DswzExYUh7tvnblNTEJ1D6cTKpCKnC+kr3rX7GVvAf7DrUT/wVRR0H78QztKJZfY7TG2SiWxdS27E5qpYBogOOGJSDk2GQIFmFxgGzLQSOZQZcNYyz511wjP5TTelt8Vh1/LyZ0oYpRVKGAcIb6HIylzEMPOgNQ4rw+ywnNqMNKqO6+LHUJQS2Qfk3QlzKYYcMi5euWYydG25j036DtVMx9R2nCYE8IPg6YqCrJ77TL8/jrciUJcVzaa9aiAmhF2CqkvgjEyZ0nCyXG6hFLmG2ltQMpph22UQWEbR3wcSK4WTNzfpHJKUSoCedcmtQQvih5ZTihp0DzU3OR67F4XfmHb1jtunjDxgWmA7TtthtkRZaDacL59wR/1ZQr/4wpH/ALs21To79uxedVx4EuLnmhZQSAcjGcQcjAkVBxIWUExMHnGESe6fbwqr2q/47Mhv+wpf/wDB8v7S770Hd8RlvGJVwHJ1B1UTR00wWVjN+YnKnS9B+bIzilepI5oqrQGvJbpaQy78yKk6SjKQcWXy1DhJw8WgV4SiF4/TwIdCO9O+kFS1NkdWziFJfHdTzMNBAafNAvFBl9E7cMviD5IZh8unuV9pHfF3hI09LMu2Uht+0098oy2L/svA6z2i3YGHaEuEMl689yFZh1WCwpIwkHq5gGCDEkE1GIgoRIKqBmN8rmPHxqI3S/E2583X0AHNKEqtU2kCTJqDF8+xMdGmFqdkynzdWJguwdlFtWmy8X4uS197GLPxd0SfEVBOTCqARLFEJERkVFIEUstwnrokTuGNc82IJ1Bru8J0tyQ1BQhEUOKp+cUiNaUhIHi2OUhAflmAQ4xfuY1ffGDrKS5bTUaN0VtEjtCBhOduoiNo6Y4Q25V5ibqLdwTajqK5mTL0bSOjWP45XD8SxfFi/Cbs6tRCvKj5owoKqkabfg0/NmnzTTx62IAAiNAAAAADDP0l7dU/tD9O/wD4lOf/AHRtR7N1k6LotlNpSMCk3BhAPVIhcmAnMce2ZVwDiDPJiTlnODXPz3CuCd8DNPRTr80ExrpVkhvKN3FDMbL8TSxVUhXmvrOliRhdynQPFaWtn3amtQ+rx5Ej4+/TyDboq9bRjzZs40yJ425Bt4ZCZXT3Ln5O0aSPlJ890lV+I6ZJaS5/CPKmIPlRDUvisq0WGfnvLaKvipf5RSTnY+XoOiD4k4+Nk3ico/FXXlPIs1sPhBm7X0GabN2TNOa8htKsn5VTHSI9lAnJkZQfDLtMXCJFbj9ITVYqXNsvWxYcnyL96VMs089y8aZrfayHoX/mJdHX9ixp8/4JYR2i0WO1XVuKgfoLfWtsxUpjcBYYCCDJngQN1SYwKQSQW3gT+ZOmWfsrkTdLbrsd1tKGakrA1ExdP8ZnTMMTEBWW4VYglNhgXiOVSQKpUNtxbHLDxaUBL/HIliJtVdML5hyndpGIgQH4zylJjcxaftOupmKt4Lr41XxJqqmolR0cPykjTUwvIEMQDKRIbX1F7Louadrqs8RlyNYbLHC7EPP3L2GoLQV5p6owdL5JVCyUokrB+1fT4T1+xDzl/wBUqRn/AAmIfT3d/AbXrVm1YDC2GXZUe5bQsxUFRizkmTlkWxFZJFEZmaCYLkBiAJP2Z3ZAzmBrHZE1E2pRST1VSdXZYzXhSEpwSZmhD5YFBHURcLEPRCjH3TlQSFpHVCD/ALbgw67RRYhuJkE8XUU427JLCIpFjbksaY4n3cO60lTuzS83UKTs3Z7xzAkyV8iqQ1L6aMdPlyEZVJxV4pHDKZB0PJrhJh0D6soqr98rxS/RGIjUiZNKJHjxhsscNqO9tFMbQY40a6SnD+LoYcvnOmWQzp85er6U7eunruVcKMPHbx22bBth4w2AstsNADTLQCy0ACFNum/n3A//AFZQp/4wpH/uzqHjtqFtubd5lXpAvVbLEoYZrO8ZnI6HMQarLAFRMGJGUGMPLt8DyirpuZ/2bDfr/wCqm4/4VJgbS+72DeQy53aWlOL5trp9MUZtxGQUYXkDLh6ZLCqRtMU2XZcEj7xOePWHzcHQU0bcRLHClRlyXSCrCUXePF5bQyB/ouTemzSRKacM350SWguBIfnJP8+8WpvxZD0RHFNcj08ypnFps6qkzC6ok3YulFSOGwFOIEnTkTLbDLLDnsu2dCzb3UmkWe2t6BdeM3YaiKPppS4hVEQYTgyJYiNK0pSC9DSgZOw9HjUEHmDBZuJUVh+wwQJuzLmFQUCpWJTcOm4qLuVt3ilq9a2drdprZuNcuHGScKLcdmxARLMqkELkMW8gZ3xKXBMxCyI1ICiM9xOUzOeeelUUzu+dS+6n01aEN8HC0NxHGOpeXMeRhN/X/BJt4pPIgWJW6hXpfyhBddA8bepzUGwabNwzH7TRU24hyN40MRsZIARhhWObTt7zLVpIzWvuG9WE/tP0ZEYvgeLZQw8+euGXrh3EEJLQTBgcVSEIzRnb5+Yh+KkIyLZRSTTIiy0LDB1PMHko0SPmZ91VKTF1MUkRbTSCwjLBA4lK6Qqky6gmKqYoF3hQ+mqRA27fFDxA8UfPSpwmadPS5ku9eOXztt220yNc3eRbvzSboL3P28zIaWZVEJZlJxIqFHEaO3CkrLT18dLR1BRNKQk06unFFQTYPh8H6oZh2F3JsUpDNLq28TnJdhQeO2cm2dtntXxbINltnfGpkMtxLRUXF1B6QAYwYzAYHUGy3A7Li+1jEESQQSDBnMQWy1yMGN0de8s/xrBoj/70NGf+9Q5tZumPJOOtRe7+KyYljOyNtOkwY6kBAqVCE5penDhGJ4IW2YWQTRQ6XfJx1LUhTzouGkpaYSlRIWBRz55pGVklWZJKJasjvLP8awaI/wDvQ0Z/71Dm1wCRH8o+TX+pTLz/AHoo/QPsDu2bMA11lOjbFsoOZGRFwHMQR2gg8KhjABG64/8AM7flxqG/RjpM3We5SPKiRMXVfI9L1ZzSh1iI5hTi1SzulZL+cMcw2tLig09OQzDcYxWQUIbl6tRSiKbx58nvFV9ES6iPhiWKYmU0Au8T37wF9uKt5RLonAuo7WromerkOOz4y+mtB+rnT2hzRlyZUgdfHW4ZiF/GCiVfpZ9suWeKkMRCmLcMKb4sUOG0htRIp50pI7qD3fOijVbGibMXUdpolTOSOUiGSUGJkURxDrtWVyUKpyosrRFCcGWnrsWU8qqxCtn3Lmg9kwpmm6/jKBor9Je3VP7Q/Tv/AOJTn/3RtqbNwIbKWtmNjQI/SZjIywwkFpk4pJmGmRUYgSGJfFlnzy0kaZ+YNaFl9P3dpyY0IvNGkB70HSPGxhKkPGcqUWP5ua1pPLy2uRBFMNLhBpdiVWfR6tHk9JeLi09fl0hJLGiMLoLJZDQE5ogmEig/S3B+nb9C7u84XlP+HTTnqK+JTRmet/hK0tTO/C5KY38tK5Yx8kEoy+RIf8utpPY8gtEPk5j4gYbYd+Ve9rtAuo/c97sGF9PM+Ymh7Q/IBIX4dkxNFdQ1YlBrp0cS1hIgdcUExRKPQfiLs0SOl3Bku8ABFh66YaoNKbc5fBaf2JqCv9WydX/r8ntVA67TaW4tsEbPcCG2zkBQ1oFSGA3xB3ARVpBRiCftLII4zB+fCO2rF2xsbG3dWdGxsbGylGxsbGylGxsbGylNpiwYHh+99Xpi2AsP0W0uFgwPDjRn1M2tzp7AdToGPd6tsY6Bbk2lQAKcuHRm/oWEOFmcBjAK5z8vf57KbTHmhinX0WB/IpUKDilLWAMFMDTiAeIB6vMMVGvIa12Slez5v5IcuDNKj2ApjFQxYOIHELZoP1Bw7N7/AGcdlQN/b8B58xT6Y80M8uYMgI+hkL5pi9AsDQD0fNDLIh30ZpUexnmFh5AGQcAY838kRtiwBfzLUpb0b8uDQCzPm4ABxYbhb0AGvdywI3BU03s+j5vIcfvfUz9teeGAAW83AMjypgBH9btxtbN6cH0pwwAe2jTICPoW5cKU6UBghgQAOFA7hZpUewGOVqUwGQke/L29o9uVZ55aEiB3ys7xPj2ncORdcui6Vu8A03RjpdnIux9DMARwpwiqKqxLJUh1GjEuYg2KUmLEthPUIqhOM0Z05fqKQWcn2DMPm3j0k8fuyzZV+0wZd7skpKeHZESZlHI6EDa0pQnJqWUByphdRiQwROREeh2XULI8Ioh1fNJiUjpppaNJqQWfKhlPSUsi+PPH70onEnDbsq62eAVAA7PPhSt2behW9OQ15V2bSlPN/K4c+yNvM93IbbWVVx9JhGMphL7yqtIXIxAJJ0GZrXEYA3AzHPIE79YHLlSBXHZpdocc+yP5Ht9odRFWQAaW40xzBka+gN+t68x2bS4VDiyFsj5oceyPS1+4dlYDA9niA4vwDix+fHWu120neCI8Y+O+qkxn2e8Df7fhSAFgHs2HsjYMWAOLFbjb2+wY+N3bu25G7s6W0wpXSIima8WIEy5kmZpLpybi5B68sFIgOISJDz0mkP4OgKAyZdHZJIZR67LnE4+dZMvTLxpQadNunLmQelgCnAOHIWfU/MObX2KVHHO1OICyP5A8eFu7aCiMyOVBZAwRt4DgBoM54oEzw7zIY5gEwwBIzgxEeE+3xKVEA7NKCPDhVkQ/nf3rsygWCmeYcR7I/wBL+rNOOzgC4DQLj0+kAXr2O+3XZKD5tuQ44eaH9L4/Z12vVsgRwynfwJ89optKCA0Cwsjjn2Qr+t551DnegWb2cWDiGOXZph2Fx4hXna1lALB5oWEMcKCzf0KfYPdQKAM3DzePKlmuyNf1vNu7rULSDHnzHaKHODwjXsXjukn9lHEApxDhxEAEfo+4e4MABYLcs8BqF/Q/P7bVAHADTgz9ocmeXD6thkLgFOPtuIYowPD2hyxRz7vCPn8uUceQ+IHxoAKU80LNVxgB7IiP63z525jUBogANg7IVuGOXZx+LC4iNwxTusoB6ocBxi7N7u82pwHqFLJ2cebhoBxivZuH4viPd1ataKsAMuOWeZM9XPXi34U2mKM5ABwFvQ/c80DHfbFG0x5vJrAcQZ/c+ecBm1rO7OAoGRARp+9v+t5zfhfzrWaDPo2C4csejf8AW+Nbjw/Kt5t1jUgZb5MyP2E+RMjdmd0ZD7vPmO8b9ClPV4gIW4D2aj+th15Mhe4Us2lPohe+P3t/1sM0GvHqIYcH0fNzbGB824fi836NBflZoM07I9nFhtj0ebsL5qFqXsFLaQNO7U8hx7PHnUiB8hnn1eZ45fHKVpQQtYQoP1AIejy525gGzaWuFw/uer7xtkQrsuAxga47vV45sFeXRaUGtPSz9Vfo148RAOdNspg8YOWfCOehH4VekC9Bp0wA8vUHxAKUCnGmwIeiPZoAhy7s/iqX53Cw89kCw0EOg4HlezPcNx79lZ5CzW3IObPJ20OeN+g1pW44a6EbpHV3Ty5aCdc1KAdqnm0Gmad1ho6/P3jjZtBClWKewelv1vrw616FBAQqzwqA0yHm83Y8+Ncca7KAhYOzXHBka4/chEe+45vcK2GmWYPM+88OFKiQ1Z7kTd56v40fzUi+U6rKqcpxQfqx+cGn6JDcp44U1Y00y2aV1p2lEzcJry8ZeB5V/Ea3CyhELxsXgtqgsvXzLfKbfwb7TSpOXafE+tregRlDjTIOzsKRTqjhg5DqoVB2LsCZ8mTksQMNley0AdgubLNADIMg32O0wNhwBZsIM05DQPV/chrwuFfs2bYaWyHIOnJ39f13GvM2x7M7Fm2e2GMFiABiMg9bDAYnSTOnOrB2GWI5ab47J7BXDmjbdt6LtA6QZT9MMjYbgdbVCLKdEEwVBs7FczYlKC/YNPCixHsSvFKIhS3xt27NigJxxPhxyYduXhRIL+Rcgx3LSgAHZCoiI1pxtzdANLBcBDryAZZpQRZGtLBQbV7OfxQ34f8AOsCAHGmAxTu5MB4hX23HbVUS2oS2ioi5KqAKsmCMljt56ncaqSSZJJPE5mkpdkKZvw6COWA++Q4bLxFqmLYHpx7NbB354BlA507rfveTP5uFuI7OAAtbOa+z1RDhThXv2HTjEAjswzn2wPdTf4/CgOFsXxxtnzBAOAV/PhGQrS30q45U/cq8MiHdjYEBzSojYAv6v7mIjnvC+AAdjs8eyFAAAuAcezydAAezs5HNBpMaHfkT2kg/pDluHdlEcPCeGYERz9lKAejRkLtVwPDs1w76ZvkcUCjmQ9HzQG4jgeFP3PpwEAuID0aAUoHYCwUG1L2/cQze4gGRps4AH8kLAADbI2H+lV8Q41AdqxvI3Dw6v3uft3bo1jeMs9J0gxzO7lzpwUt5oYtbqzydBwEcUC41HlwDpm3cMkNK2p/Vdqwl9FE1VmYusSIHMRTNRYzW4SUYKQzzpfWIiB1AiciQHDq4mFfjq6bdC7X4jid78VdlmPLsvmHr9738DI47AUEQDHd+5XAK5Hrs4OFWQG4iNugAFaubX4j7B5ZsiOUZlBa2cSEzKsVwkjPgSO89wEgZCAYmCDl1T57OdKAeqGeXQAv+LtfjXjm1AQKYEOQDS2aeoH1h3bABjzQvXhzEBvV3UA6+b16ABfHHligAIfRCn1Vrx2tVAZJ7uR1UbjHgB8AoM2x1pTuD8j8zPtzsAF2fNwLIYEcdmv8AOqW6BQA5cEEK9kADlS3MQHgw0FuYB4bKFQEPNt2hvSnAP3KnDIj3DWwPPk+/hVl3Z9u7cs7vM5cRwAu7uCSEQ7wqC95SdieazuekCyxNypSIULLcIu5TGYeOIsVoLZ1RQXsBPowfLTJSMlN67Mlo8JkfjJci2Kc26dGXJqQQAEBDzePLAUZD+lAPgAceVmMhjzQ+hwpy/cgpX/W5HPBwBUAozz4DmrP7lTNcB4UtVURMWEBcbF2j85yACTzMAUkmJMxAHZ1Tw4ngNd1KAUoHZDIAI0z2QAf6WAjytwrcKbKyAADPm/k8KZEOPk7XvslBEQ82lO0OM2AP6WH1+NKbKAcKYEAxYaAAhbsWzz+zadwnXInuidKzJk+ez4cuwaV8SJ4eJxbDUQwqotmnCfEyCrw8efkm3Ts65JrJF8nGnhR4/KmXLBp24MvGy7x8WfumXoMtPHD1gGmB493fegWT27ekE1p0kdEcy4qglqOIkmAKpNZYhdcioFmJyyMUPlvj0IwXAqSCY5dopUSbj5E+NsNtvxfHTLLbtlz28Aej5tLs/R7uTunUbBetacAAERCwcfZUWf3P83PNLUKKbgcgYkDKrbwGwEjXeQN3LfTEYK7jnHMb/eO+uRNX+g7Slr2g+FIB1Yyq/CtCUExM9i+GEkI4mRAnyZET1KMorxR+Py1iuDlI72k08aLfFFE6cIs+VF8yWZMMO3rEfofBwNzHaujRoeH80PqssNArX+PdW9bWALDtN8AeqHEa06sh/SgoFuIhetBtTZwAIiHm8R4dGch5KgB7OPt2zuWLDnFcsWXYgSz20ZjGECWOeQPGMo0rUO2UMwEnIMY0XcI+YnPKRUHwfBwdzEIh+o1G9Lfoh9VnSuJ3j1/ucOo9I+6Q3e+hWZqjOLSvp9GVsx1iDVKAFGI/wrTujf4xCS0roC6ppIo8xpjRchOfjKpDKIZA+4S3Ko5+I+QcHHRcycdP5HQClBpxEB9gAAUHscO8O/GygHo+aGGeHIGRx5PhbgAZ5VCo2fZlIZNnsKQRhYW0VhpBBABBic5HaDNUNxzkXYjgWJB7RMHv1p7IWZqFsccCIUv2Pqr07nAFaB2aCLPLqzb0A6eGOOzA4ebjs8M3Zv8ArYU76hjjSzmQC3m/k8OHmjnyYXt3BQMCFrzPcBE8o59vHs4UqBfXH8Hb0Va/tScb6pZxzP1SQ1MGPk+EU9YR5ZxrKdGg0s5gqE0WDUtpMT4pkhGS25emEtDKGD7RqIDjL4+8MPSzsqXbdlnPIw/BEN20H+XZrhx/VJkN0t/Mz048+G1qMAsFgxSlKZFn1AEKUxQAsFQ4g0WcW6fWz6gX4hUQvzvtytseyuxZ7KFmYsxIMkkySe08uOWZrUXbgWA5gCAMsgCoHyqq/wDwIfu2uM7NcHT+OVIbhTh+hnrkR4cMcdrA+jXSjLvQ/prlhpZlQsxpEEvpTE4iIw6szDUUNWjI66iWL1+NTzS0ow3DcJIhh46VYlPFygkIfTWWE9yUdPmDBhh8bf8ATIBWnm083iHVnP4sAt3cAsGQcGAsGBtQQtVmoegAhxtQK0wOWb29msWTitWlRiMJI1KnCY1OUgHjIzg1VrjsIZiQDMHjEee/jT+Vgx4dA6bGyBw7vd0t3W7uRysGOuLdPq6eG1Updo89FW7UkXoRmnq3m5KKK5sxHEmsyYqfM6aBKY67B6uiIK+mxFMuJnBOAi0MwHB59MR2z81IhcvXEQqcUHWihNGdsH3b4ueMKMhYcLcPdbAU/uY5HK3DwxbHuxjlUorMrFQWQkoTqpYFTHaCQeVSCQCAcmiRxgyPbWPxdDCVG8KRPBi87fPUOLoeWoYWnRZ80XMPEpfTTKUou3BhgBbcPmyZt8y6fMgLTpsWXjIVZDaAT+BeN0h/Uxm1/t3Rv/7p2sN8rcPDFse7GNl5WDHh0DptW5ZtXYNy2lwrMY1DRMTEjfAqVdl+yxWdYMT2+ePE1Xj/AIF43SH9TGbX+3dG/wD7p2zWW3wbfdaSnmLAM04MlzNInGEtI1haP4UNnJxxioFCsSQaukIiQjBogZftFzpZwqJpV6/KP2WnJl0y05esiw20G08/KwY8OgdNjlYMeHQOm2Y2TZQQRYtAjMHAsgiIOnLzJqelufpt/KPnd7+Jo2NjY26KpRsbGxspRsbGxspRsbGxspRsbGxspRsbGxspRsbGxspRtqWdshpMakpeq0qJ9yxgubcuVt44fqEIx0hEl5JaOlPKfEVQo7OOm3qYspzT148TFtMek1ZMettPiB0u9Ht7ba2NoIBBBAIIggiQRwIORFSCRmMiN+Xnd7+JqvKc+DUaHUdVPGpJT015aYUFQfvzD6CZC6lgRoWBp8LkQCsdQLMCIzAOvIh5N4diE0/b7QiYfPxYci6yuXfwcPd4w7GyVH05FPUprCXkNsXqU71XTsMx+kl3vlHbxgDKRCcPQARWSjHkXTDaSvOlRFOO3bDCgnHAZCk9+xth9U2aZ6G3lmAVlf5J6vsy1rTprn6R7RAO7fE+38fgwvC0MQPDiJB8Fw6hwjCUNJpRGh2GIZSSCFD6CkEHTLgiloyMluCqcmJxNwww5LEiRdyXcO2WWHTtlkADbEJ0SjgufsopmyPmMVOnoAm5AsUS5jQkmqD9KUDcLxijHEFcLElMqIGU8y/Tjxh25OFxB+WeNMvXTQNsMiGzdjbcgEFSBBEEboiIjhGVZznO/WcpnLPTl5zmvH/AvG6Q/qYza/27o3/907H8C8bpD+pjNr/bujf/AN07WHNjbD6nsv8AB7P8hfly9/E1p0tz9Nv5R5cu3zrB3Ir4PDuzdOU45az3ldL+ZiZMSU8Xo0cQafU5uRasp5VfQTTBxPfHUo6+bKHyzL5gPKln7Iu3rAiyNBoITibGxtrbtW7QItoqAmSFAAJgCTG+AKqXZiCzEkbyZ3g/o8Z86mxsbG16A6ZcOP3OXL29k8d67tEkqd4VpyibTFOiIJgwxAUVLkKL6grywVYbRYvcnIPXSkQJjokfiuE41RnZZ+cJunR5h+gGHr0q08YLvir0WXzPQsqJcoknpWy1lJDJpVPQ3K2AIOlzD51dflDK2cRIIh1OhlKNLJlPIphAwqmCCYXfKD8kmp5R6bbfPCxEo5aYLu8/2Nq4FDF8IxlQpbeVBJA7AST31IYwBuBB0P3M9OQ8xJtzDq/0hSV1yyPXdPGoFJW1uWURq8OraqnQ/EB+GFN8fhZWLraO07V01pk44dulAq5ePnbppkH7DIungi7aaZHp7Y2llDAqwDKwIIIkEHIgg5EEUBggiQRGcH7nnw4iq8f8C8bpD+pjNr/bvjf/AN07H8C8bpD+pjNr/bvjf/3TtYc2NsPqey/wez/IX5cvfxNXFxz+e27efu/M+PZUR+jXcjaBtBk6S0/dOsFx8gzHKQ0vwk6PxDMuJIqTRRIkYLMKjhtKVnrwqL14BMu06MADL1y0wPYa7LTTIy4bGxtqltLS4baKizMKABPGBvy1qpYsQWJJyzP9ofjRtiMey+gKakILkvpnwRCEx4CicqwRiWCI9hpGjCEIhJOjLg47JrkNRCSUUZWKuzhYsaYLnyRh0wZLuH7LAPXTtpnLtja5AIIIkHIg6EcDUDd3f/e64F1nbt7Tpra0qJejWMXMSyfkigLMGK8Nounx3Asv24YLwGwadQ9D0OJqpAsVwkiw0WcGmi/ySQhdyw5LunDki9JsMCDXbUJQ2Rg2FYZhBMem36bCsPo0Npz8+25ennxFDTiyYUenXhdwVLvDbwuVdtmG3BUs5bfC206cOWBZds5BsbVCIGLhQGKhSRqVWcI7BJjtqZJABOUg9/Uo2NjY2tUDd3fzKxCYMFpcyICjeXa4YUCiJHsIRLBawaSXpZwqFkuKUY6hqBhNfHCh8o5UHJQ8+eE3poicLOzDLtt+UMOgact8u6B9CspN3Vp5S9NMk4imNFECpMUxRFpZWmmrwytxa2pRYcdHVFw/PwlCEEI7RFy9dMsknbtBdv3bsWgfmTLQg2HaOxtUopYOQMaqVDbwrEEjsJUHuqQTEbjhJEDOMEeEmPwFGxsbG1qA6d3D7nLn7OyDY2NjZQHTLhw+5y5+zsg2NjY2VM8+H837vP27txsbGxsqQZ9nuB4Dz4BvKwfel/RsIcAt7m09HzQ4XpiwepalPVvSwcH0xYLfVjFvdjwbTHmhhngFrh6vCnMKUCgBkFc/nQjcNfPLca86WZ80LAHDNw9QL9ONAsPAC/Z836IDgbXALeZxDmF++wLSlqBWgV/2TOA7AVuAXvgM7IIAHAKBagdBZxRi1OGKUABtQAVC/AeMeEaaU+mPNCtGfqFnj2KBT2YAQAMg2lBxwAMchZz5gXx0txwD6VAB7Ie+gsjfze/A35DYQwSPZmy1lWlFFyaEwIGlwiHz4JRFXj2LECD0s6qNl3xx2nFFCITqcUMKDRUmbNOybl60YaLlH74HfknD0WBIGZMDianflP7SOR9nfGRrNqVtQOI1pyFgfyApSlvRpawcGUx5vBq9P3g/kZ4hwGmByHOY6xdIgUENU+m+gB/VxljkQYEL/OXhTgIYCwWEG/oxdIgiFdU+m+tAD+XhLK1QZv8A4pQ5WtfvsFQ6fpL/ACh8xVcLT9kzlGR1GH2eA7co6OpyAMCFKcRBkcdm+OWaB0BAyFQ4h/5oer04UHoHCPDeU65DGiDQTM7WlLqG4WnE7gwtKlShhJexG2WhSLkeZkyIEgoqrE4mQnCky/TvkqMfl1LOp7JkqosuCvk3oljPlWehdIU7lDUtpW05ah1dAJQsqTwkpLOayhDSacfqBBBOx5CSTEhhHJnzLhwZOFk54otFHJl85dPX7t0y9bdO2mhZC6XUNzop64trciDGBmKzP2TLDSZ5aCrgHCGOhy5yACee8V0QAWC3BkR4VwH5AfYIdB2GQtSmKANeYNM29H6q54co5NXG9q3fWhKZaRJ7VVP78FkxVyCkuYSXDoyqnZG3xqD1haiCHk1YBWlzLWL0Jx8ZV4VXynyeZU3Ko5+IeXMEnRU0TfGOXA+EebmKv82QF65086quNP6xY8u62Nj7Ts6kq1+yrKRKtdtqwggkEFgQY4xUm25AIRyJBkKxkSNIGdTfjS1sdv7WceZa/d9VkAKjinCtLXBkRyzWtb2EA67Qg/wR5uYeOsgOVtPOqvAgFcyL5hwoPQNpDNIGuPS3rygSIpm6T5oBNaCISi57AsQrXzKmJAwJ8Vl0ZHX3yV8mzIhCD1c32EheSTnx4knmU5r438XYOtGnBhy5Wr9i4QqXrTvBOFLqMx3k4QxOW8xlyFQEuKJZHUDKSrARA36TPHPXIbusQCwWD6I4/eh+QF/qxYR2aADjs+HQWa/RsIU4U4WCm2s4/nXJmVBlMJTSm3LGWpxXLvzKSUj+PYUg4yqFij106NGE5xESmnPTrgu9eO3b58WYeO3Tx4ww8aBpoGdte/oxdIw3/RTacMiNPw4Sy6Ur/FKHL6sBtqXQGCyg8CwB3bp5jxFTB4Hwro0AG3m3v0rXsiH0Qvxt0tySmBoHAcfvQ/JqAhToNgwHo68l/N6U02GFR7KyaEuplukJsk7W3kv42hqMmEZtRZMNJ7Cq3DiiospzZ4CRxomwcFyJlkoZacg2Dh75OMjTRvK4unvvSNZW76U5Ww3D8MaXIGIxYjzGIrymcXotfnDEtHYE1JDMEXRBNdOmI6Mj5UqbMNPGk8uIMOwfNssVa7bU2wW/fXwW4zDNBaJGQEKxkmMo1NSFYyQPsiTugSB8al5xSgXo0HG4W9X7Qp9eygFRAachx3BSvZtitrcrX2AwFuIcONAEbdm3tAB7sbIAUELdMcqX9Hrn+2208+fPbUDfnGXxBj2U4AAaB2Q42oHqh+RUMD+YOINpjzQwA1pxDs1+hmwWsPIAoFI4ZG7ySX089fup3d/I0uYxRI50vQmnxZEseKh5EewnEhVRbgRhyVQihR82sODDDMck2nrSgXcu2WiJllkWwbdNbSQAGPNDlTFvNv6FhtbgNvZVHS4CUYMAzISJyZCVYZ7wQQanrLE5ZBh2GCPGBTKUp5oBQQaCn+tD+l5zazXKlqM7OPNCzQDjgPZ/c88wtxtYKegcPNC7NMcA7OfxeelmbY5NpWnmhdnux2aCPmBcKByZsGOGikDt+ErxPIz28NIxHz3fIUylKeaFmgHHDzcfi7DcKgNADiAUsnZ9ULUaC370REPxeRvcKcfOtbnfUZq40yaRYdSor1LzvlzJdFXzBonD72OIhKJh+IzZB05fH3EOIjIPlyIHye5fF3h5hFTjrRNgwWaM+S+MOe19bT/qZ0+aqYNeTB05Tgl/OaDyai2jqS1AUREV10jrLJcucaR10qXa+PoKuBMyXOAlrBUifaJmC5sCwl37l4Nxct4+jxobkSUxDHEa4SS0d3zqRoGIORGcZZRAnTQGt5AGBpYbCHhX6Ac8Di9QtsgBalLhXh3c2L18Rtcb7Rn6095NDOjPUxoT01rUql2OVTXHNB9LKH4pS4kT0UhL804jCWMItqywmm0g6YW3DTyZRU8yVImCDwXaU/ci9ZaMu3jrW0295fFktd8Lpj3ZJSVkOqkIz+kitTXU5qmIhUi0Rw6dSoa1ArjtHIw66T3iaeKvXsl08u2Zfn3D1l2uHGwddoo58rhc2iyjkFusty1aIAYxduYSimBHWVlzEqJzIIMbKrFQYygkaaLkTry+G6peeANUxQPZanD/AM0ONh2TNBp9WcUyyIfVSmKhUNlpQaUsIU9luTNfEe/hth8bTBgGWSL85JkRvCEv4dE4XTwX43iVGhRFE+aZeNlSIKq6bIEROGWXD5pwW8v5d6y5etO3bXk2hDUGN/2RMmAIykEzA4ZzHcKdmelZgFBAAFmvs4h2L2dj05jzG4VTsDagV8a5Z5u+vt9t9Gw1qc01RmupkLwdqFkbFkSrL/4qkQ5DU2YBXV1VMg7afCXTUhLXTZ88/By6evRclSz14Dt28b7HYYbp8o1q70nkDRgie1OaeSZ0kYfFDhQ3OmWpc0VNF3guTBcyXfREy+cP3D1ht0+cvWWXjp4y0w8ZBpkQGcaETjUZ5ksCCQBI1jwincfDjpXQ4MNDTzch19W/oDa/X6x2cDIBQRZqNhwNPojb8WPH71G8YW8u3hxfRNoViXWbKBGgWfSelRJAyKiFi0YOm4OiErFUYlYRPHCUVQw7V3Bj5LMPTP8A0J8ZdCbKPib4XbbLwWO35AzIOTlkRJObqgllkQ/NWUkuJkHkYm/eGSaQbjiDUSJzKYVMvnTt8YLEHyo8KuH75hl69dOmG3jDLbTQDUXUa61rEC621uEAHDgckKwbQyQRE6aiDnMZA7iSPCPmK25kQtT2B6t/QD79/nHIKd31c2PaPtrwDZQCgBa9q2HoP5PP35wM86d3dYODPHu7siO15+Sj+TBn2waiil2QpYL+FBHLPHFvaHDZQ4tU6Bm+K/RqP34bR1QjvGIAi3eSzP3apWXsYFJiSwk2nznUZimDqK1BimiqBKXZx2kESTp8K47U3f4RCDttt+VZKD8nm22XvnuQa1do03jkWaodeWvrR8syxh2FELRqvIaQhRomLikoq0bu1lYV04XyulGiLkkkNl3SYy32SZkyy+ePmqi7ZZAB5xfsllUOCXumwAA375bXE6zAggKczkdxkipg55aAN3EgCO2almALh5tsjUMejQfQpmmad40qCsh6I9kLjWlB9Wv87qI29l8UsgB6oVEQpbHoVp+LyPQQ6jYAZj41eb1LQVoLjiGZc6r56hKmM4vhRiNocRhlfOSORUIYbV1FCYVAUJby4jBJKdpVRlEqJI8eKKAfF/LiU+LvnD55vce3bUtddbaSAWdwq5wBLMwAnPLfnxzzGInqySc4ABJEDXWN/wA51kIZCtPNyIcOAdmoh+LDrWghxqNrPBmtPNAKtVwGPN5OwzQfyeOeEIIfCONzJauscApf+Z61Uje39YrvyHcOKSEaP9c+ljXnBUSzF0nzPamtBsGxSMFxGtfMaZECsJ0UAkpi40lskpkQZBykebZSlZPNtmk8mbIsMmmHTRpl+y26d4Lf2e62G1fsu5zCpetuxjM5Byd5nI6c6khlElWWIzKtH5uUnLOI90nXrdlnHmhxEbY9EP6WGf8AW5HNLOBnHmhYArYOPZH+lh1/J43HhDvJLebxfNbe/aod2adlTDaRCenyThWZyZNMrEKoZiKJDZlOkIeFJPQ69TnaaQLsNThPO/jRc8+eNAilWvJs/G3oOZiAClB7IekHDl2Rrd3SvjTpSxLiXMRQk4Ha2xgiHQ4WGfBgRIyOoqDlhxbwGGW44SNOMSRunskpQAEADPKlgp6nXAX/ADNCg0twHqI3D1aD4D7NnUCmPq42Cvocug+Ho8jRDrt0qQpq4gfQpEE0viGqmY8Mv4wgyVvzImMa+WYcKIEWxQYUQjclBxmXKf5NCgWKjwlFaLyJ5r5K+KuyzRw6nFzdy6rBdlWSqriYLiYkBVUkiWOigSTuFUAJGQJOcwJyEHMQdOPjXXIs3CgAIAIZDgzT1Gg+vmNqbIyGPNDA/RpkWf3IKB182vMdlpUQGgWERwNvRC1WLeLPG48GtNsOmBePBYdu3bPbeNtiyww7YZABbbbaF2DLLLLIC000PZBkAEWhAAEQT54VIyHKQf8AFPPdP7cq9AvTzQHzhyGbBYaOrez28weFuz5oDUWeHd+5Up1EfaG2JBHUD0CsYQpav+SBI5s83/H7iHCJvddb0w3r5VtXSfHkGQDKV3pvne/lPDr5OjJ4oDGia4MRG4GITILBciyUeNsohdtksREy4Y+MvKmXgdjbJrttXt22brXMWAbjgGIydBAzE61ZQWBMZLHcCVjmeZj2aTI0EKUZ4CGKZEOIugAPANlpf0QpURrTkDIf0vv5cdvipkQw+tNvHSOto6q9cMO23zpNUiR946dtNAyDx6wVbetO2RaHsg20yyyLVgGtgiX3Nm8yi/egyXnDNSMJVw3Kg5LGdKhKkokQ0vqcRFVYoShSGIjBYMmlRPIvSxl69XnhX4o7dvHbDssw88q008aZZlrqK9u2T1rocoIJBFvDizGQjENTnurMKSpYDJYk9uQHsPx3VMIyFKWwNMZoAc3dAzn7NkAMebXFqd37n+YOtNtGzl1O6adObcOu9QmoWRkiHkXsqzyEmJyzZgGWDcUMIQpjC41DrMbraG0tsIzSwkgqtJnxkE8VROA2Ln46WB7pEN5tu2rfyQbQ/wD7q+QvIKANI6teuPELbR0lsGGuIDkSC6ggwDmC3foPCKBSYgEg7wO7sruFlnFWQC4BSnARD9zCgf7HI3GmzgAACvZDjwC92ciLqntv7OGgZN6q9Luok+spOn7UfIOeirDRMmoxEmSdnBLyZp9AIHnzZYmeWyUFLq2YSiZsw5euCpk86LuTD908dOnjbbDQBG7NDeZzLgLfUabt2ISlzAh6Wc7JMLkzVmYxt+vMx2jKKXAE+YvdJqYWcnWUB4RenJRpRV42aT3r8Cqqo9lsHrss27q962gRy0q9xbSFTiBZyAokGB1pkmRx3VcKxJy0WSDl1VAJ1z3cByJqZ6mPNwIiFv3oWHsWDhURDFq7OALgHZpRobdnozw8kAeAUvkODQCo2ZARvSodWbCPk7B1qHHNNo8pH7x6U89ddGpnQRDcDzDSZmaXYcT4ljSL1wvDLECrxRTeQewXcQw/ILp6IHphgIxIC+BWQ0t2wJY4Dt63RwL0zqhthmALthUTqwEwIMaIxmd24xFACZgaCTyEgT4kVIiyFKeaFa3sNvNZ/c637gEa8aWcyHo2D6I45AH7n43tzClAZTHmgNx4dGch5LmIXoHHOQeAUEPNwNhpyAOPkwp31C9aCNKA8+wcz58BFLSweaH0eH739zD7ApUcUqCCHoj2QyHCn0mR/pYUv3cRvSygFgtysIdAz+LCn2fXRoh6PmgPeFMUHg7qGOABW/sip3dpPZGR8Z4e0RQyFgHs8Q8BFka/rYVwFb2vdmlnAFmbYtjqzf0AuFA4AAU6VDRU/wDUxp/0qwK3MvUZNyA5OQQwZYIl12OV0qkMKakLoXzKSgkW2W1SIll44dPH7CQhE1FTeOHT18wVF05eNMR+SX38e6an1GxaXsB6woMIxMoHi5BGdzGhOZMoEhbNG3zBcm4TIkmpBMHQ68NnTLbBconGFQqqGTDx26ckhbeOwGj3rSsFe7bVjEKzqrHdkCZPKPZpUhWIkKxHEAkeIFS9crB9fS/o58At0scrfV+99X3Y6Waw0y2yw2wLLbDYA0w2zRplploGRZbZaBmgg0FBBoBoIDUBpSkQUVbzCL4d3xktN2G6lZDZmD47kgem2Zms8X1N3EiebJwnH0QsoriHWSIpj4u2Ygwu4aOPDzDxlyefCDntuWGhO628OIxjdUXImWYwoy0k79BvqACZjcCT2DWpfw4W+9ugfmx4LTFgx7umfDGOWNxhFkPwDCUUR1Fp8EmFYKh1bi2JlT4odPfJkPw4mGFhZUPiKYUOKJwSacTMmRKJ5M0dMeTFyULP37Tt0MMH8Egbl+36soM/teNVnS/8orNun2Uh7tq3HSXLduZjG6rMaxiImN8VIVm+yrNGsAmPAVOHTFgx7umfDGORTFgx7umfDGOUHgfCQNzB+3KD/c8arOn9Yrp0+ymaS33/ANukJuTEgKVEvdWYRBH8zo0haXsDoP4CNTCT8txhGi4QhuGUj5UW5MJiKm/KS0okiXx9XUU9LJeW+MHzxQo6ev3VBtOzEwNosEnIAXbck8PtVPR3P0H/AJLfKpjw4d3u6W7rd3IDh3e7pbut3ck5WD6+l/Rz4BbpY5WD6+l/Rz4BbpbeqUvKwY64t0+rp4AcLcPdbAU/uY5V85v/AAjXS1JibU0ZPL2kneHREuSnmLG0tVmIINkLLpWhBdVoEiVShdRWYVVTk70o4pw2pnEp8dQlA0lppk6mPihl+QJvXrRd1p6IPhU2h+EiDKrFWlLeLQymNGHZRlRiCRkokYg0afMttuizJxR1DFi4mHjDl627cg88o2y6baZZEGGhZ5jtmzKSDeQEGDM5GY4cfORrQWrh0Qnw5c+Yqzbytw8MWx7sY5HK3DwxbHuxjbEZfxiQmJAcEzBSiComJcdQjDcZJqauOShdaTyEToxFbJkVguQNqJFwqlC512XPuSSieKOjbp6wXOGnLLD9qJ3dQ7yaZW8CjLXFDUwZfQNAxbStPoZRQuYg18vvX8TJjtVjkg2rr4LagfduT7TuFSbxlynMly7DZgyAsts+SB1qbiK9tCetdxYMsjhXEc92WYnWqhSQx3LE8pMD21MjysGPDoHTY5WDHh0DptqWPJ9yLlYrFUCZ86JTS4XTqa6WCaLHkxYPhBWNpL8yaJOFQsmxCrpxx+nPTieeKOjrpy0WeGSRtww8F6WfMO8JDWNpEt+qo04Y/q4Sy6f6Jrd1u7lYugMFlB4FgD4TzHjUQeB8DXSHKwY8OgdNjbWMBTqk3NN+ZLSwm1LKY5kk5evzheA48haL35Rw4bJu37406h5UUHhd05eHyLD1t6yww7bOFGWxZaMuQajX0t7ymLtQW8z1taClSV0Nw5DWk+HUpaRphkF5TOrkYPFQ1Bzn4upopkk5IJbDh3Ez8e0VNmWnrZR0NHQNtshVrqKUBYE3GwJGYLQWIkSBkCZJ9tApM5fZEndlIHxFS7bG3wYmimGYKQVGKYyiJBhKGEZwyZV4jiZXT0FBSizb104ZfqSuqvyieQcNP3zpyy9NGHTDT147dgIttss7aN/RjaRLfqqNOGP6uEsrYt/in92McrllBgsoPAkA8N/PKkE6AnurpDY20TDuqPTLF62lwzCeoqRMTxItGnZFGh+HZuQAtLasde/rRJMSU2IDJ8+ae0HyZcqXevm+yPZdjQaR+b1veVxfu63+kVzCkrobmUGpWepaTyqMQryohjCxM02hMgtpwJpM38omHfyq8ESRn4u6eeSd0fsVarR7ttEa4zDAsAletGIgDJZOZI8Z0qQrMwUDM6A5e+pedjY5WDHh0DpscrBjw6B020qtGxty7qh1q6VNFkLJ0Y6o55QLJtGWXz8uguYkPmDMQxG+KMsNnGIYg5DKK0XRKBBl65aUG0JDUGCAPy4nBcfGHPb4clDv890lO2LyECwdrEhNMiNWUHCYku5iwXNKVCMomjbwHJNlzFMy4HhWFXAm3wg5cOj60TMtPW3Ttpwy2+dA3m160rYGu21cxCs6hjOnVJBz3ZVYKxEhWI4gEjxAqYXY2Yw2w9YYeO22Hjt4wy2w8YaBththsAaYbYaZqy2w0yINMtANBAQEKgO0RMjt6Erzg3teqPdkv5NJyCladJQu5olZxOY5MqKhFb545kQ++RTEENwsTLI7tn8Mr9n487ihRaH5vuWvigfKTbJKXuJbKBjBuOETImWIJAyBjIHMwOdQFLTH5oLHsBAPvqXnY2Nja9RRsbQn7vbe4/o49ceu7SS3AcHwojaT4qiRGgCLEeLDy2sTVQITmavy4WYofJhlPJFCBF0/T0I9VNennDv5xk3LRltgXL4xNhtS3cS6uNDKyyzBGakqRnwIPI6jKpZSpgiDAPiJHvo2NmPXrpw6ePnzx25cuXbb169etsu3Tp07ZFt48ePGxBhh2wwAtNttCDLLIC00IAAjtq2UM9pIag4bPRjISckqp3wglrZiGVOKpQzDhGZUNp0SFCCaqm4fPLkGLC0mFFsqmLCQomEowadn3JBVTTjwuyXPFXj20gEAkSZgTmY1gb4kTwmorauxsbYVMqKn8Cy6j6NipRyfMwdBUVRUWImHjbpwdfw8hH1dyUfvXYC8duTLwmy5ePHYC2ww200yAtAAbTpTWs12Nov90Tr/AIn3lWkIrqYi2XSDK5WNTJjaBghWHFtQiBPdlYTBIByfFRUyhIy2YONKLwXrr4uw7dA7YZYFse00PU009a2jWRcWPoCnbq20ySdjouRJKj+C5pz5lXL2LHCYpMNPE5RfQ5FsVpCw7In3bDbZI22TZLmmGGmnDx4yyIhmt22yLcDAI4BUt1ZkSPtRnyqxVgxWOsDmBnn7Z4cK6a2NuHv0zjds/wCeE6Hv91jIX/j9t0ZKGe0kNQcNnoykJOSVU74QS1sxDKnFUoZhwjMqG06JCZBNVTcPnlyDFhaTCi2VTFlIUTCSYNOz7ggqppx6XZLnirx7YXEYwrox4BgT4A1EMNQR2r2cuzx557V2Nob9D28nmVqm3hG8J0dxVL6Bobg/RzELhHhCK4ffL7cSxa4MxUrITL2JHSkomUty9dlU929a+SypZh4YeNtAy7dAy72mQ2i3cW6pZCSAzIZEdZGKsM+BBE76kgqYYZwDu0IBG47vbPOTY2Nja9RPL3cuXL29smxsbGypB7vK8uXnebGxsbKTz4fzfu8vZv3mxsbGypB0y4cfucuXt7JNjY2NlAdO7j9zly9vZJsbGxsoDpru3H7ny8yKNjY2NlSN3d/Mo2NjY2UG7u/+90bGxsbKDd3cPucvPgQnKwcPZcMWx4Y4ZBohxoHL+2C3o1v+YBAB4Opiwe7GLfegbN9gBZr/AOZ9W/1448Fc4OnduH3OXPzApohWlgCnaGlMUFmweaHLiHKvLZvsDDXDFOyNPR4U4UpyDIOELYCwDwxUGRp6Ng62xwwDRDAgAYoAd4BQK9np+cA47KlTmeYGvYBvA467+HH0DAW+i1f/AGPDs3r7ccduTtX2h3S9rzl/D0rdV8r/AMKsBwpGJWPkFCCNZhwN8Qi4mhrUOllb5TltFcHLJoHaPEa0T+IHVB+mNidAw8JNGi5V+46xZwzbObXuH7z6x9ojjZKXDzeXssFvRwFBwIYwHCGVXBVlDKcirAEEcCDIPfUhiIgkHKIyIPV4ARrx36HQUP8Acybprd/asNSe9kgCf8gfn9CWmfVI6lzJJJ/CpOuFvmTBrUez8RRRvj8FTGhxTiSqZBUMlvlGLTi8qh8meWA78YOqD018vTXuotAkf/CC9cuh+LpCfK2l6Tum5Jj6XMsPwpTpIfNyLDKRpONP1b56pkxCUw1ftmJmRs38RXosUkxn5b7LBNhhNSGSElXwdoP1Yu/asFtbTn2fx0tUgWsNvvQcbfG0dBT4VzvMgpjR6hW5UQdCXq8O4PZt462bPQ7GeitS21srE20llnaBhYxmuQyMjIcBXU1x8V4Y2ysqw6xyJW1oNAcycuJ511vv/ZcwbJ7cQzzlHLpGGHZeyshbSjLmA0AVJWWRQ4NgifUj4ZhdHFYXzqmuKopiIlkSQqSypqKse8h8aUTxw49fGHkhG6ovuy9AFg/mO9O3LhK2Fq/Rv9eKUEduLvhJIU3NWrSgAH+D9PwcrfomJPUp5ofbSgBm+3aO6o/YzN3/AG/oO9PI4/rVwt6ohf7jwD0LYjb2CgADY7YgCAB01zICcgNBrlurPWwpOvSHjvRZ8nOtda09Vu6ikRNRDhLXNEOnFGm4pwClxIgl5uSqLRvEz2XhyIInSkcwUVnkCxK24RWoiRYrdFU8T7nyJ1yomAKOwNA+f8hhvGPg6lbxxogp/Y9E72Cv+VII1zxptF7vdVfTdD/wjrQEsavXErH2nMpo6JNzKczqQ0GJJYPCT1c1nF0H51IkSpyohnnARa8QRTmT6eYZcrTKaZcA7MuXD13JMzOj4MRUKo+6ZwA3kJIHpUP5XGfYA9dqNfd7m0Li2K2LV024vA9IwCocX2xMzAMagcKsVAVcrzFlDdQiBnEAwdwPPMZa19z9MY+DqUD+LjQ/W1Q/Q9ExrgBqP4Iw7x4CPC+3GnwQgBHQhqMtUP0W6z9UnZQ8KDjbrD8NHwYi38J90xgP8oWQPMP62/fceHPaSDQpNXdwRuhzChTd1H9MTuGYWVkOIZmQ1pjhSC4NQk5di8meTUBciZHgpBQU98rLhCCzxAopmiz44YJw6BVp6Dkk4YYmypfaLNw3tkPRrdASxIZ8apMyzEhcMjfBO7OqlotsoS91iktczACkadUATJ5+E16axd2Rog1+LUDxBq2kiM2VeW6Yto0Fm/wkzdgT5GTogNEDysW+LyzjyDCqj8bMppN75VVcnjDjyPYLPXDp49Yb4bXvg8G5NhdDWYlX9IjhLQoeSVBdWlM3qK1VOiickJJJ6fUj5l61PAGXZcoUcPzD540IMsO3bQiNAGk63EBpxZx+9Cl+xfhYPYG1bH4QFr0VECWybuxdLLs1MPWjrVBLlo/gyFGnJtUgeVMaPxT116uPQbZLIylMVNA1DZFypNFnSbBZuKo0VTaQnJiUcP77Smy20uX7tizcaMsVpGe48YUQEqWZmMKNYHIUtm4SFV3A3wxAVd51gAa1pT4KDLtPJabNYM7obhY5B0Azf1THkeW8Pn3xs49IQTL2HCh1KKOVNQMnzyuXR24+Mw42pGTx16YUkNRZfHTBt2Ze7fp3d4f4ZU3uQUD+U0h2H/6c08jyDwoG09G7/wBJMPaGtHkh9LsPPCx1uWMFly0VLZZ0Lt3E0wV40YiaYMSsA2yJgCqzGautHE1yYePnpBIbT01l426JO6VKUuV+vKavwgvefo2gHUtAumCZadCUPKcZRdHsv4ZmGmr8DgmSRKtw4TS4ogGYBMkeaXzCMqAfLpZEyDhPfF/jzLp+8LvuRkOzWfRqFGd0vAsiYZLtaus4UFlXJmOZIEDdMVoCLj3jIAKGC06BkAkwToPGrzIBYLfRZ6YpnzQxTAcrMhwTAhbj7POoNLs8Mc+7hydopgPVtLiRCRC2tid0JahZ8F1+JTKvMyCoQQ4HQlCHzh/y0NpjuHoeg6B0wuYSCA/EzD90gu2zTbAPnxky8a7QfN1xa4ZI7vqSIagJ/hGHzAGMIfghpqCEBxEi0wtRI5Un6a0Ka/UUlkSQsJJll+/YNNNum2nVHDbDbTbHq9Iot9JcBtjAGOOAUEAkPBKjCJBgkDiRWIHWAHW6wAiTOe7IH2VVrlnro0r6C/hDe9MmNqwmj+CmDYxgKFYKhxYGCJjRz8oxOKXItdBM+TpbQhGCqT/hUkKBsDh8gUTwEv5ATQGXrhy8mb/gjrcx/tyAyA/zPOqrh2b/AMovIUGncGLdngGJvhB+4djVeUYpjPT6uxbE6w+ZMLERxNpIlmvLqq/duXRdgwpK6qqG1A8/YcOHLhh6aMPGmXLp06Aew7YZZ+D+ny/B9rfqWwxQf1GMovV/7MDFB5Bi3LyUvi1jW3t2w4Gu3Lgxq7MOkcuQSt9QYkjQac8tymKJtXZCquREdUAb1PCpG/4I63Mdv1ZAZr/M86qel/5RfThewXDhLBIiesq9TEo4GntJGJwjaVUxkx6tQXFXyJEcOfLKY4UDaU9NfIkWoqDEad2D6cbcA5VUggaa8iD1l0Ll46eNVg/0+X4Pv+1bDAB/MYyjzb/szp3erykz3eu+a3fWtKZ5DSvpJhuYMKKyHA8QxmmQ4flShS7gZJhxAUE0FZ0nOURaMkib94fXnD52SKJjt2YfPzL9sWGxbaHr2fa1a4EubVslzFARLIZWLEje15wRGIRAMkGRmKo9sgSLdwRmSxBEdyiovNG2nWXO+Q3nWv7WFq2h1mb0hNKs0B0uaYJPRWefKMuXIwoYV05bX1KG3QuyKi4aJJZKMmUY++PJCjEUzlQ8pEjb1AQ2yn6IvkpBG5x34ejZR03E2ZaaVd5amxBJiYsmyZxRag9OmijKCemIKhDBU4faKpbpzGseyxPQ+QeOTXyC6W5goUO/EEiJS6el7w+DNtfJEvd45L9RaBmKIQ3hU0214m8FgDRYTiJDyK5eGHbPaadg8UYVWXbAiDLDT0q/ZYaEXbfZ1t8JGh1emtqE3NsiZbRioy9nJMXVWuuoGmEgp7asuyyetRLI1EdzFJp7tQRmn72EVZYTIqKlm1ZJE41DRgGVIiyWfGi/PhQbCm1hQdpF9L3SQBcLvtIRkLE5hlm1hnCBAOQmr5m6bcnBgwwSYChJB7j1p3ntr7O/OD+Sn/B+RoAV1WqFetJz6Vq180OFqCA9QDG3yNU4f4bC3cYUzo5jC1P63uusQ+iH2DtHzrH0d6otJW9E3KBfUtr8mLrpfR3q2ht9BpmP4CMQM1LJ1Dc4tP7C64SmDEzJjfKTMXtLqO8OtMNpAExhoqAsnvjICTkH1T/47C3cVv6DmL/+D3XX0DHcGOHCrs7XLzOjW2/pn6PJtsUYr1LUSUZlMgAiGORgwchdYCoAQw6K7mARPWO4gHfvFWsMgA0xjutzZp4BwttW/wDhUF91YeGmNQsnqf8A3qKw5Bz91sWQcCFAyHhiuGa8eI99Noh99roYnNvDNEpnTxIg/AqbHb+a8AxsyamItqkPw4yjww7XQUXbSgjQ9Ep4DrYqJcCrkEwXb38Z5R85BirXo7WjPst+2oLO1pwgGZLMB1Rz5c92U1Uwyk6BgfbWJ6LNyzuzpHP9PepqVumoYXnfDMIwlGqJG34Y5/rfxKJl2C3LlWU/m3EM0leETPxt0sqLPxI4gmE8v8Z7RYq5acl2nUCG5T3X+hjXxEG8Si/VlI78K8RQDrCiuG4SUfwlzggX5JRVI9ECmdJfFJax/BxA/wCWPAD/AOMqZY4bd/rTp+7c1Y2l20/SJ+EPlo1kWiTi1JaGpfyBllE8s/n6gSuhdeiKOpiS0glWRGl6BHRuKZUvi6Y3FsLpxxANr6dEENqpBs2Bwg+YeA00zyfpj3YW/O0MRVqPeaVZ2buQhBmoCdMRzYUCszTs84lXHLw+oqjSM5FslI1wVT3rlKPO3Z8oXMH3HxxlsXJt67Bltvga3aZ9lI9Hutq213prXQWgGZ7aKrdHig9YQWYBspgxVwT1vygkgQZOk5idR3c+Nbq3+shJT6YNxdF0h5GwoMDyol1HEmUuDYV+XYliX5HIn5xEV024+XIvV1+JFDyqqqnzXlVVYPPnfl/IOnjBd06cuptNFBR0f0N6SCL8GgcHdKMhSj4XY9lvyRmUMKOXgsNC7aBlvsND2WqNAA0Gg0DaB3fgJuqRJ3C0ZENZ8QSiijUY5mdLQY7W5FOIgLSvNl3s9nb2EmYddRShw4usvC0GvEAstfHUksDS65UmiwvyguDD2evQ0zXRRo+rYP0Len7lf+NNCPTpx58b16rIX68/VKKNi2aEIwlBjuQpVSQpUZYQSBEDIVQ/ZEmeu+es5Jn31C2HwVjdZCP63qOAOf4XyH/En78+cfe6O0eyh08/CEdZ0sdNZaJX0i9LengxCny1FcQuYqV248i93JN2uJZ1WLpyY5dmmYjNTBIlinxURLlYVNO3zflxadMWbt4drmlbu89LkwdRMyzxF4cR05+kS1gp6bYcKsypmqZZ+zCkGI7gR+MvmTRx38fiA4WdvvkKFiC0vmXYl014A1X92Xu2N9wxLqKdbEi9ZUndL0Y68jrudczEaYkoYXj+PolcqkQxdE0LREsvoulLHxeHXESu40VoxIoyCeIg2nxKntLhb5QKuiqfy37Vi1tOzLs+yg3Lb9PcFhUxqgUi2CWZV69xgYLAwhIG6rqWKtifI9UYiSJJBPE5AcMp7a74kt/jrPVvbGhCGRp3IemPmH5g68hTdIfs2+/Jt/k1ggMY/ipiq4ebX6g7wDblzdmwRqnl38I01HQrrMnPC+oDUAR0RNPoqmfB0JosEoC0nHn2nM3C5QrDsPQpBiWUeo0PPk5KNPXEPFGzRko8Mvnpp68bMvOo90eFd9vvyQpUPntBNa9Ipivh2RDPCgdL7VsHFdsNDLi9KbWcLRiX8jcMNhLLImDDESMiah8g2+LSaZTDJ3+zuq0SyFOyHZ5CNsV7NMO6Z7umKhhcSS0l1GZsuoRhL+CosUC5dkkWPRLCiGunC5Jl62+ZKODSomG37osy+fP3wOHbxl0y9fPnnZBptsds1APVzYLfvebPsoAhgK8gg+1ob2KfkoJ/Rbo90j7uLUpqa1CIJSGDBaLj6Umw3p3ckIwQiy2kRW+mAin4gaah8r5V6kHmYvblg5CIE1VSW1ok2VcmDXs3r1u0s3ZwkgABWdmbUAKoJJMGBGcdx5kBJhRwJzAgSsmTGse2ti71+eWlTd/aK5tTiiCWMmS0wFyHFuBJGww8gGCwVIum1EaObJw06JE/kdh8YTIbevWosiow6F2BKHUY+LDwTz8gXMYH8Hx0WxXoq3cEv0CZCE/hyac7opW5/wAew+dZNsKUPPI1TofSINQVQsdcOn6YrkJeQxCb5eRW3BcUaIjiynvWHhtwZMv+fdLu6M1JagtR8Ja9N8fM+GZyzcgryKjJPSlBDnysiJFG3J90pJ7487YevUaIlFLMuSZplFTnKoQNK6cTV4rjaYb5yTZTrHzIB5oUwHaCwcezX6AXuOBAefTitW3u3jtL2+hVUNuxaIUOFbCXuXIOTNCKqySqzihiQLswVcAOIkguZyMRCjiBnJ3kzVGKLdSk+9LPwlXeFTE07aPo01rxwpyQhKEVGU0CRc9gtYRYYUZfaS1c9Hr9VdQHMFt8nJKmgoyC/IChFgemInKmBU3AlQLnLfWjSeU3dRkgoWmtPPTVFOkqZC2pxOTWZHxlEL2Kl6GyqJEB1JSFEytvoPghs06iNMKlV0sx83irJZweYLsvjXkhMNQJaR5aTFS/hQW8QmSpwBGqdLpf0spyagx8fhVcJwUtKbKDoxYbT0iKTCe6QlE8w2kK7tooSPPTDLaWosi7ZaJGQdWEtU093mmKQEy59O5VzGnQ6lkgsRCcl1KYijKUerSYwoESqoaRSC4qIZI27QSBkxECu4cnHqmKMmKApKaqqTJRNM5bIHT6zce4wtjaNqJtFFwj8qWxhgvSMYByxEEHIaUuEHo1CgtgtiZM/ZGWuGM+Ezrz3waMlSRV+cOPy5MmUcPTJo0Zeuy5YqWcO/KvzJh+9B26cOHLthp6+evWmGHbtlpttoAZEQ/ntz73gD5e32iRvcYQgiI4q0G6Wp4QLpFV53IJJ+ooD5FX5cR3B0UxAnMlWGzysB5PiaYkbw25TyDZc2jtwYmqRlPV4wQ3KhK7FxHfFb8Nh9LuIpaKu603eEQvWS8cBFnyi91GTqhNoyZcqEPPEhQKQ3EbSUuJzJcXyQehqBIDflD774+vTRIOWUh5NXCGind4yz00lt1s4RZYPJdxdBh8uekxEkWw+3NWYQnXD9UU5nKBVgyRi5Wjho2gP4ncR0kJ5YwgHYccGoebRU+GU8qmVui5tuDops2rTrct3LqlTevKR0QVGhxaDGWYgF5AQEAmrrhtCG6zMCCozwISMRJBiYBgDvO6pCYaiSH4yh5Ci6EllLiWF4nSE5fhyIUQ8WU0dcRFgq4PpislKJPypU8nqBJ+5NEzRZ68cv3D1h6w8aYEGg9IhQU+KIfXIZVnb1tKiNIVEJSYcPGnD5tPVyL1POsuX7LsWnT1ouYegw9ZqLtsQaCgsgAVSEaR+9u3Gp9TTtLEOKe8v3dDlQOKyTJFRMmHeoSSyeYMmj5xOhR0jpqgsPXTbb522+fwXDkcQuqGWFFXfSzgNRUDaicsMaItVT/Wdp/h6fL2Rs29PzteWolRHEAzpSk5FjFlqFlVtCUlZ2nEThsy6RX62TVE1PerJRDVTbaWZNtI7kg+IGjfVZ2jpD0dy29q8FlrbKSpAgFkuAFHSSMwZzgqDlWbJEMGBTKGEEjT7Q1B3kZ59s1Vl15buv4PFu/YghOWsyZb6mJnz9mCnulOA9PEjJhR3Hs14hImjbxNTj75MaVElIQiCopOTBRKFaWSimuCRVWoaSlxpIUXRfhoJObk2W6kimdYG6z3smjSW8QHXCYRm/OZNmuTgUqoP/PZYUmh+T1x86FyAtsO4XSIoVHrQgDtLF2AvQlJCaMsN3/8Iw1OTj17PXcCwPqfkvDpbSVqLjcocMy/QS6cgS1RYhhktELZZ+nwg8LOkBYhBbUnnxQUDyJJ2qviSBMMuoqUlu813n+7ERdEmoCF421GSDnoE05JxigQnKOWkwoQmjE0fKcVoB5PhFokmwcoLbxDIhEDRJQcRoptJqfD7xOaWCygweTnDA+WbNhxfeNksGy7qLL2bZytnqm6WIc9JkQUwjCwgs1bYnBQDpHxKpLYiPtRMAZADSDv1rd+7a3aegPRqUU57aHHSypQ9qBgOF2ncYPZlq8xIbiuCheBEcNqiC/UHhgsw5M/HhMMGijTLT109F0+Z7TsGWIRfgsM9pISq0o6pUeaE45VS4V1DVstqaelR7MKEIPUjyaMuJflQUCZGIlVPMmSImi5guBty6aL+XcPnINg8dNssy9bgWTk6pF7q/TbAs+EhchuMHrMexakQhEzoyXiCEIIjWPV+J4QR1YgcY+NJJoylKbC+KIaZcnUVytuko+VJHyhoiXrofB5N1VoJ166d9Rkx9WEh/wrRnB+phbgiHVn8KE5oF+ToXdwNBi8wmfJ0tphQelG+yrLKka+OnyBlQH4z5ATfxZyXcu9CGFz0abFm3aZrW0P0TlraKWWyzDqoxGc/myd8GarlhvhmZgGQYhmTBYDUge2uz/hG8KQVNzW/uJ4IitPTYxlzM/UPEUKxIliZbfI8VQTGk3dJCQsEBOpz5y8fJq4hKZguJoiaYbeFTXlSphkWmHu0xIbiHdHDX9Q/K/FQ/htMLFg/wCq+9x/u8NokN/QgJMKbwL4PHC6AT+T0KG9UBNARSPlzJr4kko06tG6cnFPjR14/OGfi5Ms5ci/NmDBp72PKGHz160221bcABGnm5oADTmLNB9AbUuPdkQzvYtW7m07ablu25FyzBZFeJsWyQCwOU55dtVLMtu1DEZPoSMxcnd2b6430u7vXRlouW4piPS7IKFJOrUbphFFis/Dh2JjTxbS0o08Pp5M0wurCs5ZYKm37586bLuXT0GnjYNPBZEWdq/+o3/HbOgW1P1JUYW/+olrS5shf2Z47WygD1RuDQ46sBb8WIdOPG4caUO9KkzNTUF8JR0kShknqDiTStM6LdJbz5sz5hGH3kURDAnyBBeq2J1kU9BdRNBTw9854fRVWDTfZiRN+KkohMnRE4yXEiabaq27ezratgAbXs5VEwrJDjJQSqgscpJUTmSASai0SzPiJztOMRkwI7zkNwq69QKgHZrdnhzEBx5K/wCb2VClHKfXfpS0G/CEN6tMPVhNQJVQdGcJQvBUNq4wPMiOflKJnBKTau9TPk+W8Gxiqk+ympR8x8cPkSaePkPIsmxfvXLp7MtBCzEO5SkDMqc28i3hU4tZkGRzMSXkLQnFC5KFaIq0uFF6lxW8FHTUInMaZRk+TiV46+Mnz7l6mMlHqSUdP3RoHzDwtx5Em/l+D+RmuqMURjAyLFcTLL9kysRFEujguurioZZdunIGVJXVITNKB9+Dly7dA+NP3jwHTth32hZZZBnPabqt0Ja7a2a9bfpejvsrZYHt54LomZkENuEmZFEBBeFe4jLhxIDnmrSCVOkRmPZBrswPhH25gtXWSGBD+Z41VDxAb/xie/3gI7KHwj7cwAI/qyWciIfqeNVfHs/1iK88UHnW23C4b774OsFKylgjr+ohSMCIf6C8hS4dbCGAX9O/+DrW/jSwRx/oIUjmH+grkA0txEO6n1p/4ZsGXJ/+8cqnox/Yr/iP8jz3GrJshp7Sq1NSjgee8j4oCN5UzITH61BkV/IUSQ38sppdROJL4z8hxciIERp/YUE44X8iqpBEw15HyrLtpy8cvG9tNBdkOyHGlugWEPJDT+/7Id9Be+I3b+r2ZSRpa0fnl5OXk2EoiilGg0vJxTltB6VDqCYLmVlpPd/JxBFIiJtWYfgTKuHbRkwZfvgYaaF63tMTS/o/V1Zv+t54WrbiGQ7bVxbiKyulyMma2ZXEAMUZmBOgkkAiSayZSpggjeAwgwePuqnvL+QULb3rfv62zOrph9H+nzd2lUGWkqZAqZxRdQcdXzim8R3aqspzl+5dqCKprkJRrFsVEmnbpqKFA9BiUrmjkKQ+7Qjc5GrXc+aBtWcj16UKxptlBLhTGHjydLuY8rJdQlL6NZaLYknTtGVofWIVREt89TyBwonPD8NKQHodWiZQCKkmmHPYB3FPq4kLrU3ZW8nmVvQNGciV7Vhp41Nw4jo+rPTzArL4xMSHlhKcIzk5GEIoaYlqK4oA/fIbEWp60mI8SNJywtRykRGRSYeVUxVKsmXv59TWpODl6Te7w3ZGs4zqRi0ufhVNiycsvSEJQHKc2pJhhw1F6qqllNQRHaihvm3T9MdRytQTDbs8JQyrKRlywCIocCGxaW8m0IWuvdukg2mc3lZptm2QGxDDhUKD1GBBjWtiHYo1s9VVWIYAIQBixCcjOZJGYO+oxtzLod1l685GTbaVt7hr308m9Nc6lHTySl5LGc00VWAyKDCMJww+TAh6k0YfKJhIkaNKiQTSU5Ocp5RKTkxssw6Zfi5d7c0zaXo+0i/CYdPUppkaopzavIja0yRzFITZnutrS/HDKesyrm84KwsB9fiSKz/yKjNpz9+nuAVPIOniibF2Wci220839ox3Hm+I0fSnewjI7efS2kG6j9ZdTLmNBCPJRFmSw5mOsw+hpS2L6NowQj6qutEi6MRTANOAIJZl4TfKJRPcvlA4+MaF01ym1VSZ+Ex6eoO1i6j0/VNN5rTHHKuzM9NghJgAszCh6Vc3naLDfyCikE4kLxJflVJ82e+LeWMfHwYePGgcs9nmW2UXZA9i8lwX7Ia49wMn2hkFF1oJED97XTdmKuzYjch1KlGhQpB0XOcI4fpHvzi7ebJlT5UyRPFS50kdcPihwmbcOzBU2VMu2nJgqaLvnTbl+XfuW23T5y9YadvXbbbDbLTIiG2rvwByLt/GVlLn+pxB/wBf8I8eHG+0fev7fJ6Od2xMSCZYakfwqMxLH0FtR4gNQFA5SKU1pCZXFOH2mThp8vJDwsdZPpRkRL/F22BcNOXjL9pppt274L/gq/dW/l6jv9p9P/457em+07MjFLl22GUwVYiQcjv03H27q5xbuEAqrEHQgVPx+AORf9RWUv8AtcQf0/7R/e/sq478iXcFom9A3BENy9geFIWNntWrtUWHMKQ4joAnCJee2lR6wbUWEokSE06TSicsGHTT/wAqLl38c8gDItvGW+lv4Kv3Vv5eo7/afT/+Oe0GesbfY6N9SO963fOqtPdzTdaXdJsMKqnE5lRgcs5jp/MI+bjlWZYR4TYXnxc2msHiMsXbB9tVLPgaeK71pwDCa4Ezx7VtOyvaCJdtEtcs6RIUXbbMTGgCjM8Mq1tW7ivJVgArRIOuEgD3Zdlf0HQ4W48u6/o+7v5AcLceXdf0fd38uC9AO8a067yeXUaTR03BHbULQFGoQCutR7DBeFlAV8UJLiEWSRRwqK4GCQJywSETLT1z+PaeOgdj5MWtu3IgeLjhBW30Mk04/EjlIUnsPkVcy+JJR1cdknzaSUUzhcsYMFE4wfAu5OmnDh8+cFm3r106etsMsD6SurqHRgysJDDMEcqwIKkgiCNQa+zTFgzy7r+jnnjjytT63uE1EnfGayZAbpTTDFDERypk7MN7PDW7PSElBPOQdLZOhEkoQyppROJP8FIZpbgdBiCJk86waZOIrUzIohOGDDxhRh6JXSXsGdUBb63XPCbgnrf1HabtzrpSi5SdIStBcHR0lv50RwUei2eGG1eOGY3aT3j1XSE9UbNI6ZNCDi51JbfEonl6slXCkVYkv0WyM3RuhKQa9p/krOvTq8RY9RjKPNmOImn7LI5MubXx9LMo54xGMWpS+jmnLn4iePOkpIht0goUO/HTj6H01ONGzZl/xXWbafyWHorJINw3SEuXACGCIhONAxgM7gECYUmtVAt9acbj7IXrKp4k6EjcBImJNcMltx5oNJly5Mnvbd4QUKFXLosVKlteknHBcsWcMMunDgu4dSkYdOXLl0yy7dOnbLDt2wyywwAMs0DTvwWOHE2D1XemwkirqrFCPC+qaH4dSomXVNwtrcRJiIZmkmkF1YWSpcsVV1VXKlXSgoqZYsWLnzZh8bcuHLt6ywx0Z+lC/BprfxO6cM/t+Jv/AF/ql8eHG+3v8Hm0eLGkUxr8TGFmUCrLuPZ7w6tShLynnVBs5mEmXaa3MEvDRGJT0LxHE6iiKLtDOpLty5ig4KooA7MvmjBx+WOPWMktFdp2Yi3ZUDpcRs3Xua2oGLEi4RJyIJme83LA27gLOSQkBlC/nDSGM6Zzp2kzJnq83TW7/wBeUx0GbWq+QbU1ZgQ1BKfLpEXvwrTtgdgjBqWuxDEpFIZR5bzGg9BftOlqLF842pGkt8rvwPMFTB96TIp5cnyr/A3+5gt+o0/8ofVb0v8Ay8c+AZ9k4HKwZ5Dm3qW7+/lau1uXdZ+pvU7rO3xcsJ6zUUZgQLpp1JpMESPh86gQikuYChYxNbU/Dz5JJnIch5HUlV28R4DhIkJiIjiscBhGdPQMsmDB16Z6ribN0ttXsW3e+zgMbVts0QuS7EToIGucTAzrJWuYWIdgEAMYmGRYKAADG+uBt0hpslDpm+EXbx+UmnuEQgSS8pdKxeE4VhIF6KIrBHfRSs6TInU2PnFGS3EUSnWjEQFIjOiyqq5565E20ULvC5Mm5LO9+btb/HF2+Ot/kChPh/2dKjp7u7iGbbpOXUzFTfE76qf0dSymBA0Pqcfw9L+Xy7GkGRDDCbG0OkY6jhDLrsIKK2mkisQop5NlejKrg+kPTRVtPVEo0Lxh2cLC3GfC0H7xeMd/hvVSe7gmnp+lTMUmShszMBV1CJqwow+pwUJOWrosnoLtHlvMh86WGF1oiZeNvU1Od/Enb4AOtNUcN8KxbXZ2VGI+vbQVRFAJWLygKpKgAADLIAd06/aZwWAPQICzExP5Mkk5n8auizzkdK3UpKSOZFzrhb56SrmSjAgRrC3y1EUOfLST8bKH/iny3CaqgxGnUNkiz3y6SrkDP4rseW8m08YGJb+Bv9zBb9Rpw/bEaren9fLOeXdykR0Vw5rEhaQqCka7I7lLMjUS6XIlfRDFMkyR8hL8wgv1V63CpVOLqcFwEcZOk0byDlUaew6XBo6D0XZk07Bl7t+vWXrAkvoV09x3qOnqvO0iEIMItAnJJd4XGIo4is27eBD0CwcQftuhU4miM47+LlHINMFiBVg6tq5gihpSmoE/RdLDoLt61bgJJN5ELIsSQxOKInMAxM1iC4OFGbM6KWAJ5DL3VU2TtB+k+RfwlPRpp60SSkcy2guRkm1Gec93ReYExphvSkWvIUmepo7ak9mPF0ZqSNUipSlJlyxQ8SLPRi8scbJMtNOzBnsX4ToH+DN1Z/ZspX/22Dc2/N7OG2a/B79Pc3ZmxFqf3veqBEeJU5NdkRmGZVpZwsDl7Dsg3KkTVCxhIZfFnR5zDESG0qFECEWDbLD47BcsoaiFh4dKRAVOvdSfCqCUTKUNbtlOgtXLQ9GR/VqZJQkvnSrk8TQ4mNJ8LuEFYNkjJQ4XOFkxUbKHX5V+SNuTDpw25eln7DbTlrz2ULsF+4ECLeurdRFULhtm5aW2MIgAlFDZb2zNbgk37ak4sACkzMmCWzk6Exruq2gHC3D3dA8LYxyA4d3u6W7rd3KHzQlp+3xMr50noj14a85Q6lpKPYEXEshL2BpMQFL9aKR2ZVIffoUTNrkMyagNRekU1LKL5F+nNrbZV+8VHD56RfvCrp4XmC5WD6+l/Rz4Bbpb1EcuuIo9syRhfDiy39RnEHdnPKuZhBjEG5rMe0A+yqbe70kRLHetb33ej6idbMLo04mdH81EiRsjpMxuLS7AsKQwnx5OGE0B8qwcdY+SFkqhpssTBtlJUyhqHFGMo0jCJj6I0sPCRpxYG1rbrTRVrQkjFUspiyKlegLHzXXisv5oQrCMPwhHMrF4yRZbToghqKUROInipMipkktQVYfOvDcMRCXTXRCIkdTT+0X2jL1VbubXZpU1xTA3k+6YOS8jJbngUdjqe0fTOUXEPQ9NFWYadGD8QwksnVGHkR2pLZ901EbxpUimFFiH4xNLSonLS+hRWsQiWwKckyfhEeuuCVbTbDeiiU276hSYyG+heZ+oSKZ6w3HC4kwwsORToiKwOxBy2pREgqKummDhd2aSYOiBZT3AtAQiWGlJsktueBAtpLtq7s9y7cd7hYraLrfDuSp6QAqoClVONlwRyrcyzKyOqqAAAWClIABEEgmTnIBntrcfwYDUxMfUPu0nKBMxRUF9R05TjiuQ0MRIpnXikdU4ESYUgSOYWIGT7xntPWoVKx2+hJOci+MgWhtEh90w/F32HLnl3RR/jrbeb/2JZb/0LQ73bT67vPQ7Lnd36U5c6YZcHjEQOIVdn1qMY1PlHZBSj+YMRGGT0VRcdIunplhPdmzDLhORUoDRxpHhtLREd4fUXpBs+YgJ0U/4613m/wDYllv/AELQ704dwezYyPbt+jkuGXW/bVt8EW7mU74GU74mgIZ75UQDbcjxXPv1qxdq11nabNDMsnE4NUUx3UsYAOLbmF0xYeQ3FsTvVWJzScoqpKHk5Ng9BX1J+qHiCQpmSrloq7dtuSJp609YdF37x3X2mNvYdbu9KBTkBueNNsx4HlrGAnoUi/eCzxSjcEQZBiI+8snL6hLthy5UCRNbLMuTrggoO1OIZgFng9pNl4irLhwrp0jG8LmTvHy8yCUttO260knrm0/Mw9C0WtxdNqdclISLEpkFlFZAwmO4EmfEpAy0ahouWSVBMiN0lMseVVnrsia8sUf9jmxP1j/CBUokTTEvcnybTU4gWdFCKeQ1q6fSZIkULsMunBYoULzIdOCxdw6YZduXDl27dO2GQYYYBlkADS9cdnKYr6Wxk3RbLeZ24xeCsoU7ii4tYaYqqKAA0IW1GK4gA0iUkGdZBMZaceVo53AE19EssdPmozdaTVPBr/02IKn+Ew5FR0UiE9ZpNbPmV6LobXUNZWzENw8+OGTZpChtDWFdykKEMsIybEcWk4nh9Ejwj0VJL4R3IyHFlzKDeWSMnNu8tQCc0yTVyEfQBG8SSwXHwHH6ewsQytJMOvIyJo5584YNgaVYRfwsQKnC7ZSPIiIOn6uGVfo1vhClv5C5KbH7d2QfT+uXbut3WtgcwdQW/Em2jMw5NbcKaaZmw+AvG2UKYWq7TFGaMDT1llh60CXEcdqREGnrDLDLwQcALbLLLLVQZAAylbRnZhtFoEDFabZL72mKgAGAisrECGZW60SwJgm2bfvnRt94XUVwDGUyQQNwIMZgGIqxKYXUuKJeP4lQzPx1EiKDHq6jnBcGSom0tXQ2j6eZEqdcFzhf4wUMOnouDZZwZc9vyb9w7estu2aw/wAEL/Y5J6f2bMwP+ArTptOppRmPq1mjp3iiJdZ2m+HtLU3nanGCUUlhDUyYVmonNQYTQk5tDiMYng5aX0dgwqHDCwWbSvjjBom7TXLb4swyYdtvIK/ghf7HJPT+zZmB/wABWnT7/e27Ni2nZGgibW0GGUqcxZ1Vs1PI5iqqIt3hwNvQg723jI9oq1XtqDUJ/KDnh/qQTL/3lrW23uVuHhi2PdjHLUOoT+UHO+wfyn5l+z+ItasHTbrbQ9h91ZLqO0e+oGfgq/7FMlf2Qc4/thjbi3UVppkXqx+E/PZQaiZcos05andGyUvGoSXn6oXT3yuhwg/MJJ5p4jn0w75Uk+eNtugZNA7EWhB4w2FADtL4Kx+xTpX9kHOP7YX20+3/AI7Gdf2D4/7ynnQPv4B5cBtj2BWAIN3ZgQQCCDMgg5EHeDXRJF3aCCQQjwRkR1l31Jr+kPbov9o9K3/wtMH/AI57dy6ZdJWnPRrAivLLTHKpAlBAa9Fp6O1eG4dMLBkmei1SRkGHzy2+eramqmwNGEaGEEg2w7MsF2XSa5aYcsvW3zx70Xsbeitm0hxJato2kqiqYOokAGsCzEQWYjgSSPaaqo7n39nG35f/AH8pv/CJE3QM/eudrV21EaQOkjUzqz3z++ERdNWu2YGhdWg6axpUimI4AgV/HBmP05UjRaKJ6Iol3Mx5cCQcIxks/PuH7RpTB+8NtsAXcdgXry4loykZN7TlICFZUT01KRTq2mShqUUHVmeUZQ69hRfiUstxCoKyQnmUN9FsbtlXUOJZsqglm/nEaAy4IMGQclReiXd8uxM2F16NgovXyLkphJ6ZuqFDY5zOZUDI56TpdAmcQnCnVgyOoucxHt311PsbGxt3VjRsbGxspRsbGxspRsbGxspRsbGxspRsbGxspPZ4Dzu9/E0bGxsbKmfOXLkeHnOTY2NjZSeXu5cuXt7ZNjY2NlWU/D3ry5edSfcNmiHGlwqHsEAr9EeX5umztm8rcQ+wPVt7QDvDGyuYH4ceXPl5yhtArSnIK0uHmhb0RDhwEKcgDZgANQ83iHDNgsHm1GuLcuI7Pp6IgHL3Bfs92PYHHZoX7Pmjw4DxEAt5uaDxAc35bKlDn+3eRv8Ahp405gBFkLWCl+PAMdnHWw28I5d4RNreQynS5VHN3lpTllqlPrB2LS01kmYUxoal0+hAmUcQ69g1QRTcUTGl2TU3Sq/fRMVVSxd8qmXDRVMeg6KOm3rZiRpiwUpewV9oerSgewe7YEOQZqHSgCA/k3+v22DarqWUqGZCY6yYcQgg5YlYZ6GVORPbUhsJmA0AGDpousEGOERnxzikxob07fCJ9GcydYk1JWaHdLhBe1mzeZm5GqfOqcUGRQlQiqu4nmJEfyXDDqV+oVLNNpjT2YykXBtUPnjYOiSe8FoHgGnb3KJaaDPhCsNa/Z37xSH4N0FS6ntqGl2SljGhJZi6LViWCFDpIjKkiw/hyHSCnGkSlFRpiT8LPXxg/EURORfmVvyRJhybJuiFz3pT8rAY9G3o0D6h6Bs2nIOgWz2gAaVFn3h0HbmXYUAQG/tGG2+NBjQYXknECEBB67EnQTluA0O0GSejtdYBW6pzAC5HrERkI38aq3b2+HtbUN7gjWAT19R1JOYM8jMw5KqBRVkElraXASZApjUFp/YREIHcQQzCymaWCSu5iJ8cOvU5pl+VNkGWTb0XbTpzMluqAruzNAFg/mPNOwc/8qqFs+aNAxx9tg25n+EASumZObdOanpcyfl1HU1phL56RrSDAktoRX46jNbZSNQcqlpVaSIXhdNVFxRZTEZOPqyi0TIvgJJhE4eM+SKFXzxjdmjvT2xH26R07aWZ6QxGUHOo40GS/kVNqEVIkoQZH0NF4qkgnwJGqEbIrKcwpwxFSW4UFEm2XU0z42kqjjsmyIvXDxyM21ZNsaAzAbGihmY9Y9M+RfPPMTEkTNWDTZBMD8q2SgQAVQDKcuzKumZu6PNJGoGJCEZz50s6c52xgmohSGU6K5uyQlpMmJCENkz6kpk4eJLsZQstKpVDKKayrqRZJcGmE9wfVVI26LsmDxp49r2/CINEWi+Se61nFMGTWkPTBKSPUuN5Mk02OJYyClTAUYJ5ZTmbDhBULEYlhWEUlaKF1EiYfEjzlwddOzhR89LGGXjl427HaQ/BUt1gAh+K1Hjb+q+SyAhX/IPTA7J/Aqe6wrd1qPuIh/LfI9Kf5COvuCmV63tF63cT6ns6tcRlx9OGZSwgN/scEkTP2gctRrWisikN0tyFIMYCAQIJH294EaHhyrtvRlu5t3xFOj3ShE8T6ENGsRRJEWmqRi7EMQrumCSKuuLq4ryuhVQVVlZVlCBTJ9UVVQ+YMHlBRPGH5w6cfvjJl+9fPXjYyAya0x6bNOYxEOnzT1I6RDUY/I4Ra1JqU0BSwGKQh8FIUIIjGCYeQxXARBW1kUgFP40Cb8rqYkwc/HzXlYJf4FS3V9aeT1H5AP5b5C1QAR/yEcPYPQNs5lb8GY3aUn5my5m1CDGoFmLZXR1B8xoXFTmqSPJoRFBMQp0SogqBMINcCcIgpJhYTZUHzn4w48o68s77faC9sbQmCNi2cFQBjW+AYiCR+Q1id+hjSsibbMfy7mTIBtmNZA/fO7Tur7e9F3mGsWVU407QVu9dIcypqasJhQUjxcmThiGGChiTMBwcvmjac3FyU+fnGEdXOoxwgopZ5ZmEoQjAkKxC7Igpu40ZeNw+YyndS7nopo0XIm1WapY2DUfvBJxNHleYs31p8YW0+AH8QOxaXYal2fVnDs+YNnWXop0QRs+Kph1UTHDpBQ0qHYaZMp6lOYDLPaFsGGQbaY7Atgyz2mmGBEWGRaBiossC22LICNGRbbpSojsBkApxD/zQ9S/1h3jtt9XDXumuu10qSbKEAW7XNVH2rmv5Rs4iAImrY+qFUBZAxEGS3af0eQgcZpKYGnLhjAW83nb7Rriqlu7wp8JU3uIUC0mkO3CxzTziwcegc9rVtOnAOlwELD5v1WGvANq0+hKRE8IQ+EE70Oc8WSZmtC8nZgSoRk6AprxFLuLkSWkbKDo1Ipp6QhGOlNFLQvEh12ykKzTZVGVDj9hlLURaYACRkXddqBNzY4BMbSCYGg6K6JPASQJ0ntFSmlz/AJP+elWVqYtinDozjzfdjhSyUwFOYY7r+j9f17ABSnmh7AHgIDwYC3gFsVwtaYDAgPtGnq9f33KgbdgBOnnOPjWdRZaSd5d+ij10a3tFn4FPmN+g2UEwh+Er8I4RN+Ef5RWH6V5X5nfMGH/mh5H4v8Y7HzqigXnb8kDxgGfKjGnv4JOTdmVrw3HMTS4lVMeP4blxqmVlqYcQQTA8TxUhwGjtzj0lKDCtGashJR4hC6Y0QRFo6yfXH5Eq0TR1QyD4XSebbc8wwyi70PQlvTN5BqRkhu1Y31Ry91Nx0yUhVaZmNDsvUz5DRVZ4qFV1OfvCkQnT7pRbMvHDLg0nprTplyD4G3oPAZDtj9NJ30dv5BHF+KB+qWh/Nv8AQJbha3u8prwu2Xs7R04fpyZXZbrdS3tAe2AUt4SCqqJBJgySTXRhKuHQKQV33FEllg6tOp+Aqx/QLeaFh5YrQfybUtyxnNEBmnZtgeX72/o9A64va1cD9NJ30dv5BHF+P2ysP8Kf6BApjGfAKTY6SZoTnnRp7l9MvUJIo3ppnBErETjGEkz8SOIuNwQKRGkQoKEw9iIqnJrhR+cMMpSNFbHkyTgCrtdYJNMvGyzT1vvtbRbukqvSggT17N62IkAwXRVJ60wDJEmIk1iyFRJw5mMmVjpOik5c/mJrtz5lhrd3Qe8M1D63NImlqI9YmjzWs9SImn1JaVjKi3MeXk1ih16cVIqIo8Pw/Eq4+ZPxDEEYRenridCa4gmCkWxND0YDC79Nh2KDuZ6KJEa194vvFoO3o+uaQqlpTlBp3glYhHSLppjFpS+fjK0vFVIoajaLUtWTYfV3LwmwvrKq/W4ghaEzassOILcIcP8AyNC4qZqz7QBt2QCoAOMCHZxRgOQV4fVRAv2Rp07htanZ43zewVAdqJsShx+VuGyt3pxs/UKC6TjxYgMeAPLi3iIDdaNBVukMfZGLDhL54sMARrEwILRMZc6qxb84Kb0/4PyNAD9VcoANKXpOfStf0QDpetgDu2+RqnD/AA2Hu4wp/QcxeFP/AKnuuqn0QrToFBwFsSA7yzd5z31c62t1hqFlaoy8JQJovniamLNsrFy+spMRHkB/MOSMUsOoKT06GVgmsKTKZLxdYbLqakhOANPU50yaaYMPnpXlXUlIeeK78Jp0Cz7RJMzWWJFwdpRimHIvnQlS7i9RlNCsQGYG1mky6FEcxiiM+g9DWXxuKYYKuUxUWCh16YiNBcMOBeK6eyY5r1txeuMUbC/pL0e6mJDIq2gzCNwIIJ0BBmtUYYFEiRavTyJJIHadwqyyAVAA7IANKB3h2Qv5lOYUAOFgH6Mau8A1T63tNh+VzrSNoKUdaibGROLnkcGkmaJCXhiXR5AfQ4yhFzhc/DyyypuYpcLCm8JvnLbj4s3D5128YbB67FmSviA0C4UHpj1QHxpSgVvfYEMCAXsIgHDAB9GtvZ3AO3pOjEFFuNaJIKugRmUggmA4Zcx1esp1kQc6qGGTRO6CTvidIOXw4HOuD+mjb6EAtuJourSwjqWh6lQp/oFARvS1a3zW+3znWvD4Q5Hbx25l/ufpSQI7MtgywpTWn7CpgmnsNCAAYPExmbL1VMOnQB2njokUaMthZ05EaBtZQC9AELe6nNkA+ru40b2OX105Bx7I8uXHOa8/1e6TFzbdpy1hdmHDeLEj4catiU6IvMy/KMsW8b6qGb35c3iy/uWdTahvF4P03wRHL2dOnxqXqJpwORSbRi8LtRyhCpuooaiiI4tb+WXStYs8T102UeE2gAQB47aePbAun6Motl3u0ZBx3AUt1ecEaQfonk/EkLysQFMgircwVtHknDJ5PhJJVVN28IkVBbMOHZEq/fujFHz5hl0XMvhdOHnFXwiKUk1Z17rubEv5MyzmBNyPVGPpOHE+CJYQZEcfRefJpcwkU6pmycNQqmKqyaLJxNy9Nnn7gk8dFCzt4YMNO3TDbYSaaN0FahfSHpVhqJUZVh6JIe03yOQ4gh9dTjaStoS2kyxhZPVUdYSj7gufTFVMPl35JQTzzhybJG3D4sZcunzp4yGVtCm2XQGuMPqlkLdeCxbpbpJkqFJWcgQRpII1kmVGQ+0xjdonyqtnpf3dOsjexakIS3gW95SDEASUgo04XNNOhV84MkU4omPH5VQTm4+hZQ7R1Eh0y8Jp6jFRCKnIR/NBTLuSUUlIYgBKSIVULbDly6cu3Tly5duXDhhh05cunbLt06dOmWWHbp27Bhlhh2wwyyywwwAMssgDIADIAG3pdoQCme/mHNnu/v02SghQAD7c+bXDI5HGPaNw6LFhLCtDM1y6cV265BdyYhmO4AZKoAULoNSYLFjEAKuQA0EAEZceJ5dkVeJLf46z1b2C2hCGRpw/6R6YuYcOFg2TdH/s22/Kt/k1gn2fxUxWPEAHhyD2bdyS63fc84V34E9t4mpKMvm5DTK0yI0n4eSyq8sPZiuoqIJsmSr8wpQ81DLlGLI3loBXPJm3MSGTTTDwg0JFny774tzbuvJGzqgDfAb5CZkeSemjBMtpnxfB5mWkwIvl/FkNwRMMsViSJX5gxA0VrCMSQItcl3L9w/fPUA8fdunT508bFll4wI8SWriXrOJGA/pntbgwYwNauYX5K24moZgwcg/7VbGvArI7dZFWOQZuyz2QsFRt+9vTyYXrwEAxYOXF+8bjiL5ZaANaUxZfxAqQjHUDaXp4RbB8VIZlsksw7EkPy6X1NGWks2wx2yqgmKBVwbKPmBq7fOXbdPNoHaABYLZx7Oz6ma1CgCGAqHLiXeVQlFMd7vTW7BMDwwvxlGUVaU57Q7C0JQojKEQxNE0QLEtogIJCGgICQTNqqysqh185JpyYnFDB06beuS5Vw8fPGGNvTvEizdGc9G5UjIyFyOW/EfZWK/aX9Ye+q1u7e0c707eDaNZRauA34OoyUf4VX0wXX4P/AMGJ+PfkH5hzPjGXHa+df4dILBT+VfmiCzT5tp3xL4+CdU58U+PGO5Q3Ne9PH/8AOCdRgYD+UAoerwHU4GOFaYDAXDgfdh7xPWpoA0RSY0mxFuVN41MhYla+mQ9NxkiyWmugJquEdTWjaYpcCySek4oGyopxaLHCY+F4ce+Xfknhhjybt67dMd8Bv29XNv5A5vL7f1rpmXxQbSPC9gpSmAzaniWTsfRWulfael6NOk/Kbd++YVx/ZbD9on7OWsZCuhulxNhCYcRw5WtJEa56Ea/OudN1vHutWVW/G1TaBNROtybWrqBpIaYTETkVeOnJqHUdXiaIR0zReQXXUEvokjFhIUEJNmUrw24ejEimJlx8ZPAJT498SK22A4VABvX6mb+hYQELV5BSmAqEbq4tqgnrv5dWeuaa2iLVDpQlrOfSu/Q0ZzPWU0wYUSyMQQ2zpcgxygBGcRwXCyApLSy5l6tRAnphQHZ1pNcmxZcPWE42/Zn03gG7S02byqEZeQTqSCPxQ5ZxEqxTDTEAxUXhU0KsspjlJNtKJh+iK4mnDJN1Rw4YYLdh40022LzzQY6djZ+gvFA1yNovdCt17izaxjBL3FdwAuYlSdxzJNZXILriMdRMRUA54RMAEDWdIFSA06cOXd6mc8B442qkz+D/AA2dofAQr+o8isKZt+CnV7zDl023X/Aqu6xr6Go6lQD+W+Q6Vr/EQHPp7dlD4KpusbeZqO45m+QC1v8AQQHfw9uy+NsvLaX6vZXo79q9/skti6NlbD+8CJj7WcQcjlNlNpS3XY4kKfYiJAE/a3cPbVksADzR7IANxH+1Ct2AEBtzZryG9FAPRDshw4ZG1foUr7A6gHCtn/Aqu6xoA+S1HXALDN8jxpWv8RFqX5dQDh39oA3PekLdrRrHse6bgmkyuTIhYhCESMx9GxWKSLSSmqzpaKtES7mHUhsocYOOxBp8L94w25aaYF12uy0x0I+0llD7PbRD9pl2guVESOr0KznlGIRnwzzISMnYncCkDxxmMuW6sC33OrTTdo+0mQlG2qTSrD+ryWsfTqh2VzMs4jcwq8JJ64oQbHkbEYrdtxZD6+UcmE11AZkk4ekS5VSdP1J0/LnXTDp6w86BkXuu93LJyIIcmxKbRhIqDY4ctFImQIkCDSS6twwonCbt6wZh09EDCq2gGy7t+27cGEME9sv2m2iwOe21WOv4SvpN1FaxNEMoZa6ZpURFN6OkHVVB0cK8OQy8SnR4hCafKKdSAdW3zSufSy3xVwsRIhkWwYftPxeqDgWXLTsHrx3h6PvOd9ElJSWlsbieMH7KankyDL5rUpDrAvmSZZyWB6LAQK0DAtg6BsWO00DItUARAAHbne6q7Xc6a0zKqWjZddma6QxxY4dLbEQcMAnInKrqrFFwMASWxDGFy6oEgsOe7TuqykAAAM25dMiAjfsVqPTw2rxfBydGWpjRXpr1EwPqflUoypiqNNSivHUMJKkuQmvPFWFDMBwQjuFd2YhBciEkXdtqKWoFfipwyWPMNF2njZVl026ePMa/TSN9JYP0iKL62/ol4evQA4DAlK0pX707k0Fax9f2oyaUVQhqy3bq7o2gRHgE3EcPzCVJtJkwHESRY5iOG0xxBjtMIQ0jvCT4yjKiwtsnnhl4wDCI2XByIvwbdz0ti9fsuOnD2+kVQbF5UPSBQ2JmtgCAgg4gNZmaqQ6q69QhipMOhMA5QAxJmSdJjSNajo3/ALpp1gTU1IbrSf2lHTfFGo15pNmrHk1YwhqHVVHQ3IGkKOtOkaQuhKiqrGHTSa6i4YEWiDlQJkFZsiyUNGXhN4Lty5MZoG80336tQsg7jFSTzdWey+X9TMJsk6jTs1E2hw66AKhVr/BrNhuLORshCAWtcajbj6IfkBQfABtYR2OIBS1WuHIGQp6FPqty47WGzMXuXU2i9aN0oWVBaIJRFtgjHbcjJTv15CKhbgwIpRWCghSS28yZAIBzndVdqCdRvwjabEbweQO6ANJ2mqXLETw++jiI5gzeR47iE3CDSsUaiAlC7mCpsLj9OWgR2TjJcysQSdKtGnxUXTLPkjDIct6jf8ds6Brf0JkY2pyknrT5Mhy4B7a32tlMgPm+b+Rwziv0M8wGm1Y+fcgp6rPwn7RJP5IkrNpVkPCmmOK4fimdabLiMD0pIbXTModXCYXRF+ZBVEewajq5hRiWHE9ymqKwXOvDy+iFGHImFUi7f47Raa2tibl28frmzNNwqSAHEwEVAoB1kcM+OiMCX6qr+SuDKRJI0zJJ5Z76s4gA8ACzV7dGL/rfW9wp0wETekfeXq2pveDa39EJuT6bB6fo/bJsEpjFozMrRyPPjayVSgE1DDyF0xxDoumH4vh8ktrHlGmez+LCrQSyU6cB4BzZ9SoCNBxQR68KgDvT1vpNHW9E3gOrDSVoOgGfkvtT8VfFYcWY+nvJSFSZiGCB8irEllPRzE7ITiggZMm3Twu9KL6WTfsOme18UdtNMtDfaLj22slFcobhF0W7ZuHB0bQYUMw68ZiI0kiRWVoBlcFlxYRhLMFzBXFqRunXPPsq4GyGKM3AWRqIYszj8XbHMOgjwcyFAZ83AsjjmIDW7unG/K+BC1a8NY3wlgB/YhtOGREA/ROSf5M1/olah9WR5WUNY3wlmgfyIbTjwoP6JyUAXAGRr/NKh0rUbVELUoEfWk/sW0/3te/yKt0Z/St/3RPnVk6nHs8bhQeIgP8ASwEOoUDj3ilKiFs0vTF2L+hf/ZDb6XLnHSRF+pGPtPMuos1dykh2RmohXdxI1MWVUJRIkRfD8JvSUZRAnwy7T4iQoijBKUgV4MKQ4vmmikRKLJY6qmCb74oYLvSRbo4AuFsCyNaVz2cD5Ovi0Hfa3QpxKGAIBAMMCrCRMFTBBG8EAg5HOqERllIJEgyO46EawRrWntREx1OTmn+eU3UROIKqzKuTkzpkJKWqAYBMUlOB4LWYnIEVH4oJc0BE4aS3Jc4JZ84MAXePBcvnTwGHjPGm6P1wRvvEdE8C6ophQZCkBRNFkWTDQDMNwY9V36EULQbFZ2HSb9w+WzJ5QbfnHJJkyZ8oY8my9eNMumGWGAp1Pq4hOIo80n6nYIhBIMrsWRlp5nTCkLoZIHfxxZiGIpcRIkoqUU8sDlz8aUVI4WKOPKPXboHr5ntvHbIC2zVK3aM4t8vu5dJsH6WEvc0x3NknCMRxvELuNT87oXg0yeajSJTkRPCraEXQokdl2U9s4JRh8yrPRMsu/LNO3Ij5Njmu3WtX7ZPSdEbVwNgtvcGPHbwTgViDGKNN/KrqoZGiMeJYlgpjOftEb4q5/TFgzy7r+jnnjjytApG2gnUgt7/yT+v9PhlBeaaoP04qUtFyJW4sQ3S+4ikzA80UZy4cwk2YZWzJRpRilHLicdFmnbPlnr4aOC714xqT9NL30/8AnD8Xf7peHun+gT735W23IXeMb2SYs6ZXQHNnc1RRJqWUXRxDyBHU1zM/kSIi8vYYU1FwVV4tfoRaDSb9UdIxR48OPCbs0XafMu2mfLOwAWmavesXjbU9OCtxHX8heUYlIw4ibUBZInMdoETIVlDGUzUg9dDkY0htc8tfaJnrpiwZ5d1/Rzzxx5WKYsGeXdf0c88ceVimLBnl3X9HPPHHlYpiwZ5d1/Rzzxx5W7Kyqqdu6A/wylvebB/KhQf/AE6QF8Z52Cl8bWsaYsGeXdf0c88ceVq0mguQ88YP+ED70qc8XSZmtC0npgytRU+AZrxHLuL0SWsbn3RySDT0lB8dKaMVheJTjtlJVWnhZFVDj5hlNUGmmGQJGRdWW6YsGeXdf0c88ceVuXZAQl2QRO0XyJESDcYgjkRod9aXNV/5O3/iCkp0Dw7vV93HlYp0Dw7vV93HlZaYsGeXdf0c88ceVimLBnl3X9HPPHHlbqrOogd9ArbtFC02S6UN6VB0RRpIpqeKGTglOhk1NgoeLTZfwFMN+knHzcn4nhKImyrMHlY2cNsqB9+i+WfuRfFGjwEHzitB+Eb4Hj/UEmz/AOGdcn/LP9+fKYP4UrIeeGoPQbJaD5ByZmtO+LUrVzBsSqkLSgl3F8yojTYcKyanklml8+iQYjLKmTRS6mrpKcYVTBZ2Rcn1NPJvH7Jg6WdvNVp+/s3kpAgRI/wO5rhe/EihYr5X45Pl35T4u5dufKdj9BA32O35PtdnttdmtO01QB28raGQ7RcW4tlQFt4XfYn2lnkHEMSEQFgAA/pZaV02w2AFS5ktIF0WwIwxkdZJOnvIqND8I3wPH+oJNn/w1rk/5Ztu5vgnL2Bn6DvIn8sCr4nLV9qNg57LwoZFRbMFYGeE5gtwkWMNq744rNPnCA0nunrSmaMKLTxloTph8Z8q8a2r+n7byX/rdjXD/wDX0+en+ke6fe1JCd3DvMNWWtWb0Zy5n5usdRGhaFoZlwcjZJmZN8xMl8gRSvlonhhCdQKnMxnp2lAnAsGk5cUYgdtFl9RO/EkA6DKQ8ceWOkosCz9Ysur2wy4wFtbDdsY8aYes5JECZE5SY3ijlxbcEMQQslryvEEHICDnlpx7K11qH36sKad54zMkco6AN4LMVQlrFZ6FnsbyykujxJAcViU8m25WIUWhioq8UUk66fO3hd68Kl3zLQtuXrph67aZCAndd62J5aLtS+8znqsbsbeJzPR9bc8k+aMt0OCdO0Xgow0jFJhT7i9ohGhg0mPCpdTeEpsIZVllAFcK/Gk9VD4z5Fkm8N31KYsGeXdf0c88ceVkp0Dw7vV93HlbrfZ7r3EuHaINsubYFpOrjUqZM9aFJGY1zrMOgBHR/aAB65zgg8MsxVfiWm9v3hM5Y7glAgvce6p4PgVei5ARoqmHPCOfwRv4Pho+skSK1FDMGxbKdMMLrtFSn51XZJl4gJtHwJsFir54Jpl665j3a4f4Yt3x1q/xBwnw/wCzZU+qNP7X3Wo6dA8O71fdx5WrY7vyRM7oM39G9cnDGMm5qQpKSYsFQyVl9NKJZeRchS5js04OSzafloNjdURisMxOYcskDzT5yiKZx47ZJG2m2WQLPhd0uW7ivs2O414/WJkoihQLN0aIoyJIksTnABE0VlIuQoX8mRkSZONOJOfZUt+8I1rJ+gLTYv6hlCTkzp4Cnr8OQgkwTK5OLm1ExEsYngR4XaiJQf8AlG4dhg8vPSCGYXSyWvHHasrpCaRRFJQUiZV7ANITdya197zPeEdae+JTTErdP0CKLavp70BknRtILtp5h64NljMykp8/aU0RMOsOCbMUuomZZmPHz9y8TlErAcFkUuH1C2s0wy0AA0wy0ANMtUaZAQ7TDTLbDVBYyw2ANMjQBZaAGgGoVB1OgeHd6n3vyttcsdK4Nxy1pYIswAjMDIZyM3AMEIeqCJM6VVXwg4RDH8+cwMsl4HWTrBgRX4k1NTkZOT0hHTySUkpRMqmpaWmlHBFOTU8i4dlSRAgSKuHRYkSJlnTouVKl3TpwXcO2HTlhh2wyyzVj+E6f9Gbq2wfzbSX0r+Ng3Pmh9g/m2tU0xYPDuz5lvq48rVq/hEsiJ3ztN7tdqTEmpqzcZgXV+mxNG7UsZeRdHrMHQ27ewoLcQRWMKIyoEPIbAFzAtqyv8UIMg4f1MB5Jvs120E7NcCgkzbgAScrqaAcqmyYuKSYgnPuPnfVlQOFuPLuv6Pu7+QHC3Hl3X9H3d/IpiwZ5fb5mPDjfYpiwZ5fb5mPDjfbqrOvxqSinoycfV1Y6UTEpKJGlJTUj790UIpyeRcNGjp44af8Ak3BYqULOnr8yYfNsOnLl28ePG2WGBFmsV8H83lEydcmoXeVQ1MqckQTGhuHpnIMe6aUCJWUoq8huSK5HE2yAk0MiUTiB74mkEG5cElJ6o/GjDoTqQ6fP2XzTXlNr70eS29b19T4a0EyjRoY03bvqJEKG1ydWq1Nih0txZMuEVJ2wMQSzaQmnaIuJB9hWIKiacl9Drg6nRSkMIx6OJipsHxQowg9wnVLuh5n6QDemLVxuekxKSp/aQZWO5ORXJaKDTh0l6rZNOzRpWWE6KjYmUBIUpiqSspra0sGTj5FexOcPJx5IV0SIYLhAs/4br3jeR7du4bWzswuCCGvFhhPRoSMa2wSwJyZhCTEnZQoUqxXFcAwnIhIgjEc4xHIjcBLZHLqf4QVq/jrRlu44zj+UE0D8p52xZMeV8CyriNFaTWlxtUMRQViWKyqeWUyR4s+dvZew1FrB5tsm8ZcuWwo26fPHDQdr7tCez/Uvu/tHk61OLgjyKYz0+yyamHFbT0o9NK81EKGE6Gpqv1D4k7dlnKqzMRHiV0pl3TpwyXOsP3QOXQMdhiFjTRpS1xb0zWFA+t/emSWK6ftO+m14fb0taIIgYZVW1KPDzBQDkxpjJioWYOHHCacJFTwGonSkRQiFYR4ecpcOJMIpJtqKfzy10e7zXdB6nFRC0EQGgawN3DPyaJdUa0/RfMEtA8S6ZV2NVguUPqKbEqmSV1BHg1A8uXaNRQgoUcuFOFU5pqNIPKRImFowU4W5d6Y7Qbd36uy9EFhy6wQRfNmMWFiWUwuMKFYiKFVw4MS4wSxMjCZAlA0xIAB4TIBqbbeVR3GUrt3zrSmPLyI1WDo7gXTNOSK4PitCNNklmHYjQ4GWFFIWUs27Z7ZY+nnS7kyWfM3dvXbLX0aBXS3Zvwg1iDdEck4b1I6cd5lqknSm/hI+ec9pcyIh6Z0Gxz8cm3Hh+HfkaOFSacNH1z5sQoZQoOUPLopL5NVYePJDr4y5T3Rt9Yf3nEIxbH+7q1uQTA0LRBGcaxZpdnTD8LwhCCKpxLE0SRAqwEtE01Dh5BSCRpWWlZROPXRRPTk8k+OnTD125Ll23rbLG1aPdi7xrWtoB0OyQ0kRFuT949MhZlN+EoTkaIslpsICYs/Pyb0fTML/ABZJPSbUDZT5OKxk4SX3lTj7y5gi9MseTdvnbp3G0OybUhFxrSmwwno2uqWN1IGFcgSPztwBG+ptgNbIwhj0gyxBTERMndJAI5zuqSz+CNJF2/keO9o/3JcH9L/y7826B+aPuOt8hMrVRvad2dLyRaFrX0syciSLzENzhlVqAgolKInNps0qPTZE64QEWMowLRGkkCrkSJ4yYMEWnT5t0VacP3Q9pns39Pg1d/5wxvMv9q6ZvT+sd0+9qR+xhODWDvD973uwJ7rG7E1uaXpfae4yNI8ZxHNqTM0AhksRWlF8rCvqkUmpbQ0iQ6lkgcsln79VMMuRevmB8uwAgyONy8zBFXaWuE3bPVGzPbJHSWyZeIAAzO45jlVlQAkm2AMLZl1bPDllxMiOZ8Lny6WfHUNZJlnYPTBtJUCxd12mWPKP35N46dMdt52HbHaeNMs9ptplhnLQssgIs0lt2Hp0+Ehbt+TMXSDkrol0nsQdGE0lmbKitagJnwbFK+5iNbhGCoPNFU41KHVGlEnKG6TYFSHxYqcQDCgyov1J69Pvyr0qWKXfqYsGeXdf0c88ceVimLBnl3X9HPPHHlbvu2Bda2/SXLbWw4U2yokPhxA4lafsCIjfM1irlAwwqwbDIYE/ZJI0I451W0adfClphMAW+MbsmRYvQoKi7Yj1Yele3ltl09czgcttubCDLRN8w0IAAg2FduytO8it4fJzT1rGUd4DrAgzVTEEbymVzECEIIlukQAiSvBFgmYYRUSIvkWHYQLLhSJRVYdFw0/hdNNkBh1tp6/OAoAyTmBpiwZ5d1/Rzzxx5W1ZPNOUFeSU4UlJIHFNUU5WTBTk1NTir86oKB87CSqWJESJMs6eGDZw2YeOi5YqXdtvn794w6dMNPGmWQhbAQ4zdvuQDAe6xXMESUGFCYO9TBzEHOp6SYGFFBIkhQDqDrqNKgO+CsfsU6V/ZBzk/wDOhfp+cPzhznrZlrvDZC78Q3r80xaFYw1ZQEV03Q9LAq5TYyQoGRTaqpw+ZS1j+HR12pnmDKG2y6bbcMobxwYF8ywBt2LDYM9q/BrZNTfkTu0kyA53ypmRJuOHc85rq7yDJqwNFEvIrYSVFqHPk9Uah2LkpIV2U895B8JI60UZLGvIvRcPXnk2xZn75WD6+l/Rz4BbpbG1Z6XZNlUs1tkFq4CoXEGQZZOrDfoQasz4btwgBg0gg6EEg7iOHGq3I7yffrxAHk4W3HbpHfU7LLyLdTkGO3IN47QgoMwcyLFaDQH7IUD06XDofSJOHfuTX1ES+P6sNJ+lTTJpVLNRMzMVESJgOo6nWpMtwdEbuFn8PK0MTMjyGXbl3HDcKvz5M4kIpoURwruxMNPnxcHU34cLfe1/RD82Oljlb6v3vq+7HS2y2HBUttN94IOE9EqmDMELaBIOhGLMZVUuIIFtBIiesSMgJEsYPP45mqlufP2cXflW/wAnCb3B/HEiboH3552tXcrcPDFse7GOVafdWSInhLzfGb5GZ8fyamtA0tZnxknmpaTCjGXcXwzA0wyzEdxCcbMwNFi0jEUCLXDBR85NNPkA+fdsl3rp+LXknjLY2WKYsGPd0z4YxyrsYItMCCD0985iMjdYg57iMxxpdzfL9FP8RaXlYMeHQOmxysGPDoHTZKYsGPd0z4YxyA4W4e7oHhbGOXVWdLysGPDoHTY2QOHd7ulu63dyA4W4e7oFO62PBSl2Nk5WDHXFun1dPA5W4eGLY92MclKXY2Tlbh4Ytj3YxyXlYMeHQOmylGxscrBjw6B02OVgx4dA6bKUbGxysGPDoHTY2Uo2NjY2Uo2NjY2Uo2NjY2VK6+HHiOAPnwo2bytwC9Ov733dwZ2ds0bcOQfWFL0+/DnsrmptKWpwC9M+cHq+/wBo7NEMUAc4AA4NBgOxb2hbpSmzhCvD8occhD1eNM0HPEbbN407Ij6WAvw9Wn2DfAbTu7JP+KPfPPjxqRqBxIB8RTmMCNByP1CAgFez40HjYOIg24flWpzAPV5cw7xyGyMcQAOAjXnUA9WojUeoU58XUralqhXngMeaNLcbezG0VH4fj58aYIAIhbIgHiAcezTkI/Zx2bcBAaZEPbYAt5v1jm1R4C6g2taw18A/JzXhfnfZoYCw8PtDHm2G/T2Y20UT2ZHvEcTOUkcBu4UpoBXsjQRsHAOYY83IV5+wM7NoNrVvS3GghX6A87Z9tbupwoPEO+ggNLsiNRr1AeQ7NEBtbn9jI47HIc0rsnrSCBMTPCBv08M8squpOXb7OqOB8BE0lMD2Rw17a9kQoIMDTxtyCmzQyFuIV8ArTzb8Oft2ULiAdkRuGP3oeoNc3pUPzpSweb+SOMjYLB2eHUP7ug0FWzBz7Mo+7uHboM9MzANP4ANODNOPEPV+wR6AOzaY838oMBw7I0AOzan1DTAbOALBatQH6uyP5N/bUB5jslAqHmjkA8QARCzOa8A9jIbRHzHd3+ZznOcxMiNaQAC3m1vTxAOAsDURHv55ylLM+bwZ4dQwHY+vurTYDAebTHDqAW82tgtcO/iAgcKMiI+cAAAfvaAHmCPgPcHEZrUZgHXIfDeeEZ8+YpKCP0bXAK4vSgejW4cqhyDZtOnABx3er/d6BajqDYaZoPfUAC3m5vkfaPNtMBTgIYrWlKfRzXvC/EabKkEe74chxHnRKYsGeXOnqYtm3UdjIBb6PTgNaYrfw5AOxSt6cA4APL1B/P3BwKYtxxTnT1Q5cg7w2aVNABfHIcdA9Xh0EL8AuOy0pSwWHlitKU83HhgKjyaAUELXpig8Kcma1v179nezgA/WFvR5BjNeVqKUlMWCwiGA6epi2bBi/JAClLBaofZS/YxbNu/koh0DFcd3Nnhfr0xQEOgYAccqerkeX1cNg8KU0OFvRt/5vqdA49roPBtKVDsgFMWpQLWDzAGndQLcNnUqIB2aWD2Upb0MWCuA2QLdkaWpTHOlAux34v37aKe0kxlOpGc65ZgnvFKT8kaAABYR5Yt6NKDfmNgsOyAF6dkAAQtThWmPMp0sHAKAIYUGfo0AOVseiIB6FQAOOAwIU2SlgGgV9tgtUA82tMZEAClwDa4M+wjsPk0pADDIgGKW4ejSnm08A4BQBuAIFWRCocvCwUDzAAQp9mKYWmBBm9KD0DzfVC3h1DjsUrQaBUMfVa7NaW6DilL7GEiKspg56e7MZ+zzEUnZ4gHIRC1sBbza57h5X2QB404ch6cmOnd9VFZ4WpbkNsBT0QD+8HDC0AaVZD70tio44+GQ2pOgYSRzA4c8+3hnxq4jdxAGmnUHk9+8UlRtbAUwP/sdOFtkoI0Cn1dwXqx98cg2d2Wfyfr7unQfvWpilg91wxb3Y7xCJH5ozManmCN/nxoN2YGXDkn7O/KkAKBi/EfALUDGR+3iOwyGBEAtYLYpTmwFqezpS2yAzWlQAAAM0x6IUCrH97lgNnUqLIAAcA7qUxRnFug2DI3C6rqTqfwPGMj+FVZp0J5+zL2e2gAwIgHTp6NaVYxalQHoIcAUAsHmgAtdOVAALshULZqHDhTYAK0AAoAfVTs8mOPcF6UDIgoBUQoyFADFMYoAADNKccBjFdp85nQ5QNfd8apQDN2Q7IeaFRoFLh2aWBgBzThWwU5gAzYLZtXOOzf0e8QoIBYAHoAFg80OndVmoB5o/bQaBUNnAFwt6IUxx831K3/uhTapnTfkRz0AymPtH2aGlKAeqHAMcuz+59AzQLBQAClFAKDUADAAHD8nPmcKWzjheiAHo+aHO3D0fVAeWB4XsFlZDFqfmpTHmBa3TpUcZknSZHdpl4aDLWlKAY80OABn1a/R4WsHIK04FLVp/dp2R/IzmwcgsA4AAbW4X6Yp9EOnLhQB4AhYKhw5V5c2PzB3UuEUGommgOKBzH7A4M93o+3ZQ4UC1MDXiIDnsiFvvTgAHS9AD7PVHl1p02Mjjje3LsiGWftEOlbUsYGmuXHLJTPv8xSlAOgcOHLs+qGKW7uH0QLUqyAVCv1sjX0Qv4D7K0ADHmgGfG3NkOXTAZDCgA2tigYzTs1t2aWAOAU6BwrShkAqFvq5AyIfQ4e3uDg4AqABTHZDxEBr6ACFKWuGzQpS7IWAftZCvoB9Y0Hhwp6AFOHEOH5IAN/NAajwoAY47KUghQccxG1OQfkgH357KDI8gsIcKeiAD+TavswGa2aACPAMAHG1RD1fdXrsoBUQtTI4Gv0Qp6FM9OF74qc8pynPtkEbwfD9lDr35eKH30CFmaBwAPGg57NbYCntAMbABxpWzQj4shxZH7RtwDYEPRDlThmgB6v1Xp04ABUAtyD2NCA/k1CgcxDaRoN+Q/GrDQfGfjTw7q+cPTgHqW+rhnZQ4W4M/V2bVFkAt3jwoAbNoH5PAR+sAx2aYAOHKocQXkFAtX7GafQtjmFwoG1WgZDdkJMaYTvPxnLKh0PZSshdnzaDbgP0hZEfoU4cuFwDIOABGnmhin1s0+gFB7xDgGLAxkBoFQ4M8PyQZEcscPbjAcHshSlGQ+iOMeiP5FulKVtYeGZjdwHjGftqoyIAyjLQ78JPEjKdfHg4Ax5oYEcchZC/mUqFBoABysGQeAX9EMjw6M39C3iFRAKV4ebIWC1hCgjSnFn1MhwCvDhS3oFvohcBrbqxnzK1oFgoFaXAchFWBnyfO/znTAyFqXEMcgC1mKWvgPYGyMs3AeyFM440AfyKh9VfWvQDutcf/NDPZpxzXhag4WlwsGR4dGch5POKWDGOIKmlALM2D6A4pjsjX0M25+A4cAUALBzwAcq/RCg54APdwRkKUqyFQtWnIGePYDwEQx7AVkMeaAWDoOGc+aFw4U5YDgpSgGLBz+z1c9Le4AMWDn9nq56W9y0xYMe7pnwxjkUxYMe7pnwxjkpSUxYM8u6/o55448rFMWDPLuv6OeeOPKy0xYMe7pnwxjklMWD706WHwxjkpR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OgeHd6vu48rFOgeHd6vu48rLTFgzy7r+jnnjjysUxYM8u6/o55448rKUlMWDPIMW9T3cb8inQPDu9T3cb2stMWDPLuv6OeeOPKxTFgzy7r+jnnjjyspSU6B4d3qfe/KxTFg8O7PmW+rjystMWDPLuv6OeeOPKxTFgzy7r+jnnjjyspSUxYM8vt8zHhxvsUxYM8vt8zHhxvstMWDPLuv6OeeOPKyU6B4d3q+7jyspRTFgzy+3zMeHG+xTFgzy+3zMeHG+xToHh3er7uPKxTFgzyDF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Dhb729UPzfVZOVgzyHNvUt39/KwHC3Hl3X9APzd9rKUvKwfX0v6OfALdLAcLfe1/RD82OlkDhbjy7r+j7u/kAGLceXdf0Q/N32spS8rfV+99X3Y6WWmLBj3dM+GMckpiwZ5d1/Rzzxx5WKYsGeXdf0c88ceVlKWmLBj3dM+GMcimLBj3dM+GMckpiwZ5d1/Rzzxx5WOVvv5vq+6nsspS0xYMe7pnwxjkBw7vd0t3W7uScrffzfV91PZY5WD6+l/Rz4BbpZSlDh3e7pbut3cjlYMdcW6fV08EDhb72v6Ifmx0scrfV+99X3Y6WUpQ4W4e62Ap/cxyOVuHhi2PdjHJA4W+9ugfmx4LTFgx7umfDGOSlHK3DwxbHuxjZeVgx4dA6bJTFgx7umfDGORTFgx7umfDGOSlLysGPDoHTY2QOHd7ulu63dyNlKXZvP/Xfb+999euzuVgx4dA6bN9mah4gHSg4yP8Ac2Vz00Q6c+HMAG3mj1C4cLiGNkpW9BEbAHgFK+aNa2/MA8XdKWqFenmh6tKf7EegBswAxUM0G3sD8m/1hcLDxtuPZPiVoNR2+ePuNKxWoWz06MhUPNv7a9R5upcBp+T+YPyfqqHMADZjP0bcPbw9THtCnTi8QoGLWDvo0GbVvXFR9u1aH5e6mUxbgHDqHq58a4qOB+OoLJIg0LDbQvnwVq5c9kWmRAQoDxsQBl3f6Ij2wC4O+O3415XaJsgULWMPGRaePKBVy7EQp2fNoDxu/ZEbu2aNAFWmRDARqI1GoiItVEbiItUEaj2b1EeY9ajfaZ+es8Iy0yjwMbqVk72KDItD5Io4YZq1TygvHg3ABC7HkgERDoOaVHA+HznUKhUuUyyH62+4gzb9e68+IUANuc526iZOacyMuVKcsX/M0jNibkDyLl+++b0UxD8vzUmM8POYNhbycKoS4+Svlh6mHmPltbdpsOp3kKqqwRZeORefdnBOOVsgJdL82p0xxD8tpawqKQERRpFJwE9BRxXVxMhtHA8cadtg6FRXVhNSy1QaB4cPF3dPPAdqlx1pYDCJfMDCImWzyECZOoE1qi5ZrqYBjXTIcc4EDfzrdvzoUPNq4J8P50/4iAW/G8uYDYb8Q2b85z+QcFOIfrb4cCzQP13rwG1QoFqjzrB2oWT0fzlnDp8hKLvlabsgCEvFObcJfN+JyPzTIzWRTURwA/8Al5SQScMLwL6MQNnAdwysrL5L8l8XWXaaabduG9z0wFBuI4D8oGR/IvyyIXDI+lIecw0gEjIyJUlSMspBBBG4gg5zUEEESCD1Zy1HUIIEacIz03Vk7MUHxZD8QTz/AEt/xABH+ffaAD1DZPnQoW/EE+A/rb7oH9OvnqHG+2NsBYLYpThcaBfzcXxbhbY7IWsPHhyEKD6NfbT28NrYm4nz+z38TVBkRO4g1kXzoPgP/Q5Mch+tP+AhQLvh4+2vDZAilQt/gcmFRD+dP71AL2ffaHffOOgACIB2eIBx49mv0RrUR4VCvAeLMU80Rszw6h6nXHUKBzYm4+cvl7+JrSYO7u/tBrGnZ79MjCKVCgB8XJ3/AHN/wFkbB5UaZ4V7w4oEUqA0oXKZr+tv+lg/G9a8R64rjlK0qAh5w1tX0uyNfQHpkOPDiymLcq2zcK/QHh39/O6tOuvwyGnmNanWDHDj908PMdsZO7ik4Ah5QoXbCggIMA9diPo4FoXgVCuRAcYHj94hEBI4LLtsGiz5qgssPRDsNDQAow8BkGRzSjTLDQj6LIjTbQkxZiwLKKB4mmXMuJkqC4CgtLfrkVxWuPxKo6CjlvJiZUVEz5JvyBVz22RevRZaZYAe01YBEfvw8uI8UoSJEsPHy6sgxEkpy4iKhRoXhRTSFcm4PpqgVbF2AtFzhMw5MuWxZZFp09YEQZGw2kTEiYmJziYmNYJBE1IkbjGgMEaBcvacta3xxuFaNVtXjQfye7rXGzwHFuNB7hp6nT97thkPrDbbTBA00LQtM0LPWrtD2QAQctCIedUADyQiIjXzB7QiwAZkFKY4gIfVf0fs8QDFjESO/wAB8QfMUM7uI8Jz9lAcKs9B7rer339HZADFQ40H6vV77/XsvO3Ifbav0e/1tkEK1tyH7PVHwG48r7RQDjn2iOHxE8tN1Npi2LVpzpzY5gHMe/ZKV4cahbuHix7KhYOlbupUQtkLVAeHZp9GlvC/Di3lbp34EPo058xHqG1gQNMzl3zBG/cR3+5rnu9+hB5RSBfsjTkA99vV781HoOy0uFrNB7rXZ9o0zgLBsAFbUtkLcLDbzeHS3LkKAFQxfuoNqVD0a+NL5ANtAd+7jyPbzBngBEVOtABSgUtSgW4ebb0adBpm1AELbNpQQAAsOKchpazIfnrbhhwB2gC17fV2ah6P20pxoNxAoNKhn7bc2RG3jfhetqU3sg1S1BxWgdLej05Vx1q0GWgoHZ4cAr+SNLMYxwDHcOzqCAgFM0ve4WDgzSvt+qmygPTP9waXZ6/3MhsImpBI07PbNMABtRnhyG1OzazHQPq6UUGMC0FAAOleFg8ylL/Vi4bPDu49OnQfuPfVK4sOevSwebm/969IAA086fIUxE5E+cvl5k0mKAAAFA8PRClme8bj+cdlZCgAIs0GwYCwBSwVYAb8ccLU2AZpQRZvwCncHFjP3zQNgAqIWsA5oOAoNAoyP291w2a9mXfpEZ/t98UAFAARZABH6gtYKsBYafZUKW2UAEAAKUEfqEeyFAqyA8A499qUUAqIUZsHS1uzQLM09nLHEdgAqNaWDFsYtZkQ64DhtHdwJz0bKN4mPA5RnSgAoLIUDzQ5cqUpRiuaZAOmygFaD2Qva16BYPyKUzile/DWQtXs5/uAAXYp9ffwAHAzi2A5d1vQCte7hW21NdDmMh3YQMp0JM50pQ59m4W+wRwxXlkA6bKAYtYKAFv3vNkOQV9mLCCAFez5oBQK1DhgaegAeFMX2UA9G3McYG3qByz5o9/Chz9nsEVGfnu59vnVQCmAwAAFudLBRnpw6WC1EaDAUoFgtwxjzbdLh+bZQtS3ERwHS3ohy4+zZo5C2Kjx6B+TwtgB9mwCakHeN2fnUc6UAxal645U9UKYHl7dgAxbHTn2fUD24x/sQLUtWgCPHjToPXFetNgOAU5BWg9ObPQM+NgpMcfOh9xFKUAxVkOAUDP0agHm0pbPThSyh3c8cAoAB9EONKgP95ADFuI8P+aFPq9uygAhSgcO7IgP5P2U4WGtoqAZ8jlw7acAYtnshypWlfo8c4DrUNlAMW/KEcjyCno0H6+4ODQCohYMjfjYGRAPRvQe/wBmzgAKB5vAAx+UIXDzK2vnZU0AAgIW4hT/AFoBWwM1vwoHfsrIDQLBj7RZEAuzcOeaU4bIADyzUfsD8ka/21OnBwANrUp2Q8KeqAhbmIV4VxtU9onKeGREZTlE+3OMqyzxD+1k94jeRw0imjYa0tcRtTgAcWadL/3RGQG1sU9nZABv5tulPr2Qbji4BTHMQp9EM9aCP1bKADX0aXEb8qMhjsUG/KtPskaDsFaLoOwe4U5lnFq2AKAHMWRsPZHHt7g4LTjQOPDj5ofkcg5BjA5BAAbBQAp2e61K/RAfGl7bOAMVDlw/K7IiAeYHLNO+nChO+QYgiN+YnflnxB9lGMAnzrQADbzQsI39jIVr2OHeHAA5A5kKdnzeFKU5Azw7HhbgFgyCB3BgfZcLejYB9nt2cyHGnMfqZCgebf68cOGdZjUa/m8dSV9kcct43ClAPR80PoDWn72/oBQe8QuFujgAaBVmlsU5iyNR8ygCFLBTlUA4IyzSnmhULYsAgAUp5gUvx83AWHZQC3ohhnh0DHm3pQOdKcNlaDhw7OA4ZDs8MqZmgUv2Rv3tMhSvZ+1oPtAFAOTOQEcZux6lLUsFPDggAAUEGQt2RxxEQH8ioY6VoGbUVlmwWClKDwGotM0EPMvSnPgFg4KHUfhxXj574pzIXrQOI4pwZ5sAIfUI0wPBwB0DhwpwZ9UMUt3B3MtpYLBgftZ4dgLhS1gCwW4g4ApwD79noHK3cHsUGg7B7uWR7sqWmLBj3dM+GMcimLBj3dM+GMcimLBj3dM+GMcimLBj3dM+GMclTRTFgx7umfDGORTFgx7umfDGORTFgx7umfDGORTFgx7umfDGOSlFMWDHu6Z8MY5FMWDHu6Z8MY5FMWDHu6Z8MY5FMWDHu6Z8MY5KUUxYMe7pnwxjkUxYMe7pnwxjkUxYMe7pnwxjkUxYMe7pnwxjkpRTFgx7umfDGORTFgx7umfDGORTFgx7umfDGORTFgx7umfDGOSlFMWDHu6Z8MY5IAYsHP7L4sPh7lpiwY93TPhjHIpiwY93TPhjHJSkpiwc8d3q2Hw9xTFg54Dp6th8B/MtMWDHu6Z8MY5FMWDHu6Z8MY5KUlMWDn3Y9XPh7gAxYOf2ernpb3LTFgx7umfDGORTFgx7umfDGOSlJTFgzy7r+jnnjjysUxYM8u6/o55448rLTFgx7umfDGORTFgx7umfDGOSlJTFgzy7r+jnnjjysUxYM8u6/o55448rABiwc/sviw+HuKYsHPHd6th8PcpRTFgzy7r+jnnjjysUxYM8u6/o55448rFMWDngOnq2HwH8xTFg592PVz4e5SimLBnl3X9HPPHHlYpiwZ5d1/Rzzxx5WADFg5/Z6uelvcUxYM8u6/o55448rKUUxYM8u6/o55448rFMWDPLuv6OeeOPKxTFgzy7r+jnnjjysUxYM8u6/o55448rKUUxYM8u6/o55448rFMWDPLuv6OeeOPKxTFgzy7r+jnnjjysUxYM8u6/o55448rKUUxYM8u6/o55448rFMWDPLuv6OeeOPKxTFgzy7r+jnnjjysUxYM8u6/o55448rKUUxYM8u6/o55448rFMWDPLuv6OeeOPKxTFgzy7r+jnnjjysUxYM8u6/o55448rKUUxYM8u6/o55448rFMWDPLuv6OeeOPKxTFgzy7r+jnnjjysUxYM8u6/o55448rKUlMWDw7vV8cceVinQPDu9X3ceVlpiwZ5d1/Rzzxx5WKYsGeXdf0c88ceVlKSmLB4d3qe7jfkUxYM8gxb1PdxvyWmLBnl3X9HPPHHlYpiwZ5d1/Rzzxx5WUpKdA8O71PvflYp0Dw7vU+9+VlpiwZ5d1/Rzzxx5WKYsGeXdf0c88ceVlKSmLBnl9vmY8ON9imLBnl9vmY8ON9lpiwZ5d1/Rzzxx5WSmLB4d3q+OOPKylFMWDPL7fMx4cb7FMWDPL7fMx4cb7FOgeHd6vu48rFMWDw7vU93G/JSimLBnl9vmY8ON9imLceXd6lu+3faxTFgzyDFvU93G/Ip0Dw7vU+9+VlKKYtx5d3qW77d9rHKwZ5Dm3qW7+/lYp0Dw7vU+9+VimLBnl9vmY8ON9lKA4W48u6/oB+bvtYDhbjy7r+j7u/kUxYM8vt8zHhxvsUxYM8vt8zHhxvspQAYtx5d1/RD83fay0xYM8u6/o55448rJTFgzy+3zMeHG+xTFgzy+3zMeHG+ylLTFgzy7r+jnnjjysUxYM8u6/o55448rJTFuPLu9S3fbvtYpi3Hl3epbvt32spS8rffzfV91PZY5W+/m+r7qeyycrBnkObepbv7+VjlYM8hzb1Ld/fyspS8rB9fS/o58At0sbIHC3Hl3X9H3d/I2UpwcO73dLd1u7knKwZDnYKB6tqdaYC4YA5WD6+l/Rz4BbpY5WDhzzVnh2eHsxwpVlXPTQ+iNMAFPEAABHsWzioDawcQbilQoNGQpTHnAFvN+0O8eGy0oGAsABjPnM58wL8gwNMDeiAACAWpceHLs+pwG1wsFrY2kaHn8IPPU8h2608+YoAPODzefDGPVpS+LU4UzsrbTLtlptqgMsMPGmh5MsgAj9G4UD6uONkALhbmIZGoebnzPz07+P5z4CJE5RkO18UMAHeLgeTHMKBYMewIpWrDL5o0YfP2w8588aapmgNdnssh5oVZZZoyyAWBkACltvAAuFuXssHq4HqHLNg2AD0fNyPEOFGQ/I48h6BThslMWtQPtZr9G18Y+qynn5VVWiDQSQ1qzs1DQZJB5NZegHSFPYrCZqM9TOvLVYpCt6loZQUmNDb2WEAQaYUi8uE6X7qMCSclTHeqZlZLHDxn5uQuwWKGAa4i1qxzELrdHaykKX8idSK6kGZrQvIrVxMWcOtcdQELab566aNUUDJRiFIHSppLjqYcXw1Hx5URRIxFAcNEy71xESK/iooXYhp8Y2nt1saG1hMjeJ9QulEprnRJoTuPk0WekGaJNSWn2QyZGfyfD70imzTjFO1LpxyDBipLJpxKGXS5AJxFi9/8oOj5tydadnFNxyVMjTnNGONBkW7vRC3T+rmX8oY3Poa3E0WoernQcuTTX4sTZlw1NdWjSIorjGeMQsxFFkXxRDZduJFdYIGWnpM29JprpNLFk1yR8q7ZYC8oQqzW7y4ktFg+IEWlUrZYKMJKXCSGEmCSQ47kuSEOKVDJkz4SIK4iQXzOISoAggAaZHqfR2H8mT3w40/yB7vC3LtSTi7Pmj4UDpWm0lepXUfKXSXJWOZ+TticlCsAwGkvlI6/MPXQKC0oi7FhIhaHCTzsPViKIkP+SSkFILdp+dPmHTI+TcsvnruL/d5xsjzC3jO86iWI5QTgkTqBMQvotLTllfMiKJQxmgQ6SJSzi0vLh7B8RyjiKLExRfrULMsrsQAaXTjJR8pECTpguaLKBV1uOFd1dBa9P8AL6k9XM9Zv61I9hGKzcSSYhObryH0SSUlRdqZo3DxyD5LwamJkFmowRCRgsUeRarljfx46nEV4siJSyVKmi/XbZ+i/JAEtd2jrNKqk37hllMOSJjAADiBDMutZOFxAscICW5CjNgETJSJUCd8nIgiZrgzcYTYjaTKvOvSBq0hB7JDUBPiYazrzk5CUQvXRcvHUstQaDDi1EEOwycfuir0/F8r4jR1IhGsMnCxSIUt8ZOMAnPSSComCtkMwXdGnD8qYYFtwZdPC75hlpt2LTp+78m8ZBtjstuxFhoWQbdtMPGRGrIsiACHI2r7Q5p+1vwWjwpOuHVV2tQeptr8s5pwMtGYOm3KeJx8g0xEcvI4TXQnkY55QuUfGSBp2ooKk+JEHqqknnpAi2X/AFaaNPs45DyfiWWUdas5m6jV58eVQl3NCasLwQEaQHDr5ATktARFQ2jJZYZjqKKrlj0QmomjJ4cUlx8oAnmnTkiUdsPb2Ue0BaIxooOC5KgxqFdcsxMKyyCIxBTJNLhVzjBwscOJYMTAzVszG8gwQdCdBFPrc3eG6o0d6a5kzsi2VkzXCmlIR1IlvDhPVtrGPRJMCay4UfkZfQHCCI3Px+9XYiiKImyZdwQcFTTDgmwdVD7thLTzz91yLulNA2jWecnFyR+sWWs0Ce8A08RHEMPai4KX9UmpyEYoNJSyum4glrHqZC0FzvSIbMwgqwMtw6il1+GU1lKNKqSafGGvjB5w/PS1Sj3b5KX0wHGrPVtPWPtdGqCXkPKxqAowmcjoMGSrlSYclHhwwZk5IyFHbyD4FVTj10yy9iJ8/XYgcgw6fkD5A0D1690zJyUEq98Ppa0y69ovRov0t6olRAi9qB5z6bo9U4WmVL8khzEiqF3UPNxM9T2icdwicGHmTxyGI3QldLZBVWSRB2Qdqh94a5jZXpUYWLKko+HZyidZFa2HdmUFFugtbwAYgFxDF1yU3FzqEG45zX8oGbJoGEAEhsLAdY5HQkSucusoZRwFImW8JyllgkH0OAoJIvE6G0lTiWKYxUCZQweMKL52bieNVeI4qWHjZ08affGFlbUTQA8ZcsvQcO3TtmA6H9R0vv4IzjDyh0XULntHbnRIQjV45fu4TNakkiNIe1EmpYOoheOQSW4pdwSaNlvkcDPxx4uFWkVyy2qO3pLaUiLZFa2HukslJmDtZiW91GPlplLXNU0USRhgmqNS+PRMbYPv0OXUMnSkLJ0xUaBTZJwlLj740lq8VJT4+/IoTpbdPkDmWT+gzd7TO0rTM0KwOtK8xAk7N82ZnFNR2rrJSf8ADur9w4KLSjO07MkyllTzqdTkyZKqRdfSmzyU5SGy0MiXNww08STHRcFxzZW2ip0bJdAdlUMVELYVULQQJxOAVQARjByohUYizE4uqYDGA2DrmY3xAJkyQY36A3w06tcI6QdcEAhoZhANPf4M4wRx1DNauIVBe+ZgMFQGNvwJMyoaV/jQgHaZhUY0A2LIs9pTYaFpkJjtK4fqYtOVAxIiUA9/8b6HKiPm4GvXIccxja4JSzekluXdY8u526hoh1PxmhyUmWwXmvFUHoEFxAchZoyXYhNEWCUPvDTtYVUREdFSyvFKoeOLMSq7R5WOvHLJhwULycaVw/UxacLDT8A8oP8Ag+hz1aUvjqFueloH6yzMXltntnC/RygNxzgHRgAgcSWOf2tKEjowBEC5ErihoW2JhjOc7gI4bjvpkWnbbDbFWWnbYNMjxBoBZFkQ83gIAIezzdttEXwGihcxSgvnTLTQAGGhZZ7YB5v0W+0F6ja4DtqTlblTOPNAfojX6w22XD4D8lFKhej0QtwF+8p9HkIDn6r7do38h8QPjVa+z+TbIU4Yt6o8/wB7slK9kRDoNu71e/hQOezqf+dXAdOn156hejRCtQpx7XHpX6N+IXqPMNoqonQ9w7MO8cD+yKbThTA0+z1b1tTI3wIbFK8M3D2UHixTNuVOVh2dS9w9IOWKUD8nIWHgAcQCwiymLYGmO7Pm/bUb8eMg8BJPdw4HcRrNTOY4b+0wRPnXLWkpXsjS9gGw4Gnq/bca32AyFs9O71R99wzeq+yw49tPV4DyDlTqgBYAoNre3za4Z6+zlWw6Bu+BJ7CBPgc9N0ZZUB7d0cwYz3D4+NAhQQoFhwHdSwB2QDryvQAoFgQwIBW96BTNLhRj8/W4X2UAqFBDNBxyoP5Ij9+A0HYCoZDjTHdzZ6/3hsNtMshGnZl+A5nOppAuAVDP9zmyI27q93FOwFbVDHAOYDajAc+vjSq9niyHeHfTFGKfX9VNkvaoDnr0t6Ob/Z1okTzG7w8zSgGRtUOWP9b6n1+AejsoAAUtUe4OQY8zr3+wQqnKw37+lgt1/uZ2AqNKM9+acPVHn/cyG00o5UDPfwpyZHvHP2jstAAACn93Hqhwt/cyAABgKiNAwHILB5v37qbKyFwGmBtnhQfyR4/mpcBpBMeIA5z59lKKUAKhcRr9lrsh+e/MKBslKAFrj39K/REbBat6U5bFKjWlqh42oFmRDvt3X2ACo1piwe0A9Uf7teIhtU6aZ5b/AM4xA13axpkKUtK0oFgDlXlTDFOPGuLc9lDhbPQK0sHFmnW3tvsBgLZoP2BxZxx9t75UA6WAADHdT6HIBry4UC+1CZzBzXTsEAe2T7KgCPhyFLTpm2B6cOx3ZAemy0oIjyAA78cmb46+zZofRCnWvgP5Pdge8a7OAKUtkajUOVPVpw4gG1fPhTTs0HLQAc5zzpQClgAAoAAHtpX6PTgPKuzOduQfZzZ7s+zZ2Q9HI+0cUD0a88gNOHPZoX7PUREMWpTp04U9u0iRmPMZ/CTUj30vsyIAIU5U9Xrx9mwAejbmN7UG3Jn67Y422MgFuY4DmHqjnoAW2SnIOAfm9W/ff2bR58KUoWp5uGfCtLWZ+zlcOTgZuFADIBYOAdkaB5tw8ccOCAFBxYRAOeKW9Ea+2vs2cF6WHiPtsFvN68fZnZUSBl53DfzOvyNKHCrOAHgHEQAKVY+32bL2c2wIBjgFB/I67IAcBZH6IceNAELMWHu9vUpi3MfCjIUEGACveI8u9UTOfZ7cJ4jic9I13ggX4XpnkIiFL9kPbUe4dnhUOHEeGLB6tb3wAe3ZAAQpbiAVwFgAR+iAh9WcDsoBYLYAQC3ARAQD0RDwAfZtWJzn378Jyzy0y9285kxEcpHcp7MyJ99MC1LfkU8Q9WvtD+7sBwGnBrAV4hxFj8+wGQtloeFfoh6o1p7fZYNlDDNA/J4dQtZivHaxncJ5aVouQE747NAOw6Zb9YypwVrjA8h5M+pYOttlAMBQAx1pSlq9kO7Pdy2QA5s0sPDqzb0L8+PUOTgC+KAFRx3eqHOmQHv4ZtuUDKY7uqePE8u0VBOXeN2/I65jzvjNQAPNte3sqICIAHZwNvohjHEHUsFg9Eb0xdmwD2ce3l1DZrLOLYoFr+iADbzb8vYFg4PZDFgD0edq0rlkM/63uHahHOeGnLnzz58c4oJA93ip4H49nFwBioBgaf2oUp2MewMY47K1QA9GwWryszYB7P2jwCnRrIVpRkMDj98FvRp+awWDgNBatA4j3YtXs4tnze4doq43d3DeE5T57IaAYqHKnOwAOOxgegcK9QcGQsFgZD7Meb+cOGdmhmvZpStaB0Z9UAoHd4Ds5kKU80Kha3CjIWDzQGngI2sOyh1WOXeJXhl7vaJcyFgsAUAPARAaeiAU7sU4Z2cHCwBnHDusFvDZrIYsGGfqAMebfHO3TZwBQAsAW8MWwH2B3clAdM/n+bvj9sjTcvKwY8OgdNkpiwe7GLfegbLysGPDoHTY5WDHh0DpsqQe/Tjy5DjPyzhKdA+9OnT6g2KdA+9OnTpwtyXlYMeHQOmxysGPDoHTZUzy9/Llz9nbCUxYMdM26dOndyKdA+9OnTpgPYvKwY8OgdNjlYMeHQOmyk+YPLlz8waSnQPvTp06YD2FMWDHu6Z8MY5LysGPDoHTY5WDHh0DpspPb4Hzv9/A0lMWDHu6Z8MY5FMWDHu6Z8MY5FMWD3Yxb70DYp0D706dPqDZU0UxYMe7pnwxjkUxYMe7pnwxjkU6B96dOnThbkUxYMdM26dOndyUopiwY93TPhjHIpiwY93TPhjHIp0D706dOmA9hToH3p06dMB7FKKYsGPd0z4YxyKYsGPd0z4YxyKYsGPd0z4YxyKYsGPd0z4YxyUopiwY93TPhjHIpiwY93TPhjHIpiwY93TPhjHIpiwY93TPhjHJSimLBj3dM+GMcimLBj3dM+GMcimLBj3dM+GMcimLBj3dM+GMclKKYsGPd0z4YxyKYsGPd0z4YxyKYsGPd0z4YxyKYsGPd0z4YxyUopiwY93TPhjHIpiwY93TPhjHIpiwY93TPhjHIpiwY93TPhjHJSimLBj3dM+GMckAMWDn9l8WHw9y0xYMe7pnwxjkUxYMe7pnwxjkpSUxYOeO71bD4e4piwc8B09Ww+A/mWmLBj3dM+GMcimLBj3dM+GMclKSmLBz7sernw9wAYsHP7PVz0t7lpiwY93TPhjHIpiwY93TPhjHJSkpiwe7F/Rz4fVYpiwZ5d1/Rzzxx5WWmLBj3dM+GMcimLBj3dM+GMclKSmLBnl3X9HPPHHlYpiwZ5d1/Rzzxx5WADFg5/ZfFh8PcAGLBz+y+LD4e5SimLBnl3X9HPPHHlYpiwZ5d1/Rzzxx5WKYsHPAdPVsPgP5imLBzwHT1bD4D+ZSimLBnl3X9HPPHHlYpiwZ5d1/Rzzxx5WADFg5/Z6uelvcUxYPdi/o58PqspRTFgzy7r+jnnjjysUxYM8u6/o55448rFMWDPLuv6OeeOPKxTFgzy7r+jnnjjyspRTFgzy7r+jnnjjysUxYM8u6/o55448rFMWDPLuv6OeeOPKxTFgzy7r+jnnjjyspRTFgzy7r+jnnjjysUxYM8u6/o55448rFMWDPLuv6OeeOPKxTFgzy7r+jnnjjyspRTFgzy7r+jnnjjysUxYM8u6/o55448rFMWDPLuv6OeeOPKxTFgzy7r+jnnjjyspRTFgzy7r+jnnjjysUxYM8u6/o55448rFMWDPLuv6OeeOPKxTFgzy7r+jnnjjyspSUxYPDu9Xxxx5WKdA8O71fdx5WWmLBnl3X9HPPHHlYpiwZ5d1/Rzzxx5WUpKYsHh3ep7uN+RTFgzyDFvU93G/JaYsGeXdf0c88ceVimLBnl3X9HPPHHlZSkp0Dw7vU+9+VinQPDu9T735WWmLBnl3X9HPPHHlYpiwZ5d1/Rzzxx5WUpKYsGeX2+Zjw432KYsGeX2+Zjw432WmLBnl3X9HPPHHlZKYsHh3er4448rKUUxYM8vt8zHhxvsbFOgeHd6vu48rGylAcLceXdf0fd38ilwsHh1ZH8jPhx5VZKYsGeX2+Zjw432QQ6BgeHdYfxY2/u5pZXPSUvgPpcP3l/1vI8fbcaUBACmGe+3MGR/pYBTmFK14cAKY80M2tzAP3KwBwEaYG4BbZGbCA04hS3QKX8mH1De9hpUJG/zvHMfH4hSh3DfpmwX9AegZEM3qNBGnYNsCw0yAsth2WgplloAZEP1vlwtSo+jSxSvZtyHHdf0K25+IgGV5eb+TgMUEOTunfQe4AyER5kUrUZku2VMPS7xkQactixcPSAGmey0AeTsDTNGg5gNdvzgFg80B9nLsiA+hwzSoU6X2z9eRxOABssxUw7ZaZbdss0afu2RZEBZHyYVeMXoA+mA9kGhaBhkcAFmggAs0GtBAWRqA0ZqAh2AHOQ2UqHbfJSN1STvlbpqKaXpWRnOszAeqSDo9nFKqCdQxHTEpR9JpLhCNCsTQkamoYjCCj6IRiFQPpCS0ZQTiktpr82XWiSW+aTGnxeLf8AQ46prfyAnUDwGv8ABC0xegXH8MNr9whtbQp0pcBx0ZCvoBx/v2s3hcBwAeAs82b5uAVDbmubKtx2cuwLAAjBYcdUQI6WzcI5gGCd1bJeKqFgFRJJxXFOZ+467+XfFQM7urT/ADUhOP8AUVD8XbruYm75SJ/SiYTo51JOt5oY1cTJiiJYUaZhOA4dQxUYiiuMoJiFChmN4yX4bj5OOFiqI/hlPTjTsy/eILJPon9KchYf6PTet4H+j/nKNrfuvG/5gHjK5xAKcxx+99Sn1V2QA6DcQ+xm/oD9o8Qreg2XZ7aqEPXCkkSqLEnEYW0ltNZM4ZJJJJNDdfFP2ZiRmcgBGbl2059gmRUUjO6chaofq9N60AW/+eATkDgzf9dCwVp7AC2dtiQlu5iMEQlMuF0HW1vGHxyZSAiIPzxi3VhEUx4sl+CJFKRE/wAsSzfTJh+LkOFV5WZS24bWlIUA+2fhZVVksWHTZlyaLSLAF2R7I+iA45CyP9L4dB7qVqLwDhTAiGK5Bka+hTxC2K22v0NoHJBMRIJ3iDBn2juqhuOfzpGW4bo+Iz457iaicNbrCITpYwUN70PermCpty9LGXD2f8m23T8uYdi6fuXjI6b6Nu3rtpp22yNhZaEKCA3wOVW5jQJHwBDkq5Q7xXeeS9l1CTk4XhmDYYnnJlNQURwoqhxaPOk8k703iw4dmlVSPqD1lkRFoybfN9mrY1mdpi1a0HH70K+gPDObVve5Sv0RpQQxX8mmWO/mA0HNb1+r2ZBKmRlONyQCQSJxTBwiRImM6uLr6TqRuGuQB0G6QN8EiePMumjTeo6ckOJUVS1HamNR72JFcmqO1zUvHMKxyuQ27Kk/iopUMmYUl/ARUgkm2mhNnHBoifMPjnZeAbdu2WXO0M8s2N6Hox1Ia+FKU+7EHU9LbUfqriedcFTB/Ro6eZK1QDqIjIJFx804lCKl6hlhL+PeVVnaEdc/GPir5KZF15Z7YvoFh7IjZkccash/S8cwvxte6AGA7I59g17I/wBLG3TOcWrZrM9Hhe5b6OcLIULdZSCPyq3BENrEjWRFBcIxSFbGFkNIGWAg9UqfhA7ZhPNa1N70dLvSh3cWOThR+z2H5U1vKtLRgu/dtdmrD1w+g5t09YaGgiy8YbZERCoCIDWWqUq5GsTSxl/EMyJbMSej9ZhJAUoxlU7ipFjl3LqIziaVfK8GO4yh0qVQYodw8daepjtcRizlMU2S7Jsm4YcPWGdthgAjTzRuGKXqHZEbeTwFeN8+1ACv0c0ELcuzUfQ7+vXnvbRlJLX7l2QMnFkAQdQbVq2eIzJGuVQXmIRUzk4SwkQMus7DSNM/bTmGWm2nbDLAtNNCDDIAAVFpoWAZZDzByI0CtxrttckX+KlSpcACrpywwIhgWgBntNehgWhaGvDgOdsYh9GbYaZUDTAsiHnFnTQecIiAB5durNQCgj5Nn0sN2oyI5hTpgah7aV+h9XToFNh2xOR007z57qv58606mP3tPv5v20/e8kCo0GmQoP1eqFePJm3XZaYsFumAtjzbV40pjNhonOwWEBD6hH6P90acOEVXSBp7ZjCO3l7aQK0xdkb/AFB+Txtf0tilBpTIV+z1MV50AOIbKAXAKekHIbeiH5HdYaY9ENmgFg83FOGK9n1e4OfQQ2kctd3bUCRqc9AMstDHORGe7tNJSoANBqFLU59mv0PtvxHZKXAaDyHvtT6PEK8x5gOy8rZ/PTj2fs52pxKUtT6v3tB9H20sIYsObA94XPfyka7te0c6TodYzJ0yMbt2mg/R+9RTFhzfv82n0bgIc6j38VAK0tcLeNM0YHhio99dmhawhi2O6g3Z54oHKlMbABSgUtbh+99XGQtUOHfbdrG9Tyy58451Yfs7PEzrmeNAdwhfl+95s9ev2gKhS1WQEQpkA6eoI8edfaIVWgDS2L47h4Md3D82ydkQpaoAPX1QuHY77UEA7q7TOUNlO7sjfPy4Z75oBln8kPABzT1OofmyFTlQKewOnJn355DQUABt5o5419XNWcZ92dlBnAiGOFx5Dcex0x9db7JG7PsM8Oe/LPSdTnmpAAR4DT28gHgyOajx/urQLAAUDu7uTIc+o363LWAAtbgHT1evWvXiAGBEB6e3s82OePsrTYe2CYA74Gkxke2OecqTFLXEQxxEaere3fzsGVpSgUxmnsqPohzH+4GUAAG9MWCoc6eqOB4d3ENlAONOgceVfoiGfdkNqdmcZAzq3Vz13DTdUdwPPLl27s+4cqUA6W7ugUwwIfe3MQAwFMiA8xpb1R782rQa4EALMhQb0HxpXLP5+/ZwBetPRAAAOtqYZDAcOHCgbVJGUa/AAAfGoy3ZxEcgMOm88efhJStbcgpTu4dmvLID0ps4LWpWgAAD30vgeuB79mgHoh7fsHl7M94iNtlDgHZrUb9wU9UOQ5/1u0UByE74jnp4ZmKBCwW4cq0G1cMiH2e3ZtOnAAG3G3qjXA8/ZsrQXC2RuPQOz0rx4Dx9myAz0yP1BT1bcfya9drAxu5jxH+SakZfHzvpRDhSuAAadwfkiHLIjThsAFwsPpdAx2Rt5gUz0rwrW5xDzRzXj0D8ioX5WqN9gOHm8K94DTkzyHIV4V2iSfPYPgKg5nsIyjdKk+Hx5U5lnFhyIjbuCgeaFB8PbxUMBa9ACluNOTIiGBwHfs0AwFMAAcaDWlcAP1V67OAOn0uXKnqjX66dMbRUAfDj93ly85woBi1aiI+AB6o1oIdfZxUGbM0ZG9Axa9PVrmwe2w8WhW3m8+HMWR4s8fZnA32UAqIWELgGMgAMiAB5tOPAByA0DiPnzIoSCIE6gTnlBUb+3x76cACNLWq0PssH5NLDyrkLBsuAuA0Hs9MUt6I+2tfzbJcAC1QEM86iAgHo551EeFNlELY48v3vq8+gV67NffWY11jzupgcB7PAeAXuAZ7I34XHoGzgALUZyNLBkOyzb0BqIdK58WgAWDs1r2QpTmLNaeZnjjl7XBw82ta1ty7IW8wQx1Hxyq8kkewdmE68xnpPupWfoj2eXDu5seN77O5W4DTrdnh2M+we7jsjIYAGRG9OWAZoHoWHwr1rsrIYoH5PDOPVuPPOeG2QzbLIZRoSIgcctN88hJqG0iMhprP5vhrv18KcAX9G1RoNKcGQsPZHja49A5bOBkAoFMWDgFAAOHZrfu9+zQvw5472cVZsPhnjs4AvWmaj9gfk3vyAaBy2lt3M/BRvPvIOvfXgO/xA7D7Y4RTwAApbPZwFOWPNpnqOzWgsyHZzbGKiFLdmt82AMcc7OAAri4DQeVgCgh5tvEK9dmtX7Nh+j1EcCP0RDuoA05bUJnwA8BFWB7d27mvad3ZpFNALB5uQG4Bxqzgezfxxa2zgDFqUrT+1CgB2cca04Y4ggBioYoHS4gP5NeWRDpUNnBfAZAf/ADg9Wn2gHTYN3AGT2SPOXwoTmOQGsa5TrB9vHcTTgCghYApUPZQMD2ce0MccAoYCwBQPDFgoAW8MY2QA486j3YDkH5u4c7O2igOndvH3ezh5g0crBjw6B02OVgx4dA6bGxsoCMu7ePuc+XmDBysGPDoHTY5WDHh0DpsbHKwY8OgdNlARlmN38z5HwNHKwY8OgdNjlYMeHQOmxysGPDoHTY5WDHh0DpsqQdNN3D7n4+RRysGPDoHTY5WDHh0DpscrBjw6B02OVgx4dA6bKA6abtw+58/MCjlYMeHQOmxysGPDoHTY5WDHh0DpscrBjw6B02VIOmXDh9zlz9nZBysGPDoHTY5WDHh0DpscrBjw6B02OVgx4dA6bKA6btOH3eA5/syg5WDHh0DpscrBjw6B02OVgx4dA6bHKwY8OgdNlTPPh/N+7z9u7ccrBjw6B02SmLB7sYt96BsvKwY8OgdNjlYMeHQOmygPfpx5chxn5ZwlOgfenTp9QbFOgfenTp04W5LysGPDoHTY5WDHh0DpsqZ5e/ly5+zthKYsGOmbdOnTu5FOgfenTp0wHsXlYMeHQOmxysGPDoHTZSfMHly5+YNJToH3p06dMB7CmLBj3dM+GMcl5WDHh0DpscrBjw6B02Unt8D53+/gaSmLBj3dM+GMcimLBj3dM+GMcimLB7sYt96BsU6B96dOn1BsqaKYsGPd0z4YxyKYsGPd0z4YxyKdA+9OnTpwtyKYsGOmbdOnTu5KUUxYMe7pnwxjkUxYMe7pnwxjkU6B96dOnTAewp0D706dOmA9ilFMWDHu6Z8MY5FMWDHu6Z8MY5FMWDHu6Z8MY5FMWDHu6Z8MY5KUUxYMe7pnwxjkUxYMe7pnwxjkUxYMe7pnwxjkUxYMe7pnwxjkpRTFgx7umfDGORTFgx7umfDGORTFgx7umfDGORTFgx7umfDGOSlFMWDHu6Z8MY5FMWDHu6Z8MY5FMWDHu6Z8MY5FMWDHu6Z8MY5KUUxYMe7pnwxjkUxYMe7pnwxjkUxYMe7pnwxjkUxYMe7pnwxjkpRTFgx7umfDGOSUxYPvTpYfDGOS0xYMe7pnwxjkUxYMe7pnwxjkpSAGLBz+y+LD4e4piwc8B09Ww+A/mWmLBj3dM+GMcimLBj3dM+GMclKSmLBzwHT1bD4D+YAMWDn9nq56W9y0xYMe7pnwxjkUxYMe7pnwxjkpSUxYPdi/o58PqsUxYM8u6/o55448rLTFgx7umfDGORTFgx7umfDGOSlJTFgzy7r+jnnjjysUxYM8u6/o55448rFMWD706WHwxjkAGLBz+y+LD4e5SimLBnl3X9HPPHHlYpiwZ5d1/Rzzxx5WKYsHPAdPVsPgP5imLBzwHT1bD4D+ZSimLBnl3X9HPPHHlYpiwZ5d1/Rzzxx5WADFg5/Z6uelvcUxYPdi/o58PqspRTFgzy7r+jnnjjysUxYM8u6/o55448rFMWDPLuv6OeeOPKxTFgzy7r+jnnjjyspRTFgzy7r+jnnjjysUxYM8u6/o55448rFMWDPLuv6OeeOPKxTFgzy7r+jnnjjyspRTFgzy7r+jnnjjysbFMWDPLuv6OeeOPKxspTaYsOOX2+Znx432SmLdLh9v4sa/3781piw45fb5mfHjfZKYtjpXx/Fjfr0yAbK56SmPN5CNsWAKfrXThQQ6Bs1nh5tLBenMQt+th1wIgPrbLSlPNHABgLXCwj5Kgj3DzpTOyAzQQ829BtTFBD9zCo5Co1D1r0GRkctco55jx9lQTz5R2kfP2506g2ClgoGL2Fnh5PHWnAccTlVngPAeFP3MRzyr3jbZaXC16Dw7s0dj/c2QAAaebwpithAP3MQEbUqNQtngMkZDXX3gc/OU7pmk7NrMhkcha4B+5VAAHjbjcMB8c+iEz4g8ad+SfjT8c6AGRa9EPxjIuhZecLiANUqANUpt9gAuHm8hxigAFB/FZ7rh0CuzOyNvNHFMchZG4eSuPUe13jgQg6jLKOJOXw1zgT2VHnfxHLz4kYO3ChlkfxRhw0yA2F4w8dDkAoIMungW51D7A28xhZRt+NJ1HtD6Zjj2cf4EvnNw63vndMeaP0uFw9Gw/i6DT342eDNaeby4dGf3MfvxDA2wjdyykctMzxGp94NATHcAfAGsA+ayhUB8qTv2aee/5MjkCmMVAB4WDFWfNZQEA/Gk8APpv+bN/wDoQcV4+IVvsClgDs8AEbdWf3P/ANoBCtxGtWCFKeaP0uHHzbfrY45BfNA5zgE6ZcZ5DXtz8xEyfPd8h4VgIQsoVD8YTqNfpv7+iID/ANB48a82hG7ghZQz5UmFwGnbfhwAP/jQOOfqDbOqVp5o5ARtyBkK/reK5rfm1UbuALMhThy5U5Mdc/3dpwL5NPPns9tYH81lCweUJ0AB+m/4dnh8UwHOnt2T5qqFvxpPgPpv7gIMhUP8Bjit+d/OoNBz4AuHm8Q4d1cMDbmAZoNuGzQCzIdkccuICyP9LpT684DMYF5+I89vbSTxrAQhVQsAPCY2p6b+4ebf/oMQ7wuAjXNbp81VAafjSdwAfTfcOyH/AMZ4pnhm1KiOfUrSjI5ARt+9qP63io9+fO5t7OPNz0z6N7Osc6dfOHjaB8dTyPwFTJ893COA/bWCsQobFpnyhgsyAjcWAevBAB7I2Bpw7AeFhapnrX7ZCHiRNph42AmXwDQG3rIdhkQ7NBYddgWQHiAtC2IDdkWRz93s8meTWBvSl7OrUpwpx84a7FM2xQcDf0Q/ICma2vy2kCKkHiY8TpGWvLzlCAFgtWtscuzQfQvcQ5hauxmnmhcPspQR83u9W2y0vjFBxwHs4qxbhyvx47JSlLYxbhb1OnfbIjYFaKchGcZT4cc958OdDIVALBcOXHzfU4WuNcXxZeIebkKDYbej6ofXQLYAcIyHq0oNhoOLYqwH3qNeIL7AGg8v3tw8zN+HW9cSde3Px8/sqDkZPLONPsg+OfZu1NIAUALV7PSn5N/Q6Vte1h5AAFQ82zQV5/k1y7sIDgBsFqhihS9KelfGKdkPyPttn2J2ashVm7I8uHmB/S/HhStBztFVM5HTgJ0+zqTGo1H40gANADs3CnDPogP0P79MCGClgGnL24v6NB+sRrxANjiy1TIcsegH9Lr9nGlKbKAU4cLBQcUZ9QBt3AIdBzM8N2fu56e34Ae8jPdmIEjXv45czDRDA0xm2QtezIhw4jjI2DZQoIBb729URpUceIVpUAKDSmMW4W5scOgU5UxslOzcAsNPZj1aY4+zG1gcoOk5Hgcuegme3hnFp4mB+adYyjWc4mCIz1O+gK2Ds/fzfVxcaU7ueyhwtnoHIObPXvvzyBelv74U9Xh4+NwGQtYed/8AW8mOFMYryCm15gZ5iJnWdIPI56HxqZ45cDuIyz5a7/Glr0+oOnqdQ+9Nk5W+/m+rx/Pga3QGcW4V5/k+p06hjZQZAKWEeOA6epjHOlLcNoDD80HzAG/fkPb2ziG4zp7Y+dIAVoIh1D+15s4rw7uOS42APva9meV/uI7FbhauP/mfV78/WFR2UAoAVC45tjAUuwHTHHmFA2EmfvGOxQY3SR57KgnnB90wMxOeuvklPRAA5Bw6XGjPIb2HnjK0wFMezFOTIDx5dbBlGQ4iGQAAzxpzZ58Pz7ABQAGmfst6g5qI5vQMjWlDG7TceeUnzlUZRlpx3SIAIEmdMuMRvzcAcaY6DnzeTP5uNQAM7ABZkBDjUcYHs483iAVuPsEahsgB6LPZ4VHp6IjcWadM8AqA42cGRGmApgenq1x3+G1fPhQGYGsQMjllhk84OnGlDiNL449PVryyA+wNgAoIBTAZ626cb4EeuyAHo2px4WGw0sz7Po448FpUMAFenC3Nn7Q+rCp4c4PbGHPlHCm0vjAVx3Z8wPsEe7ZQtS2ArxyNPV6jYK9cbIAdMiAYC1aer16Byrsth4cQAegW5sfbyttcxod0A65RhB9xGXyq2lIAZtSgAFONbD+RfHWla4yoBwp+SzXPL1L9QG4W6VAZx5uWuQYDs29Hv5V5DxVln0bfSEcY9H1OfdnA8ad3nz76zIzEgTlPbKT7z799KF6WpVrly7PqXDNhuHDqoBWlQ5+yvZ49mt6464HiMh6NuY4xXs+r1+vA8QAwAs2AQ9vo1+hjlYQuFgvVQGBygT4J8JpQDFhyAceHZGtOwIUvwAe4OKhw80eNf7UM9jrateFOqAGLDmo9PRD8ka1rxEchQObmWceaP0QxSlezX6AZHuuIWHjBjfy94+MVUnSOXuXlxHneMs0p0EAxyp6oU8Qr14g4Cw8ft4+aAd1PbsBwtzH2CABgGfsr12BD0QEK+iFKfvQ/JGv135Y2moGoniKaABbzeNO+gMiH0RAaV62EOV1ZALUCmAsHPs1yzxHqHdzQAuA0GoVHn+SF/MHIDz4gF/pOAA83zRyFh9Xs5AGONeHMKha8Hlru04jcSJ+U99gdBvyj/o7iI3ZZj3EqAVp5o8R+tkPyBDHIBuIY4uALgFMDTvoAU+jm/Ec4tbZAZsFhoNAH/XCzf0BAc8xyGOLgZwNB4j/5oUDzApbuyGeNFichunskLx+GfKqnTl8YWfOY4DfTgpQPN4s93DgDPtxxvsoYC1agIWzkKU80a+I9KDsgAFcceVbAACH0RrSub+zZwcBp+T+b1fzh7bbQePLI66Fd8mec795yqKcFuHMQt+9D8mvgAdahfZrVhZsIhjvoAY80Qr3iPDGzgARoFKWpcOYhnzaeADs1q7XojUK4/wBaGezXjxHiFK7UqV1nLLMz2+Osae6aQOFuXdYAEQp2a+AB1tfZwBQAt+Tfje/5P5+ltmhkApSgjanQOHZp4APs2eAYqFwoA94AHHs/nCvUNp3dsjwIPP4fOD8B7vP4UtLBbnw6hw7Id+AC1+eztmhgLcGfvilun1bO2ilGxsbGyknifP7B4UbGxsbKmT57vkPCjY2NjZSfMnlz5eYEGxsbGygPnPlzHDzlBsbGxsqQY9m79Xny/ZORysGPDoHTY5WDHh0DpsbGygPw4bsPPl5zg5WDHh0DpscrBjw6B02NjZUg6d28fc58vMGDlYMeHQOmxysGPDoHTY2NlARl3bx9zny8wYOVgx4dA6bHKwY8OgdNjY5WDHh0DpsoCMsxu/mfI+Bo5WDHh0DpscrBjw6B02OVgx4dA6bHKwY8OgdNlSDppu4fc/Hw5UcrBjw6B02OVgx4dA6bHKwY8OgdNjlYMeHQOmygOmm7cPufPzAo5WDHh0DpscrBjw6B02OVgx4dA6bHKwY8OgdNlSDp3cPucufs7IOVgx4dA6bHKwY8OgdNjlYMeHQOmxysGPDoHTZQHTLhw+5y5+zsg5WDHh0DpscrBjw6B02OVgx4dA6bHKwY8OgdNlTPPh/N+7z9u7ccrBjw6B02SmLB7sYt96BsvKwY8OgdNjlYMeHQOmygPf5Xlz87kp0D706dPqDYp0D706dPqDZeVgx4dA6bHKwY8OgdNlTPL38uXP2dsJTFgx0zbp06d3IpiwfenTp0wFuS8rBjw6B02OVgx4dA6bKT5z5chx85wlOgfenTp0wHsKYsH3p06WxgPYvKwY8OgdNjlYMeHQOmyk9vgfO/38DSUxYMe7pnwxjkUxYMe7pnwxjkvKwY8OgdNkp0D706dPqDZU0UxYMe7pnwxjkUxYMe7pnwxjkU6B96dOn1BsUxYMdM26dOndyUopiwY93TPhjHIpiwY93TPhjHIpiwfenTp0wFuRToH3p06dMB7FKKYsGPd0z4YxyKYsGPd0z4YxyKYsH3p06WxgPYUxYMe7pnwxjkpRTFgx7umfDGORTFgx7umfDGORTFgx7umfDGORTFgx7umfDGOSlFMWDHu6Z8MY5FMWDHu6Z8MY5FMWDHu6Z8MY5FMWDHu6Z8MY5KUUxYMe7pnwxjkUxYMe7pnwxjkUxYMe7pnwxjkUxYMe7pnwxjkpRTFgx7umfDGORTFgx7umfDGORTFgx7umfDGORTFgx7umfDGOSlFMWDHu6Z8MY5JTFg+9Olh8MY5LTFgx7umfDGORTFgx7umfDGOSlIAYsHP7L4sPh7imLBzwHT1bD4D+ZaYsGPd0z4YxyKYsGPd0z4YxyUpKYsHPAdPVsPgP5jZaYsGPd0z4YxyNlKZTFhxy+3zM+PG+yUxYeHDqGfxY3699wzstMW6Y+3zPrHr12KYt0x3Z8z6x632VzSOPnL5im09UcNcOoDf8VmvfWg5rs3s480aBXhgRBkb/ig8bUoPnM22d2b+jzC4cwC4/ixvbI1434bNpcPNHIXpiwWH8VTrzDps0qDu5EA66yvnf260+lfo8uGbBzYH23EBoPPZoB6NuQ3DoAVD8WOO72gGVoFrXsOO4PyL27w8boACFA7I9bVuAs+oIU+vlTO1tBG/XfplwMDv3cMhVqSlKVZGoMgGOTQZ/FDX2CPTNRQQt6IhZr6P739y+sb2Hzg2dS/ojcGss937levt7xGwtoFQ83iF6cwCw/iqD/fxxgZEGJzEZxn57hOdUO7WcpPAyvd3Zj2y2l2fN5BcK2ozYfxX5x97wALD2b0DIBmoB/Sx587cgsOzAD1RwHDqz+5jURDFa997uZCoY4CGOQs0rV2ORHqGaBUb6jd3b/1fvee/rSukdnuHKNIy/bSUAaeaOB4cA7P7kPHiIV5tc04gHZpjhwoGfxVxH2hnPFeyHmhQb8afldkR/nXd17uLaBYeyOAHHVkK/rY8ON7VARGtBkZ+zfyB4nz252ptLB5vAKDTqFh/FU68wzbYAK0qyIWEMc6cfJgNfvWuxQRp5o/SDFfyQ4u/eGRCtboAWARDkIWpwZZv+L7/eGBmoOQ7x7T304OHm8q2G9wz5g1xxqFAvz2Xs1pVkbiPDgPZoA/iuIBgKhm17oAVpbmHC+PVHxHHMa7L2aUHsj9EfRD1Qv+KGvffA+cPF593Pz75pnZG1h9EPojkBAafrfTAV505pSlPNGwgI2HPm/uQ+AVHOAy6mA7AgFwxwHs3/Wh8RqHfW7c08wfR5BwoPF1fhzDNK8VKbTAdkaVEBtxsH9K6Da489kDh5o+cFKdbfuYcwt48NlpjzRwAhYOgU/Wrj9XHjdAyHmjYa44DTP4sL9bhmg32UHZNJmg9mtQpxvTs8me7FvHZOz0yNa04hT9z7tnBQKWGw1DutYfxebZ2SmLYrwHjT1Ogddknj58gVorag8vgM/Z+AikALhYKDe4cQ7OfMpyv4DstLgFKgNchbhYfxfGv27JSlLYtjhbk76B0zUQ2WlPo8OWMepnxDaZmOWXdRt07teK/Z8Y+PKgAoAWrSgY7q/Qtz/PayAFBDzQvURsGfNqH63UAxfv2KX9HNxqHKgU/W/z89kpYPNuHTlTm69vmgOLDjaKqfcAezJQDPPhuoBkadns3AQELCF/Nv8ArYBe4VHnW4AFAKiAB2cUALDcPNr/ADsA99OIbFLgPZyF7c6Z/F158sZC1SlGgHs56D6tf50HfwzwHMj9mcbxvnLt8iASPPZ8h4UtK0tfIdfRr9H7bVyNKbIHC3eFO71fHj3CN1AKcLd2K0tdj8wcgvUBTs/SAPZzuHqUwHcPs2kED9U6id+UnXj8quDplkYIzG7DvndByj8E7IgICAVC1qDXh6lBx3c7BsgDzD70Z5s9/wB67OC9Lf37er/d9o3KANKs1Gw1pmlOIM148/zVmSAYzAjPw593nJmon83IzxGXEz58Eri3C+Onq/bf69kCo2APvb1Qpxz/AO1s4GWbeb1D6vV+z3bLytQO4OnqdfvasgudPhy49vt8ALHT3D7vMcT4+CAzSlqj3YwFqsffwDYAK8MAAj9XJmt7/bUb1AuIAAd48rh6vfav1dodloAUCnLh3BX0O7wpSlA2rA0B1AxHgCRz3HWmmX52Xd9kaE59o92gAVELW7gxYfyQ7uPPGUAKiA9mwBXFPyRD+dgP57dNimA7NxoI2EcCHN2OK/nrjYBkQAA7NxoI2/eh/ShDqIWEBre1onz4Se+KqSMo3RB4nLjpp5mnMh9Kn38wRr+L5YD22yAAWZDshzGodGfUoA0/e3Cma0Sgeaz2QoFBrTl2a/QpcbjcOo2DZQC9aYtj96NfQr9xp0jz4VK56aZDvlZPdrn3znShmtOFAz09QB4dcW6FKAAUDHLu4dilfYHdyQAsFqYHH70fyADhyCnMBAKA8LcQwF6B2QvVjhXu5iAWCRqORnuGZqymdddSI5CDPy48qRkKdm2GRHA5HsgIWZ69/dwdwC3CoYHlX6PXgF+OyAGbZGmO6/oY+qw8cL2cWyIAFA5U9TFwt3hThtORjP38viW8xVjoeeXjl8aQAoIDQbM18aZozcL2zwvzUAx5twZDgNaj2c0Z54zemwAdLNNAGB6Y8ylL8evtUAGoebxpgbgHZGv63wv0qHhWstI8QImDkeJ+73HtFKABbzbUAMD6vq4vb2V2cAY83rjHoh+TgbWHmFuAoyA+bQOfAbhVkK+h9WLY2UGcUZvYQCma9mo+h+anTFVRB4Hwjhw7u885IAYoA4oAUDI9n1K0EeABxCoDxWgDTzRyPUbAyIVHsXCo2AK0rwyIDOKM8Q4DcA7I/kDUAuFu0AdOKhwAWb0HrxZv6FwpXIjm3VTKPdr934T49lKAWsFbByvUQHizS3URp02Rq4hbjf8AtaWFn7ePDmoBewcQ58KCN+zkf9bUeezeIWv3Yuz6nKtMCNbhmqooAADs2H6PDn2REfQEb8KBxuAhlWWcDQciI2/eh+QNQvjzs4DijLIDSw55cuyIfQGoXwHazgOKgFQDzb2/thZpfsYHqPEKVDMHITzHvFTppM//AJpHHfMcfZTwCvZtcBZDw7I/0utBrao8QsIZUAqAAICGP7YWRx2KfUOeldkABCnmjkRxwowFfQrQa4AOIVAQuKssjULfk5zYAEfojUPHhjO1EB1ndA0OkbpnT368R3cPjAn4cuFOAMW5j7bAH0ftEeIbPAADAceWAAAp9GvHgAda7MZDFqBi3rCA2qyFLZqIXxXZwBi1LCP/AJoU9GghxsHKwbQ0GAJzM58wsZk1FOCwBbPY/Nx7P5x9g7MEBrYK3pjmLPqfVx5DW/oGcBYRCueAUD0evEQ6V28rj9EcgP2Vr5n97IgFajSnn9nn2U4AoGBuFcZuzzZ9/s2cHdgR6cA9WvgACPXZgBioWtfnUQ49kPbe2AEdnXoFQpYbe0PVp9XUabW4DsPHUCedKeAU+oK9wd35x7+Gy7JxqIc+vAAzSv1gPeGF2rSjY2NjZSjY2NjZSjY2NjZSjY2NjZSjY2NjZSjY2NjZSjY2NjZSjY2NjZSTxPn9g8KNjY2NlTJ893yHhRsbGxspPmTy58vMCDY2NjZSfOfLny85QbGxsbKkGPZ7MPPl53HKwY8OgdNjlYMeHQOmxsbKA/D+bz5edxysGPDoHTY5WDHh0DpsbGypB07uH3OfL9mcHKwY8OgdNjlYMeHQOmxsbKA6d28fc58vMGDlYMeHQOmxysGPDoHTY2OVgx4dA6bKAjLMbv5nyPgaOVgx4dA6bHKwY8OgdNjlYMeHQOmxysGPDoHTZUg6abuH3Px8OVHKwY8OgdNjlYMeHQOmxysGPDoHTY5WDHh0DpsoDppu3D7nz8wKOVgx4dA6bHKwY8OgdNjlYMeHQOmxysGPDoHTZUg6d3D7nLn7OyDlYMeHQOmxysGPDoHTY5WDHh0DpscrBjw6B02UB0y4cPucufs7IOVgx4dA6bHKwY8OgdNjlYMeHQOmxysGPDoHTZUzz4fzfu8/bu3HKwY8OgdNjlYMeHQOmxysGPDoHTY5WDHh0DpsoD3+V5c/O5KdA+9OnT6g2KdA+9OnT6g2XlYMeHQOmxysGPDoHTZUzy9/Llz9nbCUxYMdM26dOndyKYsH3p06dMBbkvKwY8OgdNjlYMeHQOmyk+c+XIcfOcJToH3p06dMB7CmLB96dOlsYD2LysGPDoHTY5WDHh0DpspPb4Hzv9/A0lMWDHu6Z8MY5FMWDHu6Z8MY5LysGPDoHTZKdA+9OnT6g2VNFMWDHu6Z8MY5FMWDHu6Z8MY5FOgfenTp9QbFMWDHTNunTp3clKKYsGPd0z4YxyKYsGPd0z4YxyKYsH3p06dMBbkU6B96dOnTAexSimLBj3dM+GMcjYpiwfenTpbGA9hspTaYsGeX2+Zjw432SnQPD7fMx/d2WmLBnl9vmY8ON9imLBnl9vmY8ON9lcQOndvH3OfLzBhtMeaGQ4dAz+Kt327wwDQCzI9kLdmls3DP4qoePG1eDgDHmhgMh1Cw/irB4eylQb2b2ZDjwzQWRx5IO6tMcRpsqJ9sd0AZzmRvnLxilpYKB7KXsLPNj7e6w1DZoZC3EaeLOfN4+3nQdlpSluDXDuH8i1gtjnQAwcaUyIcOHZD1b/WHeO07vPLn8Pw1GYHYKUAx5vGmMVZDm7sGAvTqIBXZvZCjNuAZDkLIX/FVuHOvHv2dTHm8WRxxsFB/FUAAr06Uzs3s+rwEMUEeyID/AEvA8/7YRsAe/wCfh45VnJkaZkDvBE+4aZdsTTBZC1hyIBbFOzStXf5gEOYDsoBYPNHNLhzBmtfMv7QEL5HAgs4oGRpWnMGRoP4vh9d7bDIYtgQGlOoBSgsBzyIBtcMe3yokyY/HPealNdM4juAWPnRTHmjwHAD+SH9LHhegVzYObaAFApwHhy7NP53S3jXlxXs0pat6UpypyYGtccfbsAFw82vncgvUAGnofVwrim1xxGY7+XE/DwMzpTKXAeyPpM8K0AQZz+LHPAb5oIiA0FoBgBZxbqFOznzOdMVr7aitBoz5vABC3EBZr/O6WD7e+oABXFq/b2Rz2Arbv9vGag6d49hHn305nnTFOHd6o/UNePXZQCgAHZqNBDFqh2afzr+73Vu1nGOHur9AfrCgdM7PAKiHm8aVoHIBH+d1pjNe7iLz7ufn3hoOwUygDQeyP0Rx+9C/4v8Au8xvdvZwIsjnkA57IgP62OQp338693dnHm1HsiFOzWtOzT+de8egDltMDStgH0eXZD+ljy4c8c1TTezjzRrSmOXZ/cutx6D517pT1Buzy5UuP4vuvcfWvdezjzQG4DXs8B7Nv1vFw5j0Di0GfRti3o/vf3Lp17ualO9mWQ4BalLeh07+nNvsG4ch6ep07s0psoBTsjTA8u7mx9Y4rm+yBwtivAeNPUDlnPdsqynMRlOU68PDMe3hSU6ZCoVDu/cxrwvenPGwH0fNrbkPT1Pz1sNNjs0pbAAGKZpzY42xUdinClKf83gDH2W632kb893jHn4b6sdMt4yHHJT7II50UpQOziwWDFgH+d+Pd3bJQK4yAjcK8gp+t34XqOygFKWyHLPoh+R+fuGuyU4Ux0G9KXAPJ/YA997xVOHAZn2ToKGWeHZsOBp+9pWjqgj48QqIVDZAZqAALNO8MCFM/iqDaoVABDlXGygGBpcQ5cLfuYjb3iI3qJ2cD2Rvm2KdnP4oRr9lL0EQEVRSMhjzRDA4EOIWGjoAr1vxvTZwBioCA05d3qD9++7RZw12Rxe3MWQD+dCNeueVBEaqyFQZ80Qtaw9LD+LABr7Qtau1vbGRHIYeZ5CRrE8akGNdD25ZjPLflS9kBEBpQe7uz5gBw7udQAKJRoPo1xj/AFvq1559vHZQ4VCg9wdPUv8Ab43A7vqr4+ZtAnceB78uPOKt1hocjHCcwN0niPZTQrbzR4cP3vNnvz7fpbL2RtUKeNcByZ78+Fa7Op0+r/mbJbl9Qcaep192QrJLGCTAy4cjMancflUgueA0zy5Z+329kFgoAM27s4Ct2PvjFA2QAwIhxCgUG+L2YH2eNQuOwACOQEPYIDw9W3H8/GrRCogHZHwG1wzVyPtEK2rXIAIAa6Dfvn7O6Z5mOPZVSQMh2E8oAIGZG7XuG40oM1EBFm3dkaM0D9aC1OX2DdQCog0LNuFsj5v7kGOYDWvGmxSgAAMiP+tHNuToaiPO49a32KUAABnvtxCmaOqe2nDNb7OE8p/VyAnP2a+yq0rP5XZyPLu5OwEA91a02ACwB2QzUbUvauHdA77D1tUEoHms9m2Rtypn8Xeo5pzHZQz6OLY50EQGjHdj6tojdv3c5iN/n3WEZDfkR2nD3caWl60xYLD0Efocf718FLgNMAPDu9SvAfvTY5eb327reh9nu2SnHs5EOHcFx8nSgZ5ZvQbBzGRyPiCfPOrrmO8c8oX3x3d1Kzfs25Dju5sd188xxsoBcPNwHa769mg2YEKhULgHt5pSvDoFg6ep96bABQLM+qFA5U4di/t9nUY3ech8ZoSYA0PccxEdkkj9hpwcPNx53C9ezT+djzDp1DYZ+j5vDte0exT+d9eOb32Slfo5oyFuVObA/XfrmqgyFrWsFOzy7PJ316d48YrMzOeenuy9lKFbebegWDiI9ilPxXd9d9nBkPN4gI9wdgQy7H21rxvzQGfR83mOA4dm/wCt9Og04jxUGfR80QtXH72/63ga9PbW6opQCtB7IgNK4/ehW7utKDeo3pYRAaNOBmlAEPyQxbAV+gFuePbWooAYDs8GQAafva0/FfUFa8c+cBwqFeNwEa+j6v2V7+cZzy9+mfKlKA4oHMb9KBajHdgQ67MAAGnm1rThn0b/AK3w7hx4uAMCAcKYEciF/QHl1C/ANmhwqzm+OjNB/W+HGojxABrmaA69vyPD5/ClAMeaOBEac/NAP53cOYCI9B5vZZEBAAZEfRvgLdmo/rdQCg4pfrxayz6IUG4AGOfZER/WwHwpW+a3cAVp5o0uOK1swFf1sQoA8gH671OfZvnjlGhBHnLOlKDNaebwritaiyP5AgIZ4CAdOK0Gw9niI87B2b17P2j9WwFbB2RuDPDl2b/rY2DjUR40G90AB4M37uYsU/ndq94Vzeli78941z3Cd++Y1yNPPnzlTwAfNqzgAtTFOzWoAxXusHCoDwVkBAGbcAD2CLN/Qp7BHwGwNAB83zfq4UZAB/W78O7pQRBwANvN/JrYQwDN/Q4cqhi3GlDvM6+EiMtSCAOW/POlPDgNOAjxt6IU9ABCvKgCNMDw8wDkHHl0Zv6I1Dxp9rwCwWpQMU5izyYpamADvAKVBoBcPN4CNaV/JuHmcs54gFeNKef2efZQyFwoHAOAhSlBpXs2+rhnZzIBQBpwD66DT0cfZThwaOQCnEaW6M8OwPeFg7uOzgDACH5PiyDPqezIYtyCd08RHhHDXLjHaTSnAGLAFhxwuFg80LeGMDkHcrBjw6B02aAWCwYDpyz5oUHw7g4KHDu93S3dbu5RSl5WDHh0DpsbIHDu93S3dbu5HKwY64t0+rp4KUuxsgcLcPdbAU/uY5HK3DwxbHuxjkpS7GycrcPDFse7GNl5WDHh0DpspRsbHKwY8OgdNjlYMeHQOmylGxsbGylGxsbGylGxsbGylGxsbGylGxsbGylGxsbGylGxsbGylGxsbGylGxsbGylGxsbGylGxsbGyknj58gUbGxsbKSeJ8/sHhRsbGxsqZ8yeXPl5gQbGxsbKT5z5c+XnKDY2NjZUgx7PZh58vO42OVgx4dA6bGxsoD8P5vPl53HKwY8OgdNjlYMeHQOmxsbKkHTu4fc58v2ZwcrBjw6B02OVgx4dA6bGxsoDp3bx9zny8wYOVgx4dA6bHKwY8OgdNjY2UBGWY3fzPkfA0crBjw6B02OVgx4dA6bHKwY8OgdNjlYMeHQOmypB003cPufj4cqOVgx4dA6bHKwY8OgdNjlYMeHQOmxysGPDoHTZQHTTduH3Pn5gUcrBjw6B02OVgx4dA6bHKwY8OgdNjlYMeHQOmypB07uH3OXP2dkHKwY8OgdNjlYMeHQOmxysGPDoHTY5WDHh0DpsoDplw4fc5c/Z2QcrBjw6B02OVgx4dA6bHKwY8OgdNjlYMeHQOmypB07v5vLn7fA5WDHh0DpsbHKwY8OgdNjZUgz7PcDwHnwDKYsGeX2+Zjw432KYsGeX2+Zjw432WmLBnl3X9HPPHHlZKdA8O71fdx5WVwSeJ8/sHhTaVoPZDjwzQQEAH8XWnvGlcg3s+rao8OYMj/SqgAXoNA6jw2f2fVDiGOYM39C41z3je1GW0uAdkPSDh6rP7n347IhfAANFPO/lp3ezupA4W4hTwCgegGeIfUOdk5D2QsAeNQAfoYpxHuHlsoBYA7IYAcAHFm/62F/EO8Qs2gBQAClh4fkiyP5AUtalh6AFaT2fLhzjX59m66DsHup9MUDhaocGRZz+Lr4W5Vzs3sjjshcR4YqDIgH61ilb2EOYbOBkaB5oDn217PHydPaNerQ0s2l2R7PFkccKBmjsKB7Q7to8msjOkcuOYiY9mWnDQU3sjUPNDgNKZwF6u7VH2dR2GWRpgMDw5dkf6WAU7qeGDsjQPNC1schCv87sAV405V4bAANQDshet+g0EAs7Af7tgrtcHTPh7MPE8vD2Suo7M+yBHt7xvpOzcLW5AHOg8WKW5jnns21AHs5FmvtEOTHK3IeWz6VoNMAA47gp6Fr9wh04MoAUtgB4cA7NLCx9Y8gvtddI4AdxgGJnPjw3cq08+0cvPuSlRp2fyg6cLV7FuPUOVA2bSlLcAHHcGOwAYrcc44Ds6mB7P0mRxzAAyDAV5bNoFqhgBZ8BCg3YCl+GfZtak/hIPKNw3nj+DmbjjiNONrc2f7l7CFbup0rcBG1K3Cv0OQbMCtaiHIe/AcGefQa867PpgAC1+GMUyx9Y+OyoXQZ8PcDHtpuPo18+9hw0Aep/ftx2aFqebW4sCNMhUKW8mPW35g2dy83IA1jlSoXd8qX2bnAfSBrHOn7nXI92yrUlceb0wF6dnP4vpx57MoFvNvgPqvdgeFbjzG4bOAMeaPpVC3db9b7r29yAGPNDN7d1v1vGb/3dlKAZqA0DAcfZWvmd+fEdge7IBwDpyd9O/YZD0bdMcBoGAdhTwDutTYDgNMDyDp6nffGypnfv90RHk0lMW+4U5sdw+6t2/kjThy505se8dnUxatLcs05s93Xws3s5tgQELcAoNqsd4WoHdtIPhw49tWmM+zlMYTHKATBGtFOg54+yv0R4DXl05lMWHqNOPm0r5vEOdR6DxULdkaZp429UB9txHnbZoM8KYG1g4dkQyzQPqAK8LhtFUoAKWpYb44eb6lB5cfaGVAOHZtTl0Cn86oI9b0pa1tkC9BpUa/VaoeiI8s0DnTYAK0te3LmHNhobDzoAVvQb7PPnz2UoZCg0FnGbWv2c/iqDbnXjW19kFnsiFGRpbgA0wFB/FCNeNe+4jcX9mvZEAvgLc6Zq6r3CPMaUvsjIWDzbDa4cPNC/4qmOI1DN6VpaYIOe7vAA+XP2ZqAuAeaOOQ9P3PPULWsOygFgoAh7BGmLeh3/ANy4C0WKUoyI8KUARDH7mIj4CPIRGtUC1PNEO8P3tho5zi9+/FUA8oiYBM6DjxJ0qQSNKfQeX1D09XoPP7apTHmjjiAjS4c3Y/cPBoDjzeHL97YaOc4vfv8AR2AZrSjI4yLIUD0c/ibjcOfHmFZhRqTu3RwPHgfjwoSTqTRy80b9B5shxc3HHPvrTZWWaU824he2MBSzvPHlbvEVBkAAPNvzpitA4O/rvxqIVERQAqIVZGlKjbGAoNXOet+N8BtEzmdBu4mAI1mIGu7nUUrLPHsiFAoFv3v7kFbW48cBkAL17N+6/ABy7AeV78b42KYAGbdw2pQb/ixAR614ZrsgB6IAH1cuyNbMCF+ued7vJ/V6seRnxqRr2eeBpQDjTPThYL1dhXnW/fe6gFKBThy7uTsK99PtulAta3d+9p9Cnv4VrcAOn1fvfUxzoIhbiI3iOPCfGPhnQHx1HaY5a5b8uHNaVoNOHLnT1NgApQKcOXdn8Xnr79kpgBDhUbDkKepe/Px5uAMWzxpXlzYp9xGt9p0idDHtwk89IrQZR3DTQnDkRz47tOFABgezwARt3ZoxURrTra9Lhs4A9EBZEKX+wQyx0Dje/EboAYtm2L8B/Ipy6fVsUzbgABbqHNio46+zavt8/PKqmQdIAjLLdhJz8Blr4yAzWnmjzG3Kgh/Oh6WuHdW6gzjzebQ2zigWdDXhivGohs0ArwHFKUrxD9zG9uftHi4AALdngAAIh3fuVK4qNO7N5Ij2e0A/GqUoM48ytgG4cR7PJ3wviuBrm7wZxVkcshjPo/uY2D/XcccUC4h5uRCtuAdkeLq+ctV6ZurNPN83gI4wAUAMuudLj7BxtGfnu59vnVTmWcVZG41xmgM3/WxsAhf0uOK3TAYtT7eyIfRp4iOwDNADzRszxDFeyNB/FB1vbvHitLBQPq4BT1K/fjjZPnw+dKQQrW16gGOAUHHk+o9+zWQsHmj6Ijjqzf8AW7B4VqOa3Xl5t78B4CAcHYiP9zlsAzgOyP0QGoCNRDs2H8UIDToDXUQrdUD2buzvpQCtKMjwpataAwP9LEO+gNdc3cACAB5tas8s1FilKuxAet2uNM3QApQeyOBERpxqyHF2Ieyo9+auZZEKeaNuyFg4h2a/zuoB30re48YOXs38wN58mppQDpTI4pwZx+LC3tCt7jW6BkKMhfs0tz7N/wBbHlwzXIhstPNDzaeaOQ6s8Ad+GePO7Q4ebxH6Na2D9yHHSvjtUDKDvIkzppGhnPdnwyioJOQ7D3Aj4e7KngFg83nw5Czf9b8a9bgGHBkPN+k0OBtZn9zAQrz83vG1GgGPNDLOQzgP6VYPaHG47KGA83g1YQ5izydUp7O/araxwjvJjd8OW7M03xGQy78iPjTgCweaH0eH7293efHjSghZGWcDT2UtcQHPYCgWv7c5FaerxzToH7njvG9wvgEALBVngH1dmtvJ2pw61xW9de3QaboA3+fGJoAK4DnwrxZv+tjXlxoHEKWVkL+iAXGtujF7uwGo8fR4jUaea0Ax5tbhemaiA/0sbWCoiPcPJaWDzQwNLDmrPDyQU4UGnPlUJO4DkeJzA8/Ko3+Pw85U9kKcOQeAM3r2Ar9gU4U81eVg+vpf0c+AW6WQA6Bm1ugeoFMZ+uwAAHC3Hl3X9H3d/KtTS8rB9fS/o58At0scrfV+99X3Y6WQOFuPLuv6Pu7+S0xYM8u6/o55448rKUBwt97dA/NjwWmLBj3dM+GMckpiwZ5d1/Rzzxx5WKYsGeXdf0c88ceVlKWmLBj3dM+GMcimLBj3dM+GMckAMW+ru9X3fVY5W+/m+r7qeyylKHDu93S3dbu5AcO73dLd1u7knKwfX0v6OfALdLHKwfX0v6OfALdLKUvKwY64t0+rp4HKwY64t0+rp4Jyt9X731fdjpY5W+r976vux0spS8rcPDFse7GORytw8MWx7sY5FMWDHu6Z8MY5FMWDHu6Z8MY5KUvKwY8OgdNjlYMeHQOmyUxYMe7pnwxjkBwtw93QPC2MclKXlYMeHQOmxsgcO73dLd1u7kBwtw93QKd1seClLsbJysGOuLdPq6eBytw8MWx7sY5KUuxsnK3DwxbHuxjkvKwY8OgdNlKNjY5WDHh0DpscrBjw6B02Uo2NjY2Uo2NjY2Uo2NjY2Uo2NjY2Uo2NjY2Uo2NjY2Uo2NjY2Uo2NjY2Uo2NjY2Uo2NjY2Uo2NjY2Uk8fPkCjY2NjZSTxPn9g8KNjY2NlTPmTy58vMCDY2NjZSfOfLny85QbGxsbKkH4ceXPl5yg2OVgx4dA6bGxsoDp3bv1efLzORysGPDoHTY5WDHh0DpsbGypB+HD7vPl5zg5WDHh0DpsbGxsoGA9m8fd49nmJDaYsGeXdf0c88ceVimLBnl3X9HPPHHlYpiwZ5d1/Rzzxx5WKYsGeXdf0c88ceVlclNpiwekA4xZm/oZ8P3wUoDaWZ80MM8PWZ/cwuPH20C1QfTFgyA46s+p7uOKVZbS/ohxHHIWBr+t3ER+qtxHClNoFvNpmwBSwCxj8Xz5gHGo2oDaDYaceVMgyIfzsOVwAQ6BarLuzgKBnlioMj/S+H+tEL4ALNAMB2QyA1pwoyFf1vIjbl3jhpWqnIZ6ZHtkQNO7zk9kLM+baoDWlaeiFf1ugXtkBDmAYjCN70OVhLeeJO67ewFFH4T1eXrcfl5hArQ8zB7Lp3AijMJpBFMafBEDa2KImP33kGCguwLCB8WxLMtCz5a/97ro33ecLqjuZMwUiOZ3tlRdwXpul4qk1+bUVLppkwwik1RITWFF7ASConij4q8iuLi5BOAXBkukF1xbYKopurQ+3d29gUXZvf7AgqZfXWE9S0+k/R8yhGWokHTQThdmGfmy8RR8nEj2JfmCwXhBiU4A7jd/KpwYK9p5NM25hR3x7RtDKypZBuMjB76oAxSyp64OsO35qiGMEjnrashsTXIRWBW0XkYrpIwkZCVGeIxhGhmr6osjbzeI2pzBkQ/nfHiFuNgpYZC4D2aXAcfvQr+thxqFwrnlaLjd873jR7vC4YSS0Ax2ky+nu4Lg4jjTZMRVJIM1YWXyTJRwuFUZKUnae9j1AIKBhgs6ieFSxssAPizhbJoC20ZRScowM0p5oWpwwICzX6AY9mRxS3VbuJcUNbcMp0KmROR45HiDmN4B0xKsjhXUqwIBBGcZAcuwiuD4l3oe7jg2Il+EIs1w6W4cimFVpVhuJodWp0wInLCDECCffJiyjKyeZVnRkipJikVMkT5Mw7dvyxou+cvXbDx20DPxP02fdh1r+j60khi/4dZe1GoBXC0HEOg2vtW/3MWifSfq61j76g1qYkHLmdZiBNaCiWg59HiGwsNw44iOaeo94uu0sWmmPi7Ko2iJTRsAD8YJAvjyYbdAb/LdpaCNOe67nxNuRulGTsrplQ9EEmCyHGkJQw7TV5LLrs4oHQ1hyUOMti07YUUhQOp5pmg+ULmXzA07VuUbTtR2d9oVdnwIt1iC13GRbLLnHVxEJlBy3kGu3o7IuLaLXcRKAkBcMuFO/OBi7e2DNqqFYohyOIXhqNYOW0uJ4Ri9AR4phWJUM44UUWIYcX08qrIi2kKBUHhY+lqyYbKn086XeNuDRQw6fuW2nbYNDFboX3mytrG1m6/9KJ6TqbARLRLMV9AxCNisamIjMzFdsR1HUHApG0F7CyO6hlsXcGuz4lXKquMi2fbL+XBksD1/GXo60hb9mI9I2liIJYb2+V0vZarunKSKvLyATej2ScSm4GgZUllC56E4QNRGqS4Mqa+YhpAfp6K+W1Iw/Pqr0i0fNv3ph+8eDpz4O4gTMhXeUb52Gp0R2SmlNtBmOhJMy5kJ0Pp0KEI6jhPmxOMtE0WEoZRyRFJh8svKzs2ouUhOIkySe7MAVLF3Lp2ywzf61de7sa9FdsrdZ8eMWirjoWcBSru8BgDMLlE8Kp0SBLpxI2ALhw4wV/KICTKqCIymTPDKauChalvZ1ClsU44p7NtBTg1ZaV9PKskIM/8AUtp+kaur6c2roKLOGcsuZZqy2kujLRJ8qJKdGsQohxSTnJx29KPDpJy+LMGXbbhp6y8ZFhnfoXpUKDX6hoPFmv2h0Edodt8Sxu3pNSGNavte2m+CJ/HICLp8tpYIi0hk1SLYmiOJjigqo8AwwZUXxYgnOjbwstREsHjItMJqEkLSqyXUHxJynGey87W7bOptrhEk3SQgUfaJKgnTQAZnKsbIViFOIyYhQCxMDQEjfrXNOu7f1yY086g9C8tNOc2tH0/5Y6g5qPYO1ETGSJ5QpFpKQcGsxvKdAZi1YWYFjN9D8JlmofjGM10FCOHhdLFzCBo0DfxJOVWncpifvJN3UrnyCUla+NFSoqKZksnJqan6ppGHVBQUDj92XJkSRMtG7wwaOGzL124Kli7tt+YfvGHTphttplkayKBu6NaM4kRDmjLrckbnSR8CxCipK8lysn8qzUiycTwifocdsn1yAYphmGEQ+fTDBXsJS5DqepIpll+yslmDXlEsr0lu9Jfbuidep+ZmjXUvulpH6QNdUgCCbMliEk92mxzBUZwgXNIZpPjmW0bp3xZl6YT3q3DymKf/AIPYEgoOD6ctHzKdEidD3n29o2k3Di6MC8y9ELtvaLaZIBhRjbGbwzgPDEzA3V1NbtBBGIlAceFrZbNh1mAY5CQJUEDfBNSTTt3m8Xyo3v2lzdmkpUw2sQlqDk2YmepzTNxCplYihs0WTZ8nwSCMPOk5tNPl22pOEXfxp+fcPWWVw215MRJuQey4L62lwwhLMSrhgCKJDySoriud8gYM/FEtJJvT6iaEsTLGDb/4uULvn3kCrh8Zeiz5Ny6ePBZYGqfrED/DXO7XCn9CapBjP8T+t71fzD38rX5skVUCpkgfKlzpI64fkzpI44dGShsoZdi5MFTRZ85bdGC79y8bdP3D1ht29dtNO3jIsi0A9mzu7ttQZp6PaXtpIHVUW7TAZRIBYnPPPWsLkKLJAjHaVjnvLkT4Rw0qEn+COtzH+3IDp+p61VdP6xXfi/XbI4O+EG7oSP4uhaA4Q1bCsxZG0RocJQukMSB1PlG1WIokUyiOiprBpQkkUIFWjykcLFWTB00WKOReg8MmHLllt4zIYGjvSPb9Sxpx5j/GQln0t/iU69BzyGlRTeESOc7xPe7yZ0n7spDkZJhd0CQurzVmrPiHpawyTl3B85XcTQnESajxMXhmD1FFjVQhNaheAodJIKunrJR1FKrHSIpJgF4bipwGF67ttlVbFs1xmdUS0lq6HcsRIUtfgFVxMScgFzgHLa2tm4SIuKqqWLF0KgADWEGuQyM55VcpndHpuVUmJuzRIppdXPS2lhHsfE0o29elyimbg2FFWIiycZMOnTT5wXOvk1gs/fOmReOnb1pthkWgANuJt09rriTeNaOYX1QRVL5DlmrRDGceQu8hOH1g+vJxVxB640kODTKkokiRl69OssNP3rAlmGXQj5NgW+z2hh+1CaSPhEqTIOeCrMHeq6fIpgFLlBMtQjeGE/TdKlNPxFB5ODFkxEyESUCunRONEDiwjOjieWOFj5F+VfGGH7k6WeO2XzvpD4L8Fd0rLXza/wAdudogNKjaNHo280Qvi48/ZdNouXNqt2zbu2kNm65W6LYxsHtBSCjueqGIMlddCRlBtqtlmxK7B0EqWgAqcjIX2acqll1R65tJuilxBJjVLOqGZNuJjPohcQQ9iQnEJpiIXsKMIjyIHZQUJDVvJtJjuIkZp8Bv4sDYH3XkQe9h95PkX9Pa3SFv1b0rrZ/hVMD/AImU55ER79oovhKSEiRRqZ3JsNRMipURQ3Eeq+KEKIIeXU4orIa6iK8f6XiCqjLKSfLvyCmlKZAyYIqKedLGCh0m/fFjLl65eNu2p6w3ZW7dG36Xzoh5/wAyhIfjTnAADbrTjiuzpdpuX9ot2ugC2DbWbi3CzY7av+a4GUkacKjDbFtHfpCXxRhKgDC0bwd3PXwrnD9PZ3SFf5t6V1BGo/wqmB0sP8RYBz525326n0va/wDRzrRU4vR9Ls9oUnGowERSVKMCsNk4jLNoRFdfnCqQ/ONLiEkummTz9NPunLLht+3Uq8FphlgAEfjBuy926IU/S+dENc/zKEh+lQ/xACPjT2DtuaTulnTJp4Mrp/T9pykRIw/FBciViY5JyUMv5ZGoiKpbwy+TSq6YgqHEV+rl058cOPSDlQbfuyj02ZbLsum370W9UG14h0jbOUzxYFuBtMsJZyNRnIIg8YNUbooOEXMW7EVjXOYE6e2t8gFKUZDPLnTNHY0DvavkRGwhpXUbPmA9LkjZmahZnMLQwBKWFzkYRb83U50qrgI5BtywZaTU18+IsHDLIvmWmXAmy4tsg12W+2AMtboCg2EOPIBzTmyPUMV5UGu2NxbG0GS+RH0Sx7FkLwRDhZ46dGYgi9eSoaRC719Zy6fqyy+Ip7l497LXk2GzDLTfZaBioMj2egzDQQpgwxzAO4nMAgHPUTx3ig1EiRIkDInlOevYarth8Kp3WIfS1Gf7UKf0DhGIcume6i/wVTusBpVrUYNP60Cf0t/iy7/vjf8ArE3+uiOQKe9gnT3FRbW7qZiJp8iy0klpsePpkl16LH3+B08muRxCJJch4mSA2IMmk6HX8Sxi/ZdvHadDRirb9xBQW3V29ik4pw1vtnLlLjzeHOp1xNPGZmkVMTXD0Hkm4wh4YfUYJQ3RA0/fP4xKQmpxHD6pL5JU1RVKwSoJidDCkemJDbaWv+Td2nalbDZvWtpKwbxtbMSLVuQCZG0EO8SVtKcRCmYynqW3aIl7bW5yTHdALtwjACF3FyIE+Eq/8FUbq+3nai/9qBP6W/xZY8Pr2sMS3jtDmnLyApnQwwdZhqY0GQtHcPMqZdkooghxehp8QJLKgVdtGHZY6BBRLgacMGH7Dl+Dx2y/eMs9vaJ/R7v1N31qrQ09OiCb8NaZ52FX4IsaSL1FrSfLGJoajAs2BNUh9LiCKmEWF4u8iqujRMkCOou4geA5ZZWYaQVFtpMdS9w+vIEVo6fEMMLSPEiAqufjKWuICiRWEdSL9tp2L8ipp4mCRtx5R2278sXfvHfbYbZ7XaYEA7dndnBY7RZ2hSAQLdvoyuhOL8tcPIghSN+eQwugLAFp7ZnPE0zpp1VGWZymZy3Vjsxply5k/ByzMObEdQfLSAocL/Gl6M47iJIhSGEgvVlhl4oLa69IpxYXrfZduGXphlt++aZcuWW3jbLAw2R98I93Q0ALhqHg1LH40OEDAFTh2AZTTViNCdvfN7TZWIggwmhrJdhkQbE4hH1Uq3dhy+ePWXjtmNaZMp3++R36c79OOo1dWnui7d1wmgKJGRKevq6MnzJjxUJw66eqi65TWib5gF1ciNdBciEk/LqzqC4Yh2E0wyVYX1NWd2hZX6ZdOck4XKQVKGQ8oJZwmTu4h+CJcwlDSa09Fppt4ZMF0xFKAcPP3rx6/NHzflzpsy+fmDRh8/evG2qrd2m+zmybVu0lxrQe4rXHc2zhYhFe2FUMCBiYloJgTlYrbthQ+JnZQxVSECggEAkqxJgyQBlMTM1yJpf3wG7e1grqbCMjdU8AqsdK74CaXAEZOF6V0bK56gtAnoEPzJRIUORSdF2w098hC7K0Iu2W22RFh287MlQBxpkeWMBxYAb+3h7Yh94vubdIGu6VUbuWZSQHLLUSCMoqMs59wHDibB8YpMckyhh9DjUYqEOuEtuOYVeqTbJZYRYnbUAdEDRo6hGEZfckFcnor4OPrMmXrI3diWYnCsLEVzEkFMuIZDKkbr5oypLkaocPw5CEXQitrqoaafGVNcJQ/GZOFlNROvnyqqPYdZWVZ+ZUVMwcMTbvXVvLYvhCXVnt3beJVcIVxoyMWKMMQaQzKQdxEVDIhQ3LZaFIVleCRiGRBAAIJBGgIjfU5RiMIRJGHpQ5FEOFDbl4LowWNLaY4MOHrAgDTt85fP2HrttkbNMPGQaZGoCHOJOH96acWd7rG+7ffQbAReXUJSSJzWKzoZjJ6KmfUjEMwetNQ+8S2nAIbDtg1Epgv8YdqTb8XZNgBLA228aZ4d3pe7Y3H8lzkyNb+vAJjoUQTfjs4onHMOTLjZ5EEwI9VnImnqLAkCoDYNP3zJUs0/MtMMk0VFJuwOLSonlmvjLUFTcmt0SQRWJlr+5k3yyBp/F2wqvZ2KCXHLuGSsJvQ7bqJzBttcdwmBLyIgYei5jd+UByDbRdQMiDLLfNtG1X0dU/rdCrh2XpndntAkYXC7OxtBgQcU5YTBIra1atsCYuNK4R1AAHMZqekGKMxGpmv6ExKLoTUDLomQiaHjxt+0LDgqUWU00ZfNAz2hZdOXL549eNAyy00IO2Wh7LLQiFh2iakZvN4vm1vetU27QPSphtHhPTzJ1zM5MmmUiFTMxFEpt6VkIY+ST8Ovk52mkC7IziPMfGS55+9EEQoIOw+OPgdcm7rLdmbmGKlCU+v3QI1HMUKECLq27QFZXmZGxs1CEXvYdOIMQQvHEDxEDt+mLpNFiZ422nKhYHb4ooJq8kmDqUdTFE1x7pqmRLqV3wpneURDM2PYLl0gG9LqajlVyO4pQoRSDCsZRNFRwumOFOIDqeSfKL8oQPGnJJ2+aMvSxI2/YdtOi75tnV9ouxsrMbdtbu1Ip6O50qPZa075uUTVlXTPq5NmRRUQm4oDMVQ/aXCQ2JQRAYzA455551b9C1B7NaBXxpSvmDUceF9vxKCkmpJYDaqfIphQHjLsTKgaLky4PHnoOxfGOw7Btvsj2WRaq1QeyA0Hb4kHRvBUxEAtFcv4uheOoXPPTTglEkHL6VEyCbfETDZU66LK6IYPJxh4UNOnhYy7dGG2y5h28cvQYeMNMhoHWLo3kfrsksekBqFR11blupRBD8TG0+HoiUIXUXirDJhs0lPAVksGDjty6fvWm3rlhtll9QGXgiwDTLXaxbCSmFmIlQWwqTEiWAYgH9LCeU1zZAgMYBiYAkSVOQJEmANSJPHfj2s/Vii6XtKM/tQ8MPoNjmIJOSxiaPkiDzkUFChaJDqASE25SH5pPEydcMHBY8kL4sXMPnYj2mXTdOy1iG701sJuszRvIzU1GJaCpbRLNdCX1hUgcjFZc8Uh96kxnEkMOCzo2qMkz78H5RCcHW2zBVy2Lwy2yyx5MGBaqUamdLHwfiSc9F7S1JPS1rh1waj4SMHSkZyz0oxTH8wWoOOI79yWX09cVnR922aU0EyYcEFotCyVEzlDV3rSIvmkhXLmSbn4EjdOW4DjSdUKaddTejrX3oGm9MA6nkJfpOrJemHAMOxcZVzPxFKLFV9+dYOo78+oAyQcnIlQEWHGzhkmUcRC+OGPizvyjtl4XszsoUA2zb+sPg6Uspk3fq+EOBKYJ1neIPT0KYNLszixYFnDA/M6WSPzgYyz3a3D9fert7pB0VT61XQOhw5M5Qk1DyYsFIbMLol0VYNnoqhlAfJ55XSHJ18SbclIg+OB5J08eg2w4Bt2Lt7VrOtD2oVW1ZaRtPepNbhlPg9WnTLGHo9PQulHTCknIZhcci/bTiigbLODJxyXBkGWTD5w6ePRq0LtioM7Qy7wrQbp23ee4x1/SY0zoEQw9AkTsJ0z1YnEsUqkXn3sWrMWSXhU+ZdKauLwy5Jto8FoLt2RdtgXdPnJgwwDLw09FqRHc0M13V+g8eyN9OkAXpwAiI/wBLGtb09LrTj1JdunaxbeFH1QXGtqQyi50xUkOVVj1RGgHKc6yKr0OIST0pUMRBw4FMEAsozJOpNfW1T7yKX+lXVto40jxNLmMYninWXEJuHYQipCOohaH4RfkVxDRH5iJC59t0pGHIvFxy/dMpTkw20w5esN+TEWWmpHKYsPEeNeHq0txsNe8b08vhD8BQbNHeWboSXcw5jxJJ6B4yVY8QYpmhB8YJUvopgVGPxtL90biVCjZbIqCRDCknOvxxZYUSJsqTbAHj1y2znc47pXdpf59lrYrb/wCeSSDpelcS1rbu2zXabwv7TbCLcS3cRVxXUtlQbdskZglsyTM7wKsbSYLbFipZSTCl/wA8qDlEZe3xq1L2cBS9ADADxZrbyY1p3c+m0be7Y3lMvt5VBk4o1l7LeMpck5NTXOymWCcZnUM+ZV1cikkVV6qJzSG2ZdO05p0edOnYHGnZoXjLYi6YZ7Pah9/SlN2jUK77HWxW9R/TI5B8ACg/ytB6hkfq2+H8EwJlU/TTrPIETr9UJEdXSgTJqRky6PGVAqXgKF3Jc8YOOnbLo2/NunbD96adMO3Zh48aeu2QZbBnaRtN5tpsW2RLaOLxbDcS7iKqpXMKCsE/201AtILLsGLMuACVZIkwdTn3iRlVsQGQGlGfosgFufZqI/ivbW3HNQrrqac45RSKhRuPZ3TSlxJyBnSgTSnkZzVjiGJewm7VFIW2E9NexFFp9IR2FA+06fMkiYnAMmhdPPIu2+w1TYoAA083AgGOQM2s7+oK8a1rfTs9NPEktTkBvJYagJZQrNmXr1VTl57CMZJ4KaI8WEkXopig8KCDANmSPxl+04baFsHbTxpoA7XZHbsbFhYrGKOqHJCzlElSTE6wOzniIkTMTnGscpymtCfpm+7aoH8kH0P4Zr+qvkL0z/F1f+39mzQ3m+7aCgfpg2h/Ah/NXyG5s/6ORv1ERwNKbVWNSGgfRnC3wkzQ3pbh7TfK5H08TA02LEUxpKAlD7DqCYliJxBOrI+5WFRK7fZMHXZyDYWMsvhaqD1CT2qD5EKzAbxvdN7tuWGgDWnMeX2jGRkIR3AmlyeEXQfFKLCLsqrw5E0Py5iBURVpMMg2LRc+mqBYubKvg/W37phu9Kbeeu07Uy32CbPGzu6NL3OsUVWJXLMEEATvnjns6WVNsTcm4qsMlyDNhg58teyNak3St5Hu7FtTTUVF17aLVdYVz5RMSUlM1SSNPqampn37oqQTk8gUjV6bOnzpt66LFChVy8MGTDx25cu3jx4yyPajIBbzeDP0e6oD+KGvf53eG1V/cCbuPQvOTdjaTp/zR0uSkjidJ5am+rm5lr0Nsm4rfqcG6jpnJEKnm1IGgb+MoKYgoxJNesh2i7hNKsgIC7Adp3t4LPWJ9Meh/VXP6CHJVuNpUyLmJFsFtHyvx0gWi8hDptiFz6iT7Lv48npq4+IHz5MXzn42ULPy3xhyD3yrGlq87WBeuhFRrYuKELMQpUOcQYDOI+zqZ5VRrarc6NCSQ2AlgACQQgIgnUj3ca1zqy3q+780QLAwvqT1LwPBMbsOCxl7LxILRFMGYRRweZB6Rfq0FS7QYpiNBLHnX48mdX09LJGXIC+dGG3Qg2OQaSd5hoU1zPTBDS9qPgaZMRlCb5QOQM9YXILmKWIFWwcnFBqXsfIsLxmYSyb0AdmVgmiGkljyhd4B9pybKvH0LO4M3X2m+IdJkD68NSkBw1qX1SaqTsYzOX48nMQJTPdwwmKcWxIjp5OHyUWEDye5iFcTizxejKJjBExEZlaXlJEZWG0ROJO29ZfCCd3zJLTLI5F3nujqGEPS5qX00zSlotm16T6UQgpFjJLiiLkqDiz5ThdELkEEYkS19cRzTxWLkGRX4deRGgRUWXSR4o2mYi/tQsjajbtG0FF3ogW6UWoVi2OcOMLDYSkRkDNadHax9EGfHODH1cGOYjDGLDOWKecGrWUbrhiF4Li+JyhdyYNw5C6+vFi5kHnxd+YR0k0ouXBjybLt6Dl68Lsu3vk3jt52Gmuy2DXZEIvNy9vDphbzTSQu6iZlwDBcu4gSp1RjLJwgwK9WzCM8S4ahqBVsuoPnq+bUDonzJmKTjt8Dt8wXZclywMOmG/KPHnXkEzX/AA9aG4RnmBIE/wDDPpQQpsgQZdvXTJEJiyfJxf8AFGXT92D92yW+WfIssPqPWAd0ej2gaHaDz4JmH8jCi+1a6tJq3pygCTwh9Aa+0aB7aDo11vrNhVMJctXmKjQlTaKnScgTv3yZNZqoFq6zDrq9sdkggjXeRwnLhnU+eobVbpx0mw4gxdqTnFA8l4ZidabhxAW47VQSE5WXWCJhTaSiZhtw2y8OAnlDRvyNmhcOHrbIiDA05J/Tn91T+3v07f8Ajs4/9y7Q1/C22iLvSzo5bU2S/wAmMatiTSiBthhsp8RZl1FjRsDTt478m8cCXB55Zhtlphp32waZEBEB60/DR8GFt/CfdLY/qC6f/r/jb58eN9s32i4L920H2e2tsWyDeLBmxgkxDKIWPaKuttejVyLjFiwhADGEqM8jrPnf3B+nP7qn9vfp2/8AHZx/7l26G0767tHerRfX4X016iJYzoiGFUhyvxGkwIusrBtGRjB12nOFE+wwXYBwWfHnrss7baaq29aEGQEGWhCJn8NHwYW38J90tj+oLp/+v+Nvnx432kA0IrO6xjRQmNEe7mhzR65VkElDqJNFd0wyzlvBakWTl9+qn4ZSYsUoIhVBNGySgZh5XOJxE6+MF/Lphgww7YeO2Wxvbu3GcA3dlYGZW2WLkATkMZ78tB4VZVCkhLoO4sAF3a5c/aO/v2JonhuCYdW4vjFeRYVhSGUs8uRHEsRKRNFQUFFTC7ZtRVlhWUWyxFNTSJV08MGzpt+5Ll3LDbx68ZYZEQgbjn4TZukYLig1DBWccfR0yQVDSWciSBpQRqoQu7elHrbh+bKqawnoL1YTBeumgLKSCTVCqg6F2bT3pok9cmW+ffhQkWxgckTo006FIvU4DlRqb1ZQtAs6ojTXzsowMMJ7JF4mpysYfMsl3qUWPKz6MWyJrtE36jBqaZMstOyIstWBNPulrT7pZlWmSXkJKWC5cS7Tk1ymmENCQiLluIvJlRJmFKMVBos0oReuKTpt80rLcRGVJTU3j9+2cNPfKtAJrl65ee1aNu2toIXd0ZyzOCwCqHQYQB1mLTJgDKakKioruGYuWwqpCgBSASSQ2ZOgA7TWu9HOvjSZr3glQjvSvOBCmWnIRl0TihFZKKsORpCBsw0+ZKu4pgmJU5IidFcH2ipr5JUzKYCQtMFjL1HUT7ou9eMaZ3r2v1S3amkdT1OpUryE3TSbH8EwWEGqEVmILLvncXGThdtQ+XC8OxK8dvCPxRltkv8AJbbJjttMi+c9kGtoO9S0opfbv/4Qru8Ys0lISdLAjrRQoqg3UHJ2XxQmhwctkDSgoIx2LzEJJ7oumphRTfmUuKzThPKFCDcTSzexG4cCrm1l8d62+FOfsT8T2p/H2kxwp/8AFJYt6IB9e2bX7o2faicK3tnDKWQSpOBXV1DTEhhKnFBBzIqwtp0toCTbuYSA2RgsVKkiMwQcxEiNKn5lRGjyZMrpazEfJztJfR9AUHRo9SnRho47THsUw6mrjwg7NtFy7Rpgm0eEsyZacOBfsuwei6dC12GPky1nrJCcx2MkyT845VTWUpcLowxMNPltMKEY5OwFEjL44Xah+MykLqqo/hZcB+mKThpJXHZA+D5PPO/Idso/ZdY7pcD9TLp0sH8oqUfD+t/D2fMx1rzuO1dD4NsH8evfM2/o3jXD/RZOv1Rp9Xu2N4rc2a3APTB8Tbxgt48gMsz4VmEBW42mCIHa2HPuq1NTFgzy7r+jnnjjysUxYM8u6/o55448rJTFgzy+3zMeHG+xTFuPLu9S3fbv5dFZ1ETujN5TF28mgzUdFEXSuhuWD+Rk91OTyeVhxeU151EBROSiqh8uHHikSJtkTL5sx5P4k4B86dssdr4w2I+Z3RNzWNpE0/RMUgqfOqfThJKMj6KViQjCU3J4SyltExyHTx0+nEl8ogxlEqKqmEU4oJCqRLKjko0RfnUxQKujDb8kZYc15vgsP8qTeCf2bkTf72Uz1Rp9W2ht5VIyU+pP4TjoGknPKCUyYsrI40gv3UVwYtPVBwmLTtCTdZ8TpLJl6lmk8+wBJeREtSdCXNORF+Sdg8Ft0Lx2356bRdGyWLnVe5duLbl+qJe6UBOEZQI0B7DXQbSdNcXNVRC+WZ6qBiBJ356mrIH6Zxu2bfyQjQ9/usZC+r/o891PZboGTuoWQOodKV16QE8JPTzQ4fUHSQvLMnplwXM1KRFV+WdnHCYrqMFLK0UTVF8UbYNuiR184MtlmmX7DsXQg0Ed/wCkP7o39o7K3/wtMLp/ow+9R9naOl/Rjpg0Xw9E0J6XpPQ7J6HYyWi0QxMlQ4aXjRZWWiZFhNLKJgV1UVnrt+7Iu2CwfF3jh207ZZ7bLTTINM9SfWcQ6QWAsGcDXC0wIgMoETM56RWbdFHVNyd2IKBz0JNR+6ed5tMucW+N1d7thZlzAqTLjTnJf8J0OzCTDC+1Gy+pC909MAnLRY0eeoTskDM41erZEiXfiKQmj2wBsyDyaHlb6v3vq+7HS1TDQ1/jq3eh2/oSw4Y/wRoZ9UPsDv47Wz6YsGeXdf0c88ceVqbK73Ful2xFdovINMlVyFGQGg76m6oUpAibVtjzJUEnvNHK31fvfV92OlvxqKinI5A4qq54klJaaVfHVFSUTTgiQIEyzsXpk4dOGWnRcqWLumGnr5+/eO3Tp2wLbxpllkRZ/ZTFgzy7r+jnnjjytwJvVg/kZe8BsH8xxqN4f1p4ov6IX5448rbu2BHaJwqzRxwgmO+KzAkgcSB4mK6j/D3Iu38eiUuP6o0H9P8AtvnwxjlksMTHl5GpkwSg2PILi04TcMmjZSGYoQ14yVLNPGHTJgy4Sjpp64ci9aZdsvXrDDsXgssAPaEACp7uctyFuv8AVVu2NL8/p9aY/n5NuYiDHh2Mos/DRqFhf5YMos2o9hhNe/IMGTXh6GU/4shoqYR7CWjEXb74sJkwy9OPjBh59TcuyIlTpj32W9pkPI+FfmRKmW8By0RoMhX5ciSJfkZNMm4VV35f5ci9XX4kUe2oqJwx5ZWVzz9jy3kmHrLh06du+RNovH6uz27QTaCoUrcdmXFbNwSptKNFIMMYJGsSdTbT8oFdy1sEmUABhlUwQ7HUyMtPbM3u495R+mARrrOg8JLfgl/Qhz6UZIfKP4Rfn5+EL4grRcl/Of4oEBwZ80/KhCnl/kX41EvY+P8AkvlZv4r5Qxgu6y3jkyNe0f674Rj2AYIgknpN1EHpLwoahB8vPTMUJJNajlM+WYh+WVA86dKL11CxN55FNYKlmHhg15rbIugdR4/Byf5dW+dtX9XrEP8Avsm70H7Q58LePwcT+XVvnLV/V3rf++ycHQftDnwtS1euudixOT0p2jpMgA2ANhkAACIGkc6syKBfgfYW0VzORYpO/fJ1qbLW1vHNH270hRHifVJNpNgo1E4mGYNglLIn4omJGQE3jl2efw9BqGXNKr1LT237lhSiA+7T4cTn74qUOqxc4cJl38ZEJ/Ccd2gsxAiJMauNSklUGKDZdzCswpsyPOJkCxKnGXSc+ZiJIUISiCMVh5DzllTKCZUDKEVaLunjs4+cMEHxc0+4n0oS6l5qo+El7w5b1WJiRHUc6aIOhxjTTLuN3TlSRUGGEr5mJKfGKFDSky2UMvYfRYgT4gIC0Vfkia/Ms9FrlwwtNJ6mVtGz3kXJfUNKiLpST4gSFY7ldEyEeTYgQ4oIlHpAqRbKtMNKZE4+YYfQ+ppLAAdS19MMEVJDOFi6iQOFDJV0+dXR9pvdI9trVtUuOiI9tnLG22El2DrgkgwFUkCDJ0qCtpMKsHYlVZmVgoAYBhhGEzAIzJEmchka2FB8YQnMGFoejiBIkQoxg2LEgivwxFUMqhNbh9fRFNw7NJ6qjqyc9MEVBPOF3jD4uaKv3jp67aBphob0i6DeZK/6buG7A/A+m/JH4D/wwfhk+ehr5SB782/l35A+ZHzZAt5Pyn+B/lL50drsef8AEe15u0cvwV2LIhM6RNTcqisRnY1kvJTV5H0JSLi02LLbg5CqqjoUQqRJMbdOXRZkiZPHnMcNuXIADKnHai/7LDow5YYxP/8AOyw/sKQ/4Pu7h3B7Nh2hns7LdXqdLetK4yORLBlBg5EjJhBIz31PRKr3kPWwW3KnMZiCCRxE5gyJq1fysGPDoHTbnHVPq10+aKZTmp46mo/CWkrSK4iw0aij5qxtGXkluIXz1wjkgRJfw3FURNgceuHrHxl2kNFC/Y7Rp+4ZaZEejaYsGPd0z4YxyxGNZfwHMtEGGZjQRCEfw20aLnmofjaG0aKkRo6U7XxU40krpE+QE2V8o8+LmBL+Wc9tvybTPaa27GxYTgKho6pYEqDukAgkcgR21gIkTJE5gGDHIkEA9xqGz+CQNy/b9WUGP2vGqy3QP4xmNuh9Lu+T3bus+biXInTTqLamVNRYSFxdT4XYk7PuEWXyTDZFpRWTja7HkrYXhoqwTKMC8B2bWHD4y8F2XKOjBl47dNdDxjpq0NS9hSI47jrTxpYhGDIPRFKJIpiiIZPSpSkOH0FHKPDyorqyichp0WJESBNy+MGTD94w7du3bTQjyribkeWyHq+3oGuTesS7lomSw0skyxvTvpdRkeDyMCIsSAVKwWjK0XJEOpqYluCb5zCMElVWJXbwsy0xEc0zqa8fP1BDUXRPja5tKXbNtmsObrwVS1cVhbUS7ybzAAZAEggswGelbBbTJcYC4uBZBLKQWJAVYCA55nI6A1MRvVN5ir7t5P0vnUqUCbNodRM8SUnjLtQjQ1BwQo6OOCb75fcNFoZiMVl46E0LPya8ZTWW+wA/HmKiASz7VNvhWCmqIsut3esIiG9iZaSdXjCmjw04NsEH0QKhBCIGk9Dcnnjgw7JPVY26dEHZt4WfsFmjDL5pw9BgXbUwOhvWjre1IzMiiDtTm7HjfRLBqLApuJUKZESz6h6axKJomcL8PpbmCHKIjy3g18nGjSUqqi8wqPVEw6ZcoL4p8SbbNMvy9kv/ANc3rLFiB0XRgIxAxJLS6qQsmPtsOVQ1sdFbcASceKWAJhgBCkyY+6O2um9XmtzTDoTlp+FXVDNZClrDRp+YIw8RMsmlWLI0Vyzlh89RYKhBIcHIgiZRdMPXDZz5NIPSaS4fujq0bTU8WjbELZT4STAMwAeLOnbdx7xmfsvwevXBSYMJSScvEBVeOHrblt6mNoKrFrt4UabdvAdtHTJA8HZFgwnlnrLbtjifeVGpRwB8Iq0kR9vEixExozU5GMFpLK8ynDB6RsOR8kJ0Vu37+LSqn5WH/II8yTqQpxK8OFnrlKMRBLlditl1C5V0bL3AIKiSCothZEXpdL0LRNBRxPL/ADcWYKVElZhY0lu3TDsp8iKKE/MpL9PduGWHZf4i+aLsOmWGXVGAAAqHvX7l1UupZW05TDgD3WIAOM4iAqNPVhTOs1JVLaIShcuuKcWFBn9kQJJEEGSInTQ1X/gb4Sro6LRuiS51VSO1a6IIkiAw6cpqhqFlAYTITadPjTJMDZg8kKJ2KiZIs/eOQUlI1BTpHTGHwPjim7Lu3711YIhOLYWj2GUGNYIiNDi+D4pSiS7DUUwyqklyH19FUnDBlPVUZYTX5kgpJ50u8YfFjhR+9cPnbTLbttoBrtwXvN5naDIJ0tTORtey/KQJbLsFxM7IQVHpqHzcYRSsAiKLaeXlVDZ0XsSKMfsPnDT+GjsJE2lhJUSztUcmiTsi+Nl4yPgrsPzwQ92Cw+mwwtl4MXZ6TBW5AE15gw7eupUmkiEHJ00iOzDDDTqFlSZheYCglMhVgydfq6kXabJKBRtqyXLiXxYuOl3EjOGVQjphK5XFBKw2LqsApJBEHUQyobZuKrJDBYJlWmfsEgGVjrDrZEGdasmbGxsbddY1oqYmpuQEpZmStk1MmbEHwZNOdpx8nymgVcURKxBH50uaKkjBaGyfk2xPPXBo6UcvmWWmfJNGHQvBZZaBrbeu1U3fHRIjJW+63FxdQPOCr1zMc24eMvXjDAMvoumbBUNw87q20yAtqS07aIFmPSev+y7dA28aBgbWW2Nq6XuX0IH5K4qCNSDbR5POWIy4ca0dAq22BJxqSRwhiMvCoXd6DvNpmaEdSm7dkhAsuoFjVF1szoVJYxmsxYYiByqQcmkI9kVCLtShh2jnyZQwebKTYVDTbCq6MuPjCWnsssA6bMMvJUp0Tpldp3lhFs550xgnwDLCBSZM/FsYKrhQMJyGTPqhFFKGDTlLJnz7Tt8qKZEpUuUfCw0YZePAYcsvHjFX/wCEUfsgG4K/stIi/wCGrRptagj+XkATXg9cl7NKBoPmVAMTF3JSJIHj+GUWMYPiAqXNl1AuWXIZiIkooqsXcHyhQ65cnyRh26NlS5lhll85dts523uNe2tMQPRm0LYYdVS1lWziCQWMnOdYIqzqgSwY+0GLwczDkZSImBA3e8xf/p8G6M/bwyt/8EzB/wCJu2w5T74ndoTzmPB8opSatpfxzMmP1kvD0HQkjpMcgpLqwZZeNuSRVo5ChUo7aF26evW3poy4LuXTt49fPXbthpoNmfpY+7Z/zvbQ9/uTpC/8Qdq2mmuTGnbVZ8IvUIz0bybk9LHSxu2JYvESNlaRkvIBl5AMdT0UycfQ6TOCxAKSmFFxYbimLlpOIK7929dH0mRx54TMinvSrahR7u1W2tBvq7dLdW3hVbgaDBdhLnJFDMTEARPAyqWmDkdIMCFiSViRkBkN5IA+QNTWb6LeZxdusdN0uZ6QdKuHJtqEcTvRpTGYfiaIVOGiRAkqQHMCMGllwdSyCg/fGnL+C3BJkq8csum3R96+F6y25YYbl1TzLRwgSNtsgw0aKFjLTDIiLLDT9yw9FlkRuIMi0IAI3oF9qqHwvj9j30//ANmVCP8AwJT22m30s7zjQdq0i8hKDTpqSguasySkHvolMwnD5CK3Cg5QkIEwkrKTb1Yh5NJA4JGlIi4eh8aF402Zdg7YbARELLe/ru/ae4oUJZNtCVBLMGxYdCxPVyzjLSagp+Stuqkkm5jIBOQwxO4b+G+t76jtXemLSHDiXFepmeUuZLIq8ZNE4eeRzERRMUIjNEHTp+fLw2hstPlyIXxBy/LvD7tGTjzRJgyWaNA6Aw48p9fT9qd09arIMfzC04Tjl/OeDiai0jqK1AMREVx0jrDBdybaR10qXefH0FWAmZLHATFkoRPCTMlzQFxLv3TxusJo006S43y28+3gOsXVzDoTfkHpUmi1pa0vSdiw8+UZcuWoTMK6euRApw06adklFw0SSiUZsox98fR1CIpnqh1TJm3sPoTZX9MXyTgjc178rRmo6ayjMs9Ke8wTYiktMeTRE4pNQcmzSRVAgloJ+GCptSbKJjpzGkfSwPw+QeujfyC6XJgocPARSIlLEEyg2m6Yu4E+rNdFoNiPSAF+jF0iMOEv+b9oKQeNWNpPsBm6UJjIgYZw4igznEF36SCKmy1rbyqGNGGpvQjppW5VL0dKmueaD+WSBFSXEqeip8vjTiMZZQi2rLCabSzxhccC9mWVPMlSRki8F2lP3AvWWjLt661pNzeaRbLXfFaYd2IVlXDirCE/pIrc2FKaxiIlMtEkOHUqGdQa87RyMOuyDxMPFXz2S5Au2aMH3D1l2unG2XYtE3IPY2t+p+yq/B8/7K9S/wCGjSrt8jVT/js3dwf2G8Y/8Heu7aLl64LlxQ0Bdr2S2IA+xcFoupMZ4ixzOYnIjKrLbTCpjNrF5zM/aWYPKI3ZHnVrzY2Njbvrlo2NjY2Uo2NjY2Uo2NjY2VI+XvHMeeGoaAYsHP7L4sPh7imLBzwHT1bD4D+ZaYsGPd0z4YxyKYsGPd0z4YxyVzU2mLBgRx+99TNQ6D0t5rezWnmhkeHMGb/rdhtxAB62oD6YsGKf+b6ubYsFsWs0AG1g4DjFAZC/mUAQpYA7I4sAV7KlMAPRHshSrIh3UZD+l5EchyuAUuHGOumG5AzWkDGenyfWoEjp1S5zIj5MR4zJzYQZSR4SMICoiKr1XgdZWlBOaNGUg6CUwrlWXJ5NNJ6iKSulTCaqvSj/ALOAKU83gHDqzw7AX/uZ4cN6yt25ot3gbyXT3V1Jf8LbyU7uLXcANfhEmvAPyAzG4wy1FDIhLGN4LZVPlMYRh7/p0CiJL5O/hd8TA2e+MUuhmRgioxIjC5ZVIMBgSoYjKdAZMaA5bWiAyliygEmVAJBGHDAJAOcTJiOOlR06J9Be430KrabHcspj6do/nEmi7fl52zx1DSymVMQoougfVW0Bk4sEIMgpefibNsmVuBIQhhWNODD0saOPyzLty7ls/RjaRKh+qm035Zv+G+WVrM/6I7daUEL4paM1n4OBuYRG+jURx/RD6rAyAV/y8A5jwpXjtAMR3TG78ffCE1bQ48kB2tLhXSu5mQ4leM1J2M9iNGoYSlBpZ+erMxmZiNVOGX775OaixpJDt+TAiDplh2zxYr+zKirY2VFe4tsC3ccDE0wW/IDhmcz21thtXmctdvlktlyWRfsqBIH5Q556ZDwznG1t6Fdx/rxVj8bTVmXp3gecCj2nr6d0lNQksJczJfn2ux2VZbellZQhKMlhw0w5Fwqx1CUTHy7Dh25cGnRdlp0MjegyEpAygkBCGnuQmoYvqPTJQEGyy1GynN1Dm/HxsxE6ysrRdSjVZR1JQEk2fMipE0Mky5TkkmlpDKUhkixBJYLl+Fv4HA3MVg/QaDx/oh9VnDs/17w62sPQPo9t6Nd23ou3fj2Yj7SLJgZSPJsMQkxH7QzEmvHvy+7gcYiahcKTOjeM2Ur5Lbi6Ihqigmid+UKKLRsChECu9q3dW70rWNlQsCHe29wuRkRkbSKxxROIzEnPIHNnQoEW7ebCQUV1QKDkNekYgASQAImNMzVXfQZPnVZu0NWm9MVon3Wm8QnrDupTVhEkXwHE8pNOExzUPPYeheZc7TJdXcKyjCbBFZS4kIx0mKCEpoz80SOEnbZlh805fl22853revvVJvBdDs09KsB7nXehQFE8fK8uVEhFEXaZphm0Ii6gmYsLxmcdm3CNCRhQabOE0J+TLC5dNMsmX7pp7R0DTTNgrez62Y13emiKYmqWX0GwrHcTwXEUukYpDUZPVZwgnHEZRuhwscemXqIYIn2HpQsqPDRUXT9lgX7pll4w0wIgHW+mWaKrPHTfp8nWuJicjLc35IyomksJKSJhpKS1WYMBw/FqinJjRtp+bFPInFZ8VJiafvjIlnTsX75497TbWS7OYubIu1PBtszJ0Vv7F5mBGMjXEXAzkCDwnfpRKXzaBOJVBxtqi29wyAAAPA5551X50s7ofXcZ0xacjJve+a35IGjEiJPvzMmPmeVSfwRGH0vodbfSw+SlmIiSwm/MB601CnyerEyikT+Sfix8q4NO3rpnmz4O9AsRSx3lu+il3F0w4gm5FMFTNSoYiCaMWOmXMTzAV0ebk5yJ6L4gdMmTrt0sL5hy8UVB26NPHLBow8Zciy6Bhlm4NSwAIcK4/Jp+5/btBPu1N3vqG0sbwjek6lJqFoMdy01dTYMRjKJ5D0SisLraM3MuZUUMDEqV8mlQRTTaTFiU2DhgydAH/wAZcttsi5AW9W2UW7+xtbV2CPc6Ri9xwB0LICQzMqy0DIDPKqi8WS8GIBKrhGFVJONDAIAkjn3ip1qWxwAcYpQK+j0zQKcRDaNbewbu5F3m+kFe06G4rdwHF6XFiFM6VcZGyT9SSEGYkMEFtIINLycXF0aNIaxDsTxJDak2TeCbTnK0KwVcHzCc6TzclIBQaUvcOIVxT6PMbgHhXaGbeBbsI9qcmSuajP0wXWrpbh2GpaFS0QQDIGZC0gQR8Wgp0tqylFrKAQOuxaXTqY/YLngKlheG2Ekn2WXj9oe117QC1p16LpgwwsmNbfVIMnE0ARyMzmNKxsmHDFsBAkNBbNcMZAHt3zoRUWM0t7Nvld3qvaYNLeq3Rvpxm9NyfS87lNJKb0JzodoqLOyJkpaguDXZtVRi7x6+hVXbU46g1pcVYjS4AQlJ8utnUtLSy5JVLJndm7+3fmqWGtYs2t6bvK5hSsLajZgy9dyvgmUsqn7xxLKS8Ag2jsPHJyI1N+27UVdgghl0sgScKC0UKuz8QLKpFERq605+QY5tM25m0Nb0eXkP6g4U3nm8h1LQbLOPl+EYXiyPIzaSFuDY0TycIxAvhCDmbstFdch0w8YMQmdfqyQVdOjhgintAYfv0p2LiQ5N+DTbuM58njNhX1U6hXieNHT6c+ouJ1B608Flll6+EYITYEZLvDNBF+JFgmAi0IO2WGABkPNtW9qdluFentKUfZxc2pMKkIBjZrVpulYEkqTIA1lutXU72VBUHo3Mrdw2WLHNTADuAogAMBGemWVRV72zTTKbW78Is0J6dZrv1o7KebujpL+WzUErjhKVjaehvtXscoxlFXQJqRZ26fqkPpj1owwVMujRBp87dtMg/ZesT6yY036LdxVpKnrG0IP5uE5HJq8XmzMgyqMqs2opKnzJWHIIYMpadDMNlD7tLduXCUKg9fFgTUguwdWlZRT0sucNF4oJ46d12X3wkPdZl5ZywjxzISS+ihIlamRS6SIyieE4SSIRgbV/DMOQ+vzDVXar5ZVKpj+HSbwxEy+aXVF+oEDCgaNnVN2+MWtFRKTF1NOoy0mEFhIUyj8gpJSqTcKCaokjTsXRkmeIm3D0qbKmHTbTp+Wfunjp67aadvGGmRENt9msg3NrulEF8bRcVLhUthmzayH2SyBicpWROYOlLrnDYTE3R9ErFQQJOMxuIBIgaECdIqrPHOvveYb3dLCVO7D08zB0j6aYyeimRlrz1AsOoQXjUGng8koPpQoqe0eacmjae8a+KrMBqccRIL02VYdK0tX7h4vuZHJI7o9K0kaFY50t6Mp/RHIDUBMo7B8Sx1rTfwOnzDmPEMaokVoC5EK0dhNSiBDJNIyvD5GIIKh+GHcSuSUJpcTn1Zo0uRE+WlJdwXex7yedelePtNOi3RRLOFZja0dW6m8JS8YjjtMy/ltCBJQcpD+K15OLKCM9PmTTbpYFIB6eLoCCnwvEUQL7CiXSycPLmo4a3Ym91mgTcRXqX31czIMjc+XdPH8D6Y5RQ1C0AwwYfUfGiBJdLGICeRUVLttslCRw/AKEog5K/GDL829NPGC8ADpbgK39svqvRvcXBat2Q6glLRNy3gYqQSbZa5mMTiMrA9RDKWEYhlU4nZ4IGJ8mLAHTEApOQU1qXUVuxt6fDWn2ekRxTv0poRxDKBJuZy3EcFGtIsGpJaMEJKglaPq8LGFVzOg49THC+nl36S+UHRM09JOzQmWCr9p0DprcHwX0K7paWY0r/HcnaA2rmNHtPoDig8Q7w4aT1D6cN91oMlrHc65Oa84d3hMmYBhWJIrmjpy1RSXRQimJJfpKSYPxaRRVxMexBEEbGvkUuottoROL4HeKBB6+Tk9IiFRYJJh6YDdd6mJMawNFMop+yNlfDMlobjVwssxLKmFEpGSkmBpjoauYQ45RXDKEjIaeolxW096eSlwUpPNriAcSVQ8RIGjL0iUWEQbWDhvWri2Lg6O/ce8XVntHHbuG7dTCpADAENLCVyq1xmNk5o6lx10UJhIB6rKEUyZJBIIgZGobPhHcstQcSTW3WM2ZFaap56knGnuesfzPjeHpISzjaYZ8iQQIi0+RKmpywYg+GogYht5E7uFlYijG1cuw5MPiZ1tw7MgRNMM5PF/wgzUVLyFl6OI/3I+8LgaCoUSza3FMYRfBUcQzC0OIpB15Y6rr8QLUmiKQjpZNyy09NqCibLlCzoBePnzLACIWbvyR7IZAMfvRAf1vvrQA6Da0cG9/Cm6716B2Q/mYJrCFgt/Eyax+LAQ4h9EAvytpdsXLbbTtFraGtl1DsnR22BNq0FUSwJAIXdxPAVRHVujtvbDANAOJgRjYTpl4zUUcAfCHp8zYhBEmHKzcr6/5lQBEzl+ahyOIAhSMYyg+IC5U6ZTTRhEiWHJPKKIrOC6gSOEDD0idMMOTpQyVeNMv3D12xJRoC3iM7NZkeR1CMz93Tqt0XpUIQkViVNjDUJCUWQ2hxgfMLBVLahqH30QS9hAsaVS5Z+9VH7twdNPmCZdpoSvkxaeu8L3AYV3QOikKX+ZUeDXl/HlmOIfREfrAKchvtMMAVCghfNwwNreiIhe3D2DtbZl2h0s3bm0swe2jsnRWgDiQGJADQDpB5HdUXDbBdVtgEMQGxMTkYmCY0pBDAgFsDbja9mePUc5HG0JO+PnqyjQMjaYYz3X2p7eKSanegfLccuZBIsxDKdCZ6C4uRFZCS1mIJdwisLkOLRlRIk1ZMNpy8hqjRUqaduWhcNvhbm3C1hDkFKd3AWfsD3bfPU1EgiJygsKpssnJKUSNqSkoHHrLgoQTyThs0cOG37YMu3JcqWdPH79620DDDphptpoGWREOq7bNy21sNgLACSqOCpiVKuCpBWRBGh3ECs0IVgYxRoASpncQVzBBzEb6qK6bddxPSC4eO9NfwY7WzKM6YKsET0Rw1IaYDyNVQk7BrsFFiPFWRyjGiyXY7bxplyqLxt2DT162DPaeNCO3inwlGZR+bKnIQjugNbR2eiIiu4lWpLlCK8ZmykQ4+Lpxt0vqkuXMp24wIIjworpRp2qmkZyRbLqic/ZMC6PFmnmcwNvTd5RvMF+Pmt0xpskjBunOBosUoIb1Z6yFiKy6TGKynunJloIOgGD2XC6lGWyRxNVRLGkSPmk1LPEmInLQ2sKThKL6TSN0pvsYT1jxjvDUHWLojVtVEaQASl+tsLUvI4Jy8UYcJJMJpDEPgQT5evWk8u0Ug5HdNLhVJ+WXjTt++q5bNNMu/Jx7QFQbLcvXLQcAsmy2Et9HozWsQQPmBGEYSCSDkK6otknpVRWw5A3bjNiygPrhmTMmQd1am1O6s4L1kv36jqR+C+63pjxGZLASfRu1JiakKTGbKMMNMOiozIgiTkNR38XLA220VcfOHyJZtoXjhh220LW0826mn6rzdkG3AP6AmfmgOB9PZSDJVS0lxPtCixGVoghJMhth2TUUF7F8IQyqq5NLdlHJFVWDDaudUFV8/NqZ9s8+fPH3CEE72jWRpL1MyT0ob3HTbLOXw6h4jcQdJvVZptX1dVktEsRmlFORCSevQzExhYiBFY+WFtCILyobVEQ4girElw5BhWFTLawRsYBQKWC3GjPT1fvXvAenZVxXGuC+WdThuo2z2rN2YBUOQi3I0ZTJVtxI0zukhQpSFOaEXGddcyoxFeRykcJqqxvVJE6kd2vq1i3fg6NHsHRFBqjCEKQjrdkVGao/SysYw49U4NgktESA8/FunYKrCdBDDx6kCyvQtGiOWi12kRkixDFyEG5ZcfCctFS1AsMRTOKSGrqRCjEiWnnk8suydfRbCMRPVJlgCIwBG0NqYsxakqL94yUSlU4gQ08PmKgCe5dC7fPOtvhAA/yIDWr/AN50vef9WqWfTr9703lugwAN15oLEQv+helLyt/EsR5s5EKVuPLGYwXbe2XLdi70SvaG0lXTpV6R7jKzKMSFcUYiAxBaTGeUypsozpiKubYIbC2EKrAHIgxJAMZCO+B7Vzv9JzapIkgrQzu3dNs2Jczi1UMGYFhGeOp5MTpRNJiassPyatEktIYNG1dwfdlUhytPncbLK0XMoJpObYR4IiJcep7t1PNusdAEN7tfR5BGnFLVycUxeKmqx7NuNiBQSROMJoRQ6IOltRIOXpcub+RkhKSkKEYebPu2FF7D0OJb5QYdnHr92zDnvN7/AAhTc1W/yNxB/wCu4+HiH5h8bbWowCogNLBTnkKUwA9/92+1tmVmv7RcvObtyy/QWzAVUQ27VxsKCYZmaGYlmIVRIEgxdIW3aVFwq69I2ZJLSQJO8ADIQACSYqqrv5STqTuvbdUa2p8wQuR1ojkVHa2hzaNEkIxFSHLOMl1fRFFBi+IUEs6fmHrky/JQ+vE3TkocbW30tGkNwXNqxlGS1OaFU3sG7PS5ctzSOa5NMT+C2XJge2Qm1CSvERh+WJO1B+kF4FTDxuODS6wTeuXzcPOoceLYMv3DIp4NP3QN7w1mTUg2Ruk/UPOOYkvCE2YEllKONY2iyWio5SjCdHKDDqKZUlKGTjhcTVZGeuVUs4bLNMKaccJtduj8u9d9oNoqt39om3TWuTTXKHWxDe7akHL53N1xFp0nAkQwsixUnIoQhMWK4FeMGUUCReCDQHjULPlJhhzDLl2wVOOyDwHzLhppoRct7RdWy9lnvqLzJdFwMoQJaLBkkMmSgIcJUkkGDkBVral1fChwBlIgyS8EHMHXMSI3TFcsfBwYNiBbmPvOdU8AQOvS00Yal9RrpY0twoslTiSRUklBi6bB5ViGGodMOHJRJSC6JFcJQ++fpTt4QaPpz+EnZ04MCB5HipI0WaZ9dnwmfeMSf1VS0/CnLtAkCgTDSYd+eUfwP8UjFGhHSDDiasCrS4iiEF1/8XRoriAn8nmVJ6lPflD4w/JPTRQk/L3XUtKTERNT0ZGTSCQkJRIsnpaWmEy5BNTiBN07LlCBEiVcOSxMmVcO2HJcsXdOnLh07Zdu3bDDIAzXo0u6LdTkB/CFddesmLZUqKNpomzp1LQVL2aL1dhEwnxJE7sjpSctpRdBJLxmLSTxl5L6MWfjCnDxEmPyI+aAwLJkiJrO5soW3sVkr0yrtWK4MGJIdbzOxTrKqBmAAJgCATImrLdxPeecBNqFhsxnbAgyJaFz0JM7tJrdM2l+RujuUEOyE05wN+DuU0KHV5RQYU+csXxd8QOROtHYiW3wrseLsTxKZ+OrCkcN9g6smHRfy3xYmw4KunThjdqk4OGE484T37JQ+/JmnJE22x22Cxt44bYLGGmPJD22XD5ph6LNB7QMizTb9v8Arc2rTlSoeh0DiHu5A1na6tNWgCXMNzY1SRkqQJAcVxqUl2iLSZBkXRp5eLT6EuxKTS35GDkJbPlAMI0MLhp2aMl3JQfiLx0L/wAs26dt95Nu0mZS3bQAahERcgBuCgZARAFc/WdgM2ZjOpJJMTxk+TyrM/B6tUOmLQyi6rNIOtuNIM00a3E3U1EanMJenuvOoSNTQRzCHDSaiC7mVGYEUpREiul4iVkxNNrrLEQJ8XE45h75XcxQpGnGWfCMdYei7VhpugTRvp6i+BdWWsGNJ7QU4lJDsizyTNBVgFVKHnydE7w7E8LNqKSlnYgImW4KahN0rtLCgdVHSgbSgIw2dPputN7FvRNxJrf0xzpaTjEPzI1WFZTRQiyEjZX09TWh+NEmMHxXtw8Scx8cgZGEumuFAPLlyi+rNoBR88fvmnDsX75p5pncu7xrdI6OdMko3gacpkRfrqJw7FyVNyMpTacz8yplmXirH8VGUggnRwdPsgSS1iFGIeY+TofVU1OMOShUoqFWDac8clvE6VQn1AbTspsG20XwcT4C4lCoJQ3iCSDIBjHE5V2YM/rHRXekDD8noMWEZgnPBkBEZHqzFT3b4dFi6HdxZqIh+YB4FSPELTnKRHjdTB98ZBRi5LiqWBGJD4GfO+MAbWXBwwD/AMo35XynlO212qjvTdIRGiQZui9F8YRKc+TodhTSpDMSr6j8VNnPiCKhoRpUVTvxQgVNnjXxUgVMP/ixIsZNv/J+SLOHz5ph21GpvBdfqTro3RO8qMoWlzWBp3R5dS4lQKes6qJNsyoJzHYi2aKYy9bl49LRBEpVcCGQhly3ErAnCz5PdxJDrQuXnx155CT3c7kCSpuotDaapkiqimqOmiCCCgnni7k2SPkjiY9cGyZwoYcvS5koZcPXjgwXfsPHL9y226estsNNMj3Iyttoa2cSnYQFYznF9hJmCcxnx3VgVK2AGGfTknvtJpEgZRzGnGottUO85+DNa0lSEVrVHNGFJxqkBpyolQibiSQ2s8q2hEFowTNqpYowhSmSHTTJ4yQJvXzT92+eVLu2WW2WQFkYPt6tMT4OnEOjOOUvd2J8Cl9Uj6JoAeQi9Q5X6qIYUQQHMVpryMgdLE04QSIOcMNQ4yeB67PHXZl+77Togw8NNO2GrM2txSi3TlNpEgbTTuFJU604CUYBSIoUpqw0fkfKsgixWfXonSz8BvYdWJGReZNmklKRUReeLDtTcuDLqJnJNkk6eEHr4xxz+iP1Z/8AWrUFf7bWnriIU/oYxoPK968duW+rP0qXfq5dgUa4vo7a3cEgLK3AWBYCIIJAIHdqjBcBXpMIIIU7VZUZEGCpwmDlIgEiuIJCzX+CcE5GSXKTiSpatzcKynl0Wmm0ak1rXPGW5juIQRnUbtmTyDAZlDOP2olZVBfGkYw/SjDwWnqc+elG3LbUo2j7eqfB4NLzl7KLSBOGHpXlZpxwjP38Lw7IvV78ViKNlRlOhlLMGDUVSmPFyZgw7YIJ3l3hwmRdu3bDwy07YYafbaYDUfqzCw/BWoLGogH8trT1elKgH6mLjW4hit9uqt0dqM0y7yxCnvEanu09P2mWKtOs0kqXiigspMspmqD5f+JHDxs0CsUknLv5EOoakmPCYOi7lU8o/Y+MuTzrsMstWsMRctpbOyLcIIUnYNptOwVRjh3ZATAzzzyyzioeCrFulZREgbRacCSAvVUExpGWg1gVP6ABYeyPEcBf0Qv+LGtht6XCwceSdbGtSTGgKRR/URPxmLfweJcSw3CptqCkFzEa4wpxOZeFExphMMHkpl4VF+6Fkw9A123INMNA7bZ7Qh1sAV7NhrQAxzpzYzbiOz2QG1sCI4DoFPQDj9uBxt6rlipCEKxBwsRiAORBw4lxAAyRiE6SK5REiQSJzAMEjhMGO2DX88+eu+a0azD37ukbeIQ81NX9DzJWQ6pLuNGj0DFi0cBERyFNSKO6+SYZZXnrk+R+OTThftGW1QuLLr5Rb8kPxNll9Jvrm+Embt3UJox1VyJl81PkY6nDp8m5LSDgW5WkU1H+csaQMsw8igqqDEVmWiJD5QPuPjRpgsYaLuO29B08FnsNW+BC4eb+SFwzjP4sfs7+NKnnweUP5IVv/QpWmrtDp3/hv1lgGWWg48QDbyGt37VwWRtCEbbcvG4xsEYD0QLEDpzIISMyIkmTpXQHtOGc22nZ1QKBc+0MYInqDOT3xGU1zZuP9+bod0yaJNKGiOZYzgGdpGMI3hF8xD0vyarCQq82dQUcRHCbLtffRESbaLtJ8aIoKL9siAEn4m3QMvmXANvLgk85NwbqGkvNWREwyr81A84ZexfLiKnRV4Jc6wiRghnEE+YTzLLrtlFIm5OtG0047o8KH3Bcy7HtumR22oDNwtS9AtigAN6u635jTjcb7KDNgtw5V9IQEbeSELUtYe8NuyxZa3bFq5cS6iqqLFvozgUBSG674pEZiN8AzlhcuK79IqspLFj1sUlirZHCsAHQGZnMgVTc0o6ptfG4ch5U0WaudGE6dUWlCA4gjA9p/wBTem2HTETi6hpbXDcR/JConvWzKEST1RVV1BZdQ/F0UQjFkGHTSwmlHUZw6ykHSC6jpja8/hCS5LvTBK7SZOTRnu9ycfQ3GU9Z5z1RBhyM47TUAwBosRhlNUSbhIPPkzyr8wjQpCb+OXJuLXcOrkVxGgIqe8JtSy7z3eUz00Vaxt15p7lZCcpl+C9a89XMspqKkwEKL1WKEBBezRkbA7RuXx2HY6hRKSlcEqZi6YB/EaLFhP5RKJD0SAli5wooTfCAUAOzXpTkAZAGBr7A77X251sYw+zDaLps2mVGslVBwsqutvpoxG3BUEABsPVx61ubmHDdNtA7gsHkkSDBfBoGkE8JMwa0lFEHw9LzTnEUAQgmOkeE4GkmswfC6S5qLhLh6GYHfoqKnOhF3UXRFNIlizsaiPYdAItAN9q/HwTMP5GHFw0/otJrXpX/ACASdD8hq/tx0ttZFj1DORLAkaQ2nA5YUIghKIUQi2ZaadFmTqsjmyJVow8dl3rbDkH79gXzxlh40wwDTTLLTVGRiW3F+gSd+7h0ZL0gJ/KEAKkcKc9I4mOWMy4XFeIoeCH4jheX6MQdPT63DMMnWFJk3DKk0YLgmtOHblos2wZetPW2XWtxG+tbOwU4EtXVJjJSwt4RymDG6BllFYow6G6CesXt5ZyYLTzykTPfvqM/4WyBINLmjb5SAqCd+i4I/H/jwOQJfEvweRX8a+OeXZZcfFfIeU+MeWq58l2/KeZ2tpCa/BtLfsH2P9IZ9fmZ8eN9pPtQ2lHTjqzh1BhHUnJuCJzQzDC03EcPokdJIK6ekrrZEwmNKpRw0LDLs6KebMlPLecIOH71gKA21Xkn9Jf3VX7Q/Tx/4kuv/uu2bWLov3bqrYcXBbEXQ2JejBGUKRBme4VoLi9GqE3FKljKEQcRXWSNIPk1zvX4Npb9g+x/pDPr8zPjxvt2No9izdblYhi2BtAMS6BS0WLqMUiqPIP0erOndzEKxD8LHGUkjEcXQ/JZ8ypKKPDihF7KaUWFko+JI5yJwJuTJd+tg7NYD+kv7qr9ofp4/wDEl1/9123pp93fWinSlGilMXTjpnlVJyOFiGDsGKcUQPDjtKVzsLKKojLZ5CfmWWngtJ5pWh5EPvnIAANGEwq32vxdBuiXlZSbeyqBqUDBgIAOGUA9ukDdnVmQggNdJ3BiCJy1z7fAd2K7xvQFKjeSaYYn04TTMmofbMqBKLZeTATSBdRWZbzFRC54shxYnETLRd0oufiamqIi8ktGyIrMNrCumulFNNGS6kUhxg2WfwnXTJDSbJWCY90L6soORSTmH4SnNNd5FpSYaQgFGGXKW+iapyADKorECjl2WfmVYjMhRMV8odW1syLZzaz7TFhxy+3zM+PG+1MJH3j2ojS9vx95YgkpKa2tcEAE0eGUOFpFyALxxNVNlML1MlgrP4ucwE6aV0WEkk2+aNJjxTTkoh5ZRVxctvm2jjwHlNqFq29u4xuo1xhaL2mKmIZhiUBg4EEDqlhORirWcbBkAVgoLhXUETKqYJIKzIJzjLSpQNAW6V1Awfq2Vt43vK5/w3qV1iNw0YhOWaRA6YYKyskegqJRRInHUKtn0GGWn50sjra0goxNKhWHklFcLkVKhl5FEQRI8XCeTfCKtP8AOrUtu3F6V0gpYxfNqYZucUqlkvCEEpL5ZW3qSjnlV8qKAFHDINAVIu3jtow+aaBhjtsM17TbIDr39PQnn/nIe9p/3NsX/wDFraLHfGb43UzM7RSvwrCWg7eY6Dll7MGADrrUHMKBo/krDiU4JqRht/DL2OkwrD5sscidhr4kVTmVJhhRaYactunoB2dsblzZU2a9bVrhDK5Y4bhd2YCWLukYjlm2QEaAAVdVvNdtsQogqBmuFQCIAUNMCdBmTO+auCadkVWhzT9IuHl5ONpK4gyclkjLKUfcNlzyYrJcFIZFRTzpd47BtwbJHHD4sYcth23T502w1QQHat78G2D+PXvmLD/Num+tP4rJ1Z80b+wNrHemw+fVtOsglVUOHFNTUpKSsUFFSUDD46eUD5yBkEycOnThnypg2cNmHjx+ZMv3jx8/fPHj168bbbaaGo9pW03fCC9Bs+9bilpc0Y6a4gl7qZ1GRfM13FGoGZcELLT9HcxhHBqEzqERlxqXhJYSCyijRQJxQIxCgP1R28aLOhdEXzkyWa1vErc2O4EuOqC5i6NGcjFbCrIUGMzv4GqWxiW8pZFJwxiYKCQ8mCaul0xYccvt8zPjxvsez6vq9D7PHatoJ/4UrHbHxYEHdkSWafVD5QB5MBVbKVAA9AVebLtvs1qFSRq7I17QCANd6bv6QG9HllHcdRzvCNaMtdRKXE8JF0uF5XyvlmlwhDMvojdrJQ89VkxfIQXAJtaKtJbBtIFhYh16feg0XNtnmXjJhkxul8uwUWL6g6u6KirlOeJwxnSApNUNvCCcdsxuDEk9kAjxI0qLD4LD/Kk3glq/q3In4V/yMpnqjn2bY7q5/wAdh7tu39CKu2EP9B+uPgDP5vbx2yL4LD/Kk3glv6NyJ+v+RlM9Vrb4e9Hkjr2gnfZaV94JpX0Zxbqrg6RumIpCZxLR4pQoPR1CK1s1qXhZTQTa8oicPEDaMjTNR4jFtwgKDgyw8KkwfO23796U4FkbDshCswXaLTMFVmIVb7MThUEmAOB8YroMdPdEgYrTKJIUEtbAAkkDM8TVsL2fV9XofZ47LTFgzy+3zMeHG+1bgd5Xvz10PIwzuN20kwACz5WKdTcHMlu2OGv8Hk4TYFkLVD41e/nhem59NM8N/tNqfMtHmoLRnpW0v6aCsQs/hTYezLIR7NlXhxsmZBp7CJyEZnxsjlDDk62SECivDKaafslzbIHXLt+4eM9w2lGIC275kgT0F1VExmWdVAGcnPSufomAJLWxAmOltknsAYzO6oM1TTNP/VV8JM3j8vNOOsWNdEUbo0lUaM1Wa0CQc+jZXiCFU+HtJaGel6ZSnMdS8aLpqsrxEhxI+UBWTLLo1CZMsKW/E2Bslbi0L6c546YJJv5a6g9WMY6zo/fRsvRKzOGOYVfwcsukJUJIxVNhBhGMRpH7TJFEeppw04NMLrDD96qmP8AF22G3j+v1oaD/AA1ZvQ7f0JQWp+76GvVH7Pbztkvnzgs5eGDL10XcOWBbev37bDpy6YZu029ePGWWGGQC4tNNAAXqIbYbFbWb9zrY/rO0L9t8MdJ+hiwTzwzzrS8xi2uUdFaP2Vn7I/OjF3TFe1MWDPL7fMx4cb7cCb1YP5GXvAbf0HOo3h/Wnin1A8bd9rd9U6fV/wAzblbXPKCMNQWi/VbIqXztNbjucWnmb0tIOZWTvyYkNRNG0CrcOogKiiBYwJEh8oKBf42bZcPhcOPKPQdPBZBgey6CbdwASSjgDiSpAHjWKmGUnQMD7a4Q+D3fsO2im3+RiaH/AA8TS9UfGvttbhTdrf44P30Fv8i8rf8A7RA9/Rt4BnO2H6OZM/CONEWmyV+lqVMnN2VEEv5TEF5OhxYmFE85FaMTriIYtX4yOtLahDkxYTRTL10qRGecFWiEPJrLBB0VdPWH5h29NP8ApHdTaGdf0odeutXWrrkh6QsOL+qeDISKfJch4nXFaGiURw8opLl64Jo8RvVVaS01tHSS75l4diFYevDomA8q6dtunTHAmNl2G30V5TZKdIWtlVGGwyHrHL7RAHGtyADfbGhDqwUBpJm4jDLsHnOob91tpE1kal9RW9aVNLu8XjDQ6kwrrdj5Pi1BhiSCDNp1H6ipRzM8ymLBs4sR/BjaM8RCxY0SdFnLg8wbZPNPW3zkXIMN94fBgkCIYVizexwvFsWmJgRXDesAqgRNHhtMdIxqNYhR1KaaetRcZR3Bk+4STESKRYysvk1yeNuiLw60VdmzDDpl81mvwcr+XVvnbV/V6xD/AL7Ju+qNPq28fg4v8urfOWr+rvXP99k4PVGn1bY7Oiq+wOMUudqxS7lclfRSxVeeECd81d2JXaFygLZ0UA6pqQJP9sfgK7/3h26cl1qambD+syVOoONdDusSV6E6TkvUrAD8kyiqkPpzt45Kp014bOKEPF4jTCpF++RvjoRIjNPkEyKHETESIBRPRikdkQaKN4pqPST8pNYe/wCpYH9PayIJ8Ww7IGCJHyymDHULtsMOj8OqEZQuSgQ4klFkuDZNWLKZqOEVQJPDBVXRFgqcNFmrBGtZ9IErpK1Dm9VKQeXdOBSVEXm51o6W9iRwoqMuiqY9fxKWJvYOPo0VO37ae7e+TGH1Qgqi0FCZhh6LO1MP8I3wPH+oJNn/AMNa5P8Alm232pbSXJm0nSDE6vtV7ZxcMhZKW1ZXyyJME75Aqtouy/nthyUrZS6VGWQdiCuuQGmojOre+k+DtEOiqRMEadZAzClPDMuoGKv2SjBuZsGn11eV1B+JxbiqKVf5RLtrMTLx5t4cUz7Tku5ARdEk8qQSiRAgUilh/T1M2LPhFTrWZCruAIl05PtLT2AHUdw/OSTiypPYsLwZ8nv0x3LtOjwxM5t25NgLD5TZgsUh0wAv2z7JcBfBDF+Eb4Hj/UEmz/4a1yf8s2zt0wraCVr4QJDZ7duQwuQjpmHTBHbpOR4hMTINKLMZu4XD52mGns1IgieLfIvzAlRdMvVNogyDLXxJw5Y7YDmb6u2zW/62Ki9awLs98sykZL1DZUYBOYBB0AIg1YW2Auv+Vk23xG7awgzBPWFwwx3SD2ZGr7fK33831fdT2Wj63h2rfUHpGlzA0Q6ctFcy9asdzBjQYEJQjLxUMJZWDTr5JNK5KJI3NJ0LxYop0KNlUxUYfLLaYTRCqkWIJSuvojxbTjO0gnKwZ5Dm3qW7+/lYDhbjy7r+gH5u+1vTcFlIVihOjAKSOYDAqe8Ecq5AQCCQGA1BJAPeCD4EVVYVd3ZvYt7gqoipvTJuQzpD0nFFJNWy2ifTedZPRTFfxBRMmizMzInYU4jR3Kg0TaTWmFNVi2YDkkdKvn6NLmX6qLw23ZYkrJaV2naVkEyVkvBaPL+WEvEZygwlCaG6esEUwg7etmHrbb4w2+OH1FQOvzKmrqyiZNKawqmziopmzR80YMN/zroMh3dEL+873vjO9ejuKoISiutCdwyPbhcnO422oqD7UHPAJgMnQkzBkXvmGSpZ3B4uPnCwnumhMPvkxow2B4HHYv4OfgeP9XubH/gfXL/yK7eVY2hVxOBY6RiUZ9o20C8QjFcwbPUUxiCrCxBiYrsuWi0KekwgAhbezzbGIAmDj6xzzJk5ETuqaT4Q3pnn/qQRtATiQ0oo5mu+lzqxS40jp3BKGZWW4WhUsUSmHy6sAXZ/wKQYadtsg8aq02LtsGGGuw0DNgCZcyYGk5L2M5rTMiEnCMvZeQ2rRfGkUKDs29IoENoRNs+rq5x2RLGzjRcgTcPTD5ksWfPvJux7DpoQoFJyUsn/AIJREs1ZZw5LKds1lOZK/MGDESXya8T9aJV2oRwqxGmkITItmlyTxJFLMG15+QLtP1g4US3LLwXigZcFGXz1i7zF0HwnMCF1+CI8haHI2guK0k8gRTCEXIibEkLxKhKhdoopIq+gLJM4krKSolXjwseTVEoYJmy7x45MOXjtppnbr2djca/dBsln6MRbvC8oKqQMRVEK7ssyc4iM8bowrbQi4AuL7dvoyQSCYlmB3jdHOag71Fb0PcG6tZbKMotR+ovT/NyXym35dtCiqG5hPniaoA5eOHSzDqyThAouwtEBZy+fOicQQ0ppK0UYevWCx50y9bAYVVPTd8FycNHAlnvDZzSJLHzjg4bIyknfM8kUf+QesNgXfsxpKaNnxh005BsmL0w+enmCzxvyBtyY7D9iWeaL7dYSw3omn/dim907o/Vorn5K83M9OmwX066dCsPQ6TJok4lppKOwy9lW8Ujxlt3J884Ay4U3DoG1sq2LsAKPmXkpH6WPu2v8720Pf7k6Q3T+t/7uPK2Rt3NoLFl2O41tsDMbd3ErAKSuIsDkG3EjMc6sGW2AAb6hgGADJBEkAxEag68M6rLyslH8E+lzGpCYUS6ikefUVp51wpAc1AR5OeYCYpHy7DDp2YiOGS8IIULRY58mwyw8TIoRVhHfsMMMP054wwwyxYElFvht1nMmMZeyUk5qvlatRbF6zD8vpcwHDaDGSeB9WUzBZGh2HEYq1B5FLIOm3rZckTdNPCZAq6Bhlppw4diLG5A3Y+7a/wA720Pf7k6Q3T+t+H5uPK2Rwhu99A8v4oh+OID0PaQIJjSE1YivQtF8I6aZMQ3FENLqY/dmk1aQIgRoJJKyMrp5l27MklFONljhR+7YfOHzt4wDTOtqzetHqLsiAkY8Ft1JGU54szGKJnOOdVZ7b/aN5iBliZSB2ZZDjFdfhwtw93QKd1seCC0yyyLTQsssssi0000PZZZZAAFoREQAGQAKiIiIAABUeNAOFvva/oh+bHS1dTfCRxvTJ9TUhrdu6GZHrsvJdTwglwqzZ1tnlF86hNJl+oHGkeMYSKRAluGnUvn5F0LZaICj18dmTGSYdZJwND5VOfGFc90XbnRIWws5kBVQEszEwBwEnUmAN5rNExthkKNSWIAAGpz1jgM6r6by07OzeS6tdbe8n0pqDalJ/dJpslYXlTE6eVZUE+PFaV8x38aRzFUNm3hosnHEmCVI3MGaCgeIidE/AKZCJsGg+WiDpu8Xoj1ay61x6XpQ6mpZHCzaLMiFiR5ZRHRp0ZOwVGpN2yTjSBVkHbbbThVhWInJ5Le+U7IHSzkoqlBfJygTMvsN0HaDZN6CdJ8HaUZekXESQ6mp6mZmHEC+mk2zc1IyilywzGsURQntsGCr1ytgDCUSRTDZ0ulQoQRob8ucKprL55A3DG773ie6C1oPov3ZsPI2ovQbqimeiFJhaYIzigxD7iRapEBsqQ+dT5bfO1VQR4ehJ08fATmfDKPESkxBRQrC8yIKiYxDUMRMb4kS9szi8ym4L5naVSWNu4WJRkUSWRFbo3AzhVeNa3Zkur0YIU2/3osQAywAVJ3MSMQneSs6V+L4RR+yAbgr+y0iL/hq0abWQNU2rjTxoqla/nRqbmSnSuly5VSyA6XjyVEK48PxAdJKCgQQUpHhdIW1pUVz5RKUX5QiRT3z587Jv2wZ7Lptpmt78Inr+j+3BPaAAa/RZxDUAERAB/DTozqACLLIiADYBFlkRAAHshgLRM1ZPSpnrBxmXk6JbwTNaAjqiirB2DZgw0kRbDB1ShxVJraIbOIi2TOJxl6nKhEsbcA/LtsC06F08YbcPHrprS3i6fbsGHFis4cQJWegSJAIMcYM1R46PZ8UxDzBAMdK0wSCJ7RVWOZ28o16b6EzEemfdNSajSRGmtcMG4Tm1r4m+4Nwm25hpsw/IRAny8FME64QTSmnsC7clYfUImmqbJKZcXyTKxtycWHE+u7p3fMld2zpyQtP8nHZlWfNnGommRMRYLl3ESzMj86TJlFSJ1Zgv23RAkw4JFk2HYfcPn5VARChQkBlQPCoKyjxPKreDTWDfVzT3WSTLyScM6bJTadkiZUIKMMQlEiLMMsrGoPlXEDSQ8OFozCAnMOuTscq7twnpkvE0ywWcJ7Anmnroy/Nzjhw7vd0t3W7uVtnRWZ7rXGvXlZ7JZlwqmEjEttASFUmJaSzb23VF1iAqKoRCFcKCSWxCQXY6mN2QG4VVG+F8fse+n/+zKhH/gSnttYUkdo10gyKUk2PZI6U9Nsm46MQyyjGI0lVI2WEvYsfpCk7IGVFKfRHCMLI6w9TVAwTKGDpFs4JU0/KFnr908eOHTTEZvwgDd7ahd5DpNlRJrTe4gp9GUH6h0CZqwEcxM1CyWzDCbLWZ0KmRLHmU1TF+ofKsWpIOynkGAbLfGXwvWRcgw3OSluHhVNTir4GQeliBRw8Bke0APHJd07bAGqAAgDTIgA8QABpyJbP1vaLjJkUsBHIykB8WEneMpjlnxM35G2obMNcxAHccESOecd9VmfgyjYo0u95BL9SbBmKIQ3h81W18m8aYA0XE4hw+iOW37ploWmAeqMKrTploQ7DTws/ZYaaFhvs60+EnQ6vTW1DbmmQ8toyUpezlmNquXXUCzDQU9tXXJYPWomkaiMTFJp7tRR2jD2EFdZTIrLFm1dJ+ONQyYBhSJMln5ov7z7lhrg3P28P1Ea39IOlmI9Y2jnWy9SInn5JWVYKTUyJdzXKHnxxUioijQ8gRMuv2T0QxDGMXp66nQouIJgnFsTw7GLULv0yHYpO5romkRrZ3jW8ag3ema6ZCKWlGT2naCViEdIWmiMm1L5+MrS+VUihuN4uTFdOh9YcvSbK+tKz9biCFoUOK6w4gtwhw98jwt8qG+WC1gbCUcXOkCt1WCi0t4P0uOMOEoIENixmNRW2QufWMS4MGIQVxYymHBhJJnFmciIzmovtZWjnVJpI3pW5LL6mN4DMbXa+jzVxDb6DTUwIBfwK3LF1Dc5NP7C8XSmH8zpkfKbMXtrqO8OtMto/xQYaKgLJ74yAlJCdVP8Ajs3dwf2G8Y/8Heu7b6+/U/ZVfg+f9leo/wDDRpW2+Rqp/wAdm7t/+w3jD/g713bQUW291FnCNu2GMTM5zFo5s5Zjmd5MDIZACpDFkRjEnZ9o0AAyLAZAADIbhVrzY2OVgx4dA6bG3rVxUbGxsbKUbGxsbKUbGxsbKUlMWDHu6Z8MY5FMWDHu6Z8MY5FOgfenTp0wHsKdA+9OnTpgPYrnpKYsHD81/RyHDGOHBtKUsGGfqaZ4gwF7YAQxZnk6mLBw+1n1chTpgMZZbS+Aw1/8zenYzindx4KU3kPZ/KHHLsX9C2OIBi48m0AaeaHALh0Zz5gXHkFhp6PJ9AqHmgOArTozXLFqUx5o2CwcGUAKebUaMjjqyFfQzS17Db2Ij31IPtj3jdoT20MZDzeDP1UCvoAAU9g24bVtCEiZ3O/hNa3PpuTU1GZFvdHbmGHU6G5eRczKZ7EjMJI5YYfdzFFGCD3i4yZdPC4pIK4nwfu23QuO2w0yFktkAAWRp3ezs0r5oeAeFtn0CwdkKW+sGRERDsBTpgQoAWD0c7lsXOjkx0dxLgjeUnI8jOcd0VdLhTHAnHbNszuBAEjsjKm0x5oZZ4dGc0YC/QKfveTAAaAHZ4Bw4gLIjXzAoIBwsNgsAei4ApSjIXZZr1uzf0M2oAUoNAyOEEBt5vMKCHPs0AfMDli2A83luN+4EazyHPieWeWkgZ1DTv79PU59UW7Om/JqQMvlqZ0z4hi+UJ5Fg+H2iDCmoE0GZcMraw/dNqZlPJssEEskaOPvKmnYi7dNMuwePGmXbUe0gteu+dkVImSskC+47jOJXEnJSS3lW4iN/qIhxLfRA5l5B6LCDpbepjEHH2E16qsI7J5sgwfOsE2jAl2TRkHYPm7TwB0C1Bt/rQG/YsIcMYCtLUbT0QBng0GP3tPoV+/G+3M2zlrvSrfuWmNtbZwC0wKqWcTjR4MtuPurpS6AgttbRwGxAsXkEhB+aVyjnrv0mt7+mk76SoD+kQxfxCn6JaHgsNP9AdQxcfsHbs3QrrT3huoacarA2qrdmr+j6W5KAFmJE6aSnN9Kj4spxanrcMkUyC2UUjC6Q9cPVZLVVtWZUmjTTtwCA0XactNG2G3cufABEM9nn6ofkVH6wp7Nkta1Mh9YUp5mOgeywhXRLN5WDNtV5gCCUZbENyJW0GicsiDlrVWuIQQLNtSRkwa4SMhBEsRvyke0ZoFqW41HuEAEcshxoF7d451pOhGU4hk5NlARST1RWFyWUeo6SnlwZaMHlJShZUJECbntAywL4yafunLsGmmGe28CoshUdtl0rSgfRAcchZr9ClgDoPPZQC+OIDjnQK+j1uNBrcK7dJEgjiCPGs1JBB5j3r7xllpVJXdWRjvkd2DpoVtOSTueY+nIVVZqxRNEYtUZywtA79y+iVChBEbRgRyyPFLt47JswowZZOipsNvxPNOhKugLg2+kq/TSN9IN/wBIii/g0H6paHs2D/qD+rN9rIQBi1gxbNez6nCnOvUbbJTAUv2RDH731OHsH6tuK3sly2i202y+qIAFGHZzAGgk2iT3nfXQ19XJZrCFmMnO6JPV4PGpPsPbXsl7vLt8BE0fQPDcY7kqK4HhGIIxhlFimNXuodCVHUHw4rLREguRS8THMEOHqi7QEwwZVmyDp+5eG2Sol2Hrtp4y2zYQ/wBaGQaxgB7PNjrfhy6Opi30LW429Tuvn6tkpjzcs24VEKepwoHIfzdNq29sEPee9JkF1tqV5Do0SZ5zyrF3xRhtrbj9EsQZwkTjZoiBpGudQf71/dwz41FTM0264NE8dQrBmtLR2cOmYFQJhF+1L6bEJHTzCgegZcUWXLbaIe7BmICKc/esuEtWJxSsJCmrQ00/IxUhYEn72XeAwEiOSmoLciawS8ZEvIlFJ7p5X4WntCigdZaZdPjya/hom8MEST95+NdlmTa+7JumxZeLRth0JtufylaWDpXmFL+jalqUvbGKJTFgx7OHqhfPEK0C2aUawcbXLV17RuEG4qhGR2AChirq2FsIAJUrMCQSJrRLowqjqrhclJLAgEg4ZUjIE7wYJyOtVvZ36sd79rlgaItPOl3drxho9RZtIijBsW6mtWkwoXRn0vYQiQm9S4gPo0sExPaiIYgepT8wVIKCe7jA+mmTYGHUNMPi7pVJStbuXQ9Ce700hSv0swxEJqNnkHOllWi+NzpBlKexhG8WqphcihbcJLt6cBHS/jpv5MQEsTx0wnICemFjympKLo2pGu5wCzNsdAsHmgP0AHIdA6B9EBmo0oF7hYM+byY51sNWh5Dwm3YwObr3Hu3MOAM+EBEJBKoiKqjEQCxILGAJgRVmuYlCqqokhoWSWMQCxYkmJMCQBJy31Xo/gX/dK/1MJs/7d0ccez+7cKjmg5rb0U/gYDdK0D+NhNngI/x7Y5rS1cvgDjfle9rWFqWZa7IWpw4ebQf1vPQADI0HknZoIeaFBoOAt6Nf53XN79kArwpav1LY/wCDWNP7Gu6Ne2OfAa1bpr39lf8AlH51Xq/gYDdK0AfwYTZ6/wAe2OOQcRfsheo1644gAPwYDdK2H8GE2acf49scfb8YAL+327WFGQoPZ7OaDWmAHs3/AFutedaAA1wIWUA4CFf7tKfRqH1CHQbDP1LY/wCDWJP/ALNOXcO/vGdOnvf2R/5Rr4sOICfC0PIMMJDt6wlw4jJiCmsP3ov37KcjkS6eTZfPhZBp89ZLF3QPHrVGnjQNNNXENvzRdC6THEJRRBS+6evkKMIdW4WWnTh4Dl+9SYhTDKSou3L4XbzyT1smbfMu3nYa7DYg12BoIDkQAIDQQ5AHdbgLP1AHiFtgWa3AO+3Ol7MgFfbfw26oEQfbGhjKJiMyfJjKqj2l6AN7FuMS0baeIG0gM7xzRUoTAXY9lzG0n4oLQtOaFQiFymuFEgrQiJOJFd6/adp5E+cQHMHn0ppbeqr9HmA8JnGSKb2EO/I1Gvyztym7j3emvVswDlyWKKkjIwRkUTr5ph2y7NxA+gl+yQIsvGh8opGE0HTl0yL9+6cuwb7Fh4B5h97DxD2fcQ2Wocq+HTmA8vvevINluWgLdrabiW1yW2yWnwAwcKsy4sImAGLQN+sbG6rGXtKzfnMCy4jxIBieJAAmqn8UaYt5hvndS2mqYmsrTyhaBdGOmCYReaaFLJUiwnG87pnRA6UUFQeJx94VdkjSc0cKoZRFFRWYYgMpDicorpkmmReqtlnafZF1O6cpe6uJDTJ05zYBeCXU1UYsgxUMMKbCMuinlVdNWmGU1UfEFB2TetnEosw8eiTfD5AXrDIMNtMvGN9hQMMhjkz/AOz79ivT7OnTp9ffXS1s6oLgJN178C69wqS4whQuFQqKoGQULvM76q1wsVgBAn2As9XOZkkkmcySdarbfwKtusQC7vUcPX8L5AOQ/wDUSHAevPFNkD4KvushGgOtRvUfwvEunKCRzj8+aWSQqOA/861g9Ufv7aKAAAY5XoHCg/khwsAfaGc/qOxjXZrOYy6g5cOQ09mZqenvf2R/5XZ59upqtsPwVfdY2AHWo6tszfI3rT/QSHu9l9t56afg7e7z0oT2lpqIlQzPNmYsqYgCJIVaiSZhJYQ/lL4gbThBSS2YSJNHCzRU+YZF0yacNA2LDbLxkWQrOuyHEQzYLDxpe7I/fhWlAAwNK3DnwEL2YaDxoORrUKgXYtkVlZdntBlIZSFEggggg8QQD299Qb94gg3HIIggkxGh9nj41xHvKZbxxODQBrElXLSGz0XzCmFp3mjCUGQumfF2VBfiNbhY8RSkom0cbLFmTB02+duXbRgy4cstNALx67YAWma6m781F75XQdpCk5pOTty9HMzScoikYFHMcHZ6wxChle+d0w4sj9tt8gOYcX3SeJB5FTSWyyyrnPjDBJk4LTlp+JdzcGZCwD2Qv0xTs3s7EKiPMApe/EFAKAAdniHDFexf9bpwvjjcRDzV3Zzcui8t67acWzalBbIKFg5BFxH3gRERAqUu4UKFFdSwbrYsjEfmsN1VwQ3o++it/II4vvSn6pWHuTNK/wAQdA4CFg+rbdGnfeG71eZs75ZQBOPc8xNI2V0VxSQR43m4bnyixMWgBBMA38ZiF8glYOImFNgq0w7YEs7OFx/G9tp4DLsdp2AC4ebQADwr2ebsB8BDrSlAUAEQZDs0uA4uHoUEA8mA4Co2CnCgBVkLF0FSdrvsAQSpXZ4bMSDFkEAgQYM8DlQ3EzizbEg5y5IO4iXjLhEUUsyHZDFccwD9zClu7pxpj8SQlCsZEHSVGEMQ9FaW5OOzzpOiRFTVwg7OunT1w6OOyaoSNF3Zp04MGXLswy7B6w6MPnbLbLD14A5AAXCwWsFv3vqB9Q0zy80AKUCgezgPm39AM3rj6rdNYk5+4+AHv5aVrhPk1KFLbB4mSqlwnNi1UWyECwwTbqFKD2i6O7aqFRvW22wSZIoRLuypImXJlmBo7LlXDss4dshSzDly5YdshmzLIfZt+gAoNaYAK24iAc3fUaWDGeShQKeb6Icvyuz6nUc2/NAAGgA7BFRznSNTOXV5nh4kcjUW2+sl9H01t1vrAl9K+BovmRHsUQHD5OG4IgKGVqMYviA2XmLBR58URIah5PUFlWMuiRQ0ceuCBN+9dlS5gw2yDpy8bZ2Dum4KjKXG7Z0WQJMKEImgON4WkHBSPFEHRmgKsLxVDiuUJtMGkpeh5bIkldIUSzQgyYIqBQsaciNHrtkbbSFMhjzfRDkGRpw7FQHOygyNgpcAAAsFwGn7nnp49MuiAv8A1iTPRCzhyiOkxhuMyY7KuHPRhMiA5aRxwqpHZ1ZHbRWgAPZtTljFvQAKfe402Z7LVAAC/T1eFbUr1ps8Qtitw4BwoP5Gc9LezZgZC1biI4HlT6I9M8cbbAyAeIms2Iyn3c1+E5fhQAV7IizWoiOBGlAAOLHMONem1bL4O5Imd8kzW8kbnNJuaso2Y61eqUSwQMzpeRbALMZQ49exSLuIIVaitGSgiFEbAwXFhVSPjRBoH7nsvx8qx2rJoBawYAO+rQgPB3UPz7PAM2DIBQQtag/kWz0DbJ7Qe7Zu4iDZ6SBAhukUKZ4QBlFaI2FHTI48MngUO7wzpQDpev2UEPoW+qu0OmuDcZaHt4LO9vUDqBYnC1H7cIw/BX8REwCkNIgIkNtn3qayymPIXVHgmu2qG2jBlo015XtOwB2wDFNpigoP0biFcdWfUvblf8z2QuFA4gGBwzT1OXf0ptF21auLguIHWVOFsx1SBOZiYOtEdlOJGIMRIyOcGOw1Wx/gVHdXhSrrUfn+rARvi1fmPw59emyh8FR3V40/Faj7iH+XAS40zWBgoHUaZ402smAHqhjiA2uz+52AeY9n3OAAEWaMhkeFMAFMO6W6B37cv1LZP4PZ/kry5+c+4dpvSYuvA3yTlkO3jpr7arZB8FQ3V40HyWo+9Rp+F8lwEApUIG9tae/aZHRBogkpu+5HOdPkgQi/8HxeLF+MXIRuvOIkW2VeJfiIqYfKTlJSmWiYtEXLRdw2WFt0009AHzTIsMsdegzYLANaBcKVERZpWrqlA51H2cFELVoAXHhizIf0sPZdmvXG102exabFbtW0aIxKoBgxImTvGfkCpvXbgh3ZlkEAmcwRJ8CT+yqwO/1016w5n6o91pqG0o6a4p1HjpKmfFs2IvhyHlZGQizZyH5iSBjiGYcU1dWMu3ia7iv5iq5B2olE5WaIMOH5psm9Fh04f53+mlb6Yf8A5xBF41Gv80vDo1wA2+Ydwx3cKUtZDABsFAyAe1kAEbdj7A7wrcAQEQABAL0vQRC4gOewPtqIdB2odnYXLly3fu2zcKMyqLLLKIqCMaOwyHHXduGpujAqtbR8AIBYuPtMTBwso1McqreBvSd9LWv6Q/F2eOpeHeABQBrAdvqEa5G1JJd3xqj1palmZtDq/wBCCtonGC2oCCXjKrMtPmKMzAiL55DFgufiEPIrKMzB3yHDQPPKNGRUBipnsgWAiIvpHgZpTza5Ggh3BQQB0AgFB5BxrXIOAKYZDNMcgClfxeOoj7eAWS1cVgzbRdcCQUZbIByykpaVsjnqMxqRIORuIRAtIk4TiBuSIK6YnKxlGh0OQOYrtx18GA3Y8xI3jGYERsahmohjqKohjFdaJTZIlSbSzEyubWlRooW+ZTwCxUTx5+Lhx22wcuuy77bXZqOK/wACn7q3+laj/wDbgJf8SNrKFMWDPL7fMx4cb7FMWDPL7fMx4cb7U+p7KdbFr+QKsNovAAdK0CB9r9X8fIqtf/Ap+6t/pWo//bgJf8SNj+BT91d/StR/+3AS/wCJH9zayhTFgzy+3zMeHG+xTFgzy+3zMeHG+z6nsv8AB7X8gVI2i/l+Vfd+cd+D5msNl5A6LLKAIGlvDfx1qHZfQdDMDoDSk+YNKLSLCaKRQUsT5l2WLuzJ0SJBwJowwXcsPn/lHjLp0y0DAU7n009XmgDfZ7x7UvDu7R1qap5bTxTYZgqEV+T8mpmmIZOMEkiWis+XUuLyUuImQF9PYMIJxKefJj9sHZ5h6w2/7Zd672uh0xYM8vt8zHhxvsUxYM8vt8zHhxvta9Z6UW8Lm2bTh1IUNmFZYhsohj7Ki3dwlpXEHXCQSRqyNMjPWKrX/p72rr/OGd5n/tWTM/5D9oz97Rrq1t7yLR4u6YoX3Lu8alcrK8dQLF7uLF6R82ojT3DiEVJ8efEm0xOk8mmW3p1l6Dt0+A0yy5aAWm2GwGm14CmLBnl9vmY8ON9kpi3THdnzPrHrfbN9nvXEa2+1MVdSrDorQkGAcwJG/TjyrRL1tWVhZAIIIONzn1SPaa0xpwSlND08yGRFtNPo6yjyYlclq6SqEjCeppamnwQhFD6cpEDbh0aJHyRpy9LGyhl07MFjDp65fMMPGGmQ3PTFhxy+3zM+PG+xTFumPt8z6x69dimLdMfb5n1j167dQEADgAPCscQJnj274+Yopiw45fb5mfHjfYpiw45fb5mfHjfYpi3THdnzPrHrfYpiw45fb5mfHjfaakGdKrXfBtZEzvkXK/XGnzuk1NWTp+LdYERRNChKakvIul6biaG38PJzhzEEPlotRkl8tIj58w25dKya7MkHj1ht2wYabZFkLKNMWHHL7fMz48b7FMWHHL7fMz48b7FMWHHL7fMz48b7ZWbQs2ktAlggIBOpkk7u2rO5dixABMZDTIAfCimLDjl9vmZ8eN9imLDjl9vmZ8eN9imLDjl9vmZ8eN9imLDjl9vmZ8eN9tarVYvRvIKesL/CVt43PeJZKzah2R8caYQQIKnIuy4jFJlVF695bRsPyJC8w1BEcQjECvSF4mH5OSVc2cpDq6PkaJKgLiVzek7v/wDTLNKKrpi/DTEMiPlGNoQjT54IkODGJE/81Xx1v5uRXB4RHBvzlh878e+UHZL5ypnxKI0qH1ztmvkn4iakYpiw45fb5mfHjfYpiw45fb5mfHjfbBdnRbd200ul17jsDl++GSsqQYGgIINaG4xZGHVKKig6/YEA55fCtK6cJOfoepASXkV88oimJ+B+WMFy4+fUWN+UiKLPmggEEP5dVQ8oa8iYUPiXl2Svxo58SctOynxw15H4w93VTFhxy+3zM+PG+xTFhxy+3zM+PG+xTFhxy+3zM+PG+2wAAAGQAAA5DIVmTJJ450UxYccvt8zPjxvsUxYccvt8zPjxvsUxYccvt8zPjxvsUxYccvt8zPjxvtNKhn3T27tnXoTmFvAotm5E8rojTtVuplVnPLxxLlai1XOosLnluOlJ0QjR1E8Dwi4Tl9lxE5Bh4VQzMRJzL1ycZZVW2Hbh4Y5W3BkjJ2Scm7vaFKbsnZpyrTpj60VmKZeKEx5fRbA5GPIYexNNQw6iODDUTo6a4ilBeOFFPfu1hDbPJ7bk8TeMmRYNOBbsg0xYccvt8zPjxvsUxYccvt8zPjxvtzjZkU2CpIFg3Co1npQQZOuUyK0NwkPIEuFBOkYYj3Z1wPvTINi6YW7j1sQPAMKRJHEaxXptmohQtB8IIanEsUxItqMLni6ejIEPopM4rLKqeftsOCaenFTJsy+aZdOXTxtoGRrJ6Ad6JvJdDOj+SWlH9IX1wzR/A4hLaL8/fkOfEE/OP5ZjCI4s+M/NYdIMXfJHxb5f+IeR+cap5b4p8a8q68v8Wc3ZKYsOOX2+Znx432KYsOOX2+Znx432XbDvcW7bvNaYIbZwojypYN+eGAzG4T7QZS4FQo1sOMWISzLBiPzSN1VXv0/beS/9bsa4f/r6fH/wDu27tNu+k17Ttn5KOUcwNxjq8kRBMxI7QITiicsYm5ytwtLRFVzrsqejBfYWtIUHJLSWiuW2jRoFCKUAqLtgfLKhVn8YFjOmLDjl9vmZ8eN9imLDjl9vmZ8eN9qiztAIJ2t2AIJBs2ACARIkJInMSDInLTOTctQfyCjnjuZc/tUcvN+r6h8z7Ot8bFOn1f8AM2KYsOOX2+Znx432KYsOOX2+Znx4326qxqhFKGPNZegLeJ71eZDe5a1Oa2YN1J6sZrLcCrzUnppo8MpcPI08pzrybE0JxAOm2bqVFaLHCVGyccIqiM8TCL9PTyR0ubVSx5w0V7k/Te9WX/WuGon/AMR5k/8AwAu1vmmLDjl9vmZ8eN9imLDjl9vmZ8eN9uFdkuWxhTaWVcTMF6Gy0YmxHNkLHMnU8OFdBvIxlrQJgCcdwaAAZBgBoNBz1qocU3w2rwgaLHiPwXnUgTOkzDk2UOFYNmaXNFTRd4y+LmSxhzoHYeuH7h6ww9cvnTbDx08ZZbYaZaZAQtmwYtqETQfCcSKyAchVViCG0JcUoYUfLioQ4oKyWUPnUE+JkgnGPjiOZfvE80L9PIPxfl3gvShZ52nDvJKdPq/5mxy836vqHzPs63xt0WrVy3ix3jdmIBt20iN/5NVmecwIisnZWjDbCRrDM06R9omI5VU23oMkdfEE77fTFvBdLGjGL9VUGyO01EoUMpqRFCDByMqRUt/ojoWVEMwvKDRw8QMoyRMxJX2njlAPOTICXJA9dtPnr4t0N+mlb6f/ADh+Lv8AdMQ70/0CdPvalkPl5v1fUPmfZ1vjY5eb9X1D5n2db42zGzMrXGt7Rdti45uMqraIxEKDGO2x0UDX4zbpQQoa2jYVCgk3AYBJzwuBvOcb+VVvP00rfT/5w/F3+6Yh3p/oE6fe1JWtA+oXVVqNlvGEU6tNHqnozjZDjhtAhyAlSOyUwXsTwsygoqixF7tVIoyO5Ju3isdU0b5PacPHjDSU0ZF92TDDDHdNOn1f8zZaYsGeX2+Zjw4320S1cRgW2i5cEEYWW0AchnKW1bKJ17d81ZlIgW0U8QbhO79J2Gee7fyzADFuPLuv6Ifm77WWmLBnl3X9HPPHHlZKYsGeX2+Zjw432KYsGeX2+Zjw4322qlLTFgzy7r+jnnjjysUxYM8u6/o55448rJTFuPLu9S3fbvtYpi3Hl3epbvt32spVYvfxSCntODXBuSYslLJWbU0YVlRqeXl+aUTS6lxGMbQ/LVBfTc0mqTlbj9ZhpFUk6Dkl6mw5EKg7UoiMJxNskgrRpl8LhLPNl7OvK33831fdT2WTlYM8hzb1Ld/fysBwtx5d1/QD83fa2SWgly9cBJN4oSNy4ECCOMgTV2csqLH2AwB44mLZ+MVUQ1NS63jumffqz6186bNAkZ6sJdRZI+B5VobZKN4fgNDPvTEtZUk1tRLLBt2sKDT1CWIPNJbwo2hO3T980+aYNsMuGfK9V/ppe+n/AM4fi7/dMQ90/wBAvQPvTayIHC3Hl3X9H3d/IAMW48u6/oh+bvtbIbMys5t7RdQPca4VC2SAzkEwXtsYyjMn3zc3QwXFaRiqqgJNwEhQAJwuBOuccOFVu/00vfT/AOcPxd/umIe6f6Begfem06mmqYE0pqyKlpMKdcozMhpqxVD4KUbSgOLbqJDMBLHx42XaQ3y85JkHKo2wWcFzIG3RQu7eAYAGGOyADtvGmLBnl3X9HPPHHlYpiwZ5d1/Rzzxx5W1t23QktfuXREAOtoAHLPqW1M5byRmcpzqjMpAi2qc1LmeXWdh7J58VpiwY93TPhjHIpiwY93TPhjHJKYsGeXdf0c88ceVjlb7+b6vup7La1SoSN5fu8Z8au9bu6r1ESsUpdkoD0XTxNTGm4Wi+IFhJiI+gP5iSRilh1BSenQ0sklhSZTJdrzDRZTUkJyBp6nOmTLTBh+9K8p6k5DTzXfhOegOfiHJia6zIqDdKEVQ5F86UqXUXqEpYViExAmtAmXQokmMTRnsHIay/NxTDBVylqiwUPPTMRoLhhwL1XT2TFmPlb7+b6vup7LHKwfX0v6OfALdLc77OjMWBILXrN5t8tZwhQBuBCgHXjWi3WAAgEBHQboFyZPMgnKlDh3e7pbut3cjlYMdcW6fV08E5WD6+l/Rz4BbpY5W+r976vux0t0VnShwtw91sBT+5jkcrcPDFse7GOSBwt97dA/NjwWmLBj3dM+GMclKOVuHhi2PdjGy8rBjw6B02SmLBj3dM+GMcimLBj3dM+GMclKXlYMeHQOmxsgcO73dLd1u7kbKUvKwY8OgdNjlYMeHQOmxa3da3D83d7ti1u61uH5u73bK56T2Bj7hjH3pslMVAM99LBjzcdbYC4YBbcuHLhy/ue7ZLUC3KlsYDlYcWoA91LKUygUAeyGGeY4FkPyQ4B9QCADnZogHLn1uzQfyO7kNgxSz6AHPAgFuACyN/N8agPtpsygVCncHm8GgAfyQxyqA8mQptO4d+fEZD2R3UpACggFOIfWACOGL9OHeO3pSlBpwZ5WHzQ4McADAU6MhYQ8qANBDoPo0pgKejYcVrTv29QAKM/vR4chZHPZwPtAeo3GKU2nqgFhDw7N/Q4XvYbBUQ4MoICHm8q9Q80K+hmtg4DQOVn0CoCAcQoNBsAgAiGAza1htZkNm5palrebSlBARD0bDSlhoPUKDS65Hun3HIZbtePA71M7NgqAY/80WRD6FPZbAUZ5JgbM8Q8RBmoj5lr8LDjpR1AqFvqGwNAA/k9wd1bjs2wgFAyAD6NMCHq8ApS/IADaBwz565ZiZz0gcvZND58B58mmgFKBTADwDh2aCHmeFQD7dkpgRDiAhb96H5FbfcebqUEB5NBw50Gno/f8nZmACvWtQr6NB5UrXu7qDtqDInyN/ujyakHzny5jh5yoAMWtUQ5VDzfV5cL2pzAdgPo2qH5wp6tOIWz0DZOWMgIW7gv5ueN/HIbKA4rz5c6dMYrYQAdpqQRI7s40zXfOmR8ecBwXD0a1oOP3t/Qrbr+cB2PZxDnxp6nMQtcM89kZpVmvUK0/e+oP1UrwCmwHDGMU4hSgejnGb24V2jKeffv9m7zNCQDoNx0ncp4jn7eOSUxbA0wOPNp9Eelrh+cxTzcNchx5t/R7uYY9p/fwNxtbFx6ZDhnZAD7OXHzbB5ubdB5cKTUTw+PLnxHnKDl5oWvgcD2aU83uzQPr2SmLY9nKo+jyrilw4XotMW4AGBz5vq8LVoHsGli1rcL2/e0+j+cMYtZVl1z35Dugj4eykZC9OyFBDlx831MhSuQaxbkAFmfNCwBW3DzfUAQoIWDzQ6BwAt2bYoGP3vqhyDgAWxQLAAFaUzT6Nbj2fUC4D7bcaWVcZ5nuHbhPvFIAXoIBQQrw9Wv0ACoCFq3sFQH6LQZsAdkKgFccuzX6ABW1uYgGQwtAoyNPRoHojnzcB2O6lAZxwpYpQQGmQCvmjYQ7FPoV4dMDYBC0+Rrynfv392lT7CYMcspHn4U2lgHsha+OHm+oAV48rYEPRKWAQClq8qhQPUZZr+YMDgFAAAQtYQqPmj6vqcPZTiACFmgFGgt3WHPm29ARtYOFKYClrDPLvXI65EjhlpmI3079cx2Zee+lAK2pfn4cmcDxqPgNB2QLWELh/cHiH38Q2KUoPAacB6COWQDuoGKhSwhsoAAh15gA14Vwzfx45wO0idRrkCM5ywyd55HLn2ufZI7Y15gedKKAPC/PupyZHp1642aDLVqAA+IWt6oBw509lKFBDIfUIh9YfbwvzooDj3d3Tpy58x2kZjIgTBOR16u+fxPaDQGeWk8iYy9tJRv8n7f/ZDZQYpnpgB6cex04ewcUK4xnkGLdPfxtzSv3p3By+3qPPZA48BlP3ee/LuPKgjd7OwfCKWwUoFOlA6D+SH5/DIyAjQRC1Q53pQfyRt9wvWgDIjcQEMWoN8era9ufcNKKPSnSgB09UPvbvrE5kkDiZM6a578jl45ZO3iI9ke2j0hAACns505Mh9duYgF9m0qIB2aYDGKdi93bI1pnA5uAYdQApUO+rI82R4sD3DfrmnZGQAAAaXGlPNx6NPoDniPPqA9mIyzMEwADOmWc8PZllyCfdlwyHuz58qACogHZAMDjAB2ebsBGuBva/ALKyFwHs4EAxT8m/62zemQ4V4AAURkABkLZp9H97T6AhfnStbZAeyoMh5oU5Vtj0BEf1sQ9vTmHmx5y7s8zOfd8poBmzIdn0hARtWgD2aDZ1yuNacaYEQcAXDzQozSlufZxV3mlhuHXFAAALWpTHmiFx7Nw8wKWAa3Dh3MgAAAHm3Ea07IhT0QD+dgPUBH2UC4RSgAx5oBcBsFaU7NBuwHIAGoBTFbBRQCogHZDPLhb1M5r/cslrDTHq/va/Q6cM/+aoU5Xtw4+b6gchvbn3KqTy3jUwMiM/E+zupQDFsj19X1L9ePdTZQuOPSaD2U7PqBz6CHEbWACghUKUvdnnT1LZpinHuVkA822AEcc6ep17vzKoDppu3jivynl2zSgFb0y0HAMB2fUpz5YzazgDp9KuOQM+pzDpbjyayFOxbACOO71OuyshTs+bSgchrUaD+R0HxtwpBPt+YHbv85VYA5a7v5k+4+2kEMWABoI4H1fUZ+u/DZvZ6YBkMcRFn1enIK8+OyiFwCmKAFugeqAjwEbbIAXC2RzQb0oP5Ihz5+zaaGZ7IGv6nLeTnl8qcHQMtBTH0eyPBj7PzbAcLBgRHI1uAfkX+sQ522RkA823AR9HuD8jrm/cHBwAFACgAIAyzcBoAj2a1ox9eO7gPnxHsG+g3T3AnM5LxPEeNKDPogLID6IYxj1Pq+ylnAGLBxEbfvQ/IC/eIdK7NAL4y1ULcgZv6Frhxp0HkoAAAFA5AAdm9RFmv87ClwH8nv5Zmd+Wme7OBnJBEEA7zx31II3RA4ndl8/GKAZ9HzQyGQsOP3OluQBUOOzgAAAB7IcRxkasherumBpm3QcIFLWpcaeaNMM3H8XzrfA0tQcKAANLU9EPRG1ezUbsBStM+bXnypPmTy58svfkDWWXh7dJHGeOvIU5lkah5oZZDA8AZG/4uwd9OOaWBqAB5tBuAcMiGaOw+rHHoocKAGRH0R9QLD5MKXrUQAOvRBD0Qp+TwzQGa/Q+u4d2No89lWUyRr5AGfIwBHZnxQKhQezzH2UZDixwHgNccOCgyI9nzcdnIcgAR/nduX0a8x4NDh5vD8gQEBEWc+YGaVAREOlcA6gCIebXP0R5Mh/S+HcHcGQme3n7OfLl8BdiIOY3RnzBoZZsFg5YyAiA3q6pbwzcNnAFwHshkeHcGfJhbrbjkAsgM4CnFmvm8uyI1EGPCo+3gDgZCgW/tQ40z5gU8A69IPy93f54aVlPnMcOEcPJpaYsGeX2+Zjw432KYsGeX2+Zjw432KYtx5d3qe7v5FMW48u71Pd38lAfOfLmOHnKCmLBnl9vmY8ON9imLBnl9vmY8ON9igWtxv5vD/Ye7v5FAtbjfzeH+w93fyUnt3ceXPl+zKCmLBnl9vmY8ON9imLBnl9vmY8ON9igWtxv5vD/Ye7v5FAtbjfzeH+w93fyVIPw48ufLzlBTFgzy+3zMeHG+xTFgzy+3zMeHG+xQLW4383h/sPd38igWtxv5vD/Ye7v5KAn3buGHnyHk5FMWDPL7fMx4cb7FMWDPL7fMx4cb7FAtbjfzeH+w93fyKBa3G/m8P9h7u/kqQeR3bv1efL2jjkUxYM8vt8zHhxvsUxYM8vt8zHhxvsUC1uN/N4f7D3d/IoFrcb+bw/2Hu7+SgOmR3bv1Pl7RxopiwZ5fb5mPDjfYpiwZ5fb5mPDjfYoFrcb+bw/2Hu7+RQLW4383h/sPd38lAdMju3fqfL2jjSUxbpjuz5n1j1vsUxbpj7fM+sevXZaBa3G/m8P9h7u/kUC1uN/N4f7D3d/JUhjlru4fd49p8R3JTFumPt8z6x69dimLdMd2fM+set9loFrcb+bw/wBh7u/kUC1uN/N4f7D3d/JUhj7uH3efM+I7kpiw45fb5mfHjfYpiw45fb5mfHjfZaBa3G/m8P8AYe7v5FAtbjfzeH+w93fyUxcju3jfHz85wlMWHHL7fMz48b7FMWHHL7fMz48b7LQLW4383h/sPd38koFrfVwt6l/ve+ypDTuO7hvj5jzoUxYccvt8zPjxvsUxYccvt8zPjxvsUC1h8OH+wuPf432KYt9Xd6n2+OdlSCD+Pd8xRTFhxy+3zM+PG+xTFhxy+3zM+PG+xTFuHIf/AGPtqPXmUxbhyH/2PtqPXmpI4jz+0eNFMWHHL7fMz48b7FMWHHL7fMz48b7JTFuHLu9T35zzKY7uWcX9D35zzVNLTFhxy+3zM+PG+xTFhxy+3zM+PG+yUx3cs4v6HvznmUx3cs4v6HvznmpS0xYccvt8zPjxvsUxYccvt8zPjxvslMd3LOL+h7855lMd3LOL+h7855qUtMWHHL7fMz48b7FMWHHL7fMz48b7JTHdyzi/oe/OeZTHdyzi/oe/OealLTFhxy+3zM+PG+xTFhxy+3zM+PG+yUx3cs4v6HvznmUx3cs4v6HvznmpS0xYccvt8zPjxvsUxYccvt8zPjxvslMd3LOL+h7855lMd3LOL+h7855qUtMWHHL7fMz48b7FOn1f8zZKY7uWcX9D35zzKY7uWcX9D35zzUpeXm/V9Q+Z9nW+Njl5v1fUPmfZ1vjZKY7uWcX9D35zzKY7uWcX9D35zzUpeXm/V9Q+Z9nW+NinT6v+ZslMd3LOL+h7855lMd3LOL+h7855qU6mLBnl9vmY8ON9imLBnl9vmY8ON9m0x3cs4v6HvznmUx3cs4v6HvznmpTqYsGeX2+Zjw432KYtx5d3qW77d9rNpju5Zxf0PfnOy8rBzxnHqY9+dlKWmLceXd6lu+3fawHC3Hl3epbv91k5WAeOM49THvzsWtbrjIW9T3d/JSl5WDPIc29S3f38rAcLceXdf0fd38kta3XGQt6nu7+Ra1uuMhb1Pd38lKUOFuPLuv6Pu7+S0xYM8u6/o55448rJQLW4383h/sPd38igWtxv5vD/AGHu7+SlLTFgzy7r+jnnjjysUxYM8u6/o55448rJytx5d3qe7v5HK2Brju9T3d/JSlAMW+ru9X3fVY5W+/m+r7qeyyBwtx5D09QOXTvxQ5W48h6X9DNun2UUpeVg+vpf0c+AW6WNkty/tR6er0H70obKU/lnH3rbPhxtscs4+9bZ8ONtjlnH3rbPhxtscs4+9bZ8ONtlc9HLOPvW2fDjbZtOVccuQh6o06B7QAcg7lnH3rbPhxts3x4hjnQb+bb7L3xQFKbStL1z9HmDI1Hzch3BWvDAcB6/4w3jEHwJAhrdwyrkBNaYhyLTDiYCZqEUFdOh5LgthGMtlTyE8R5jS2MPFl6uATLtsPVBRcgSbMCJNhsGH7Pfl7DW1hx0APybDyAKdwcG0G3dy5CFa+Znhelb1EOEOuJCuIrMdZIDDfkSp7M+ccRZWwkGFaNzCQe0SPeKpw6x97P8IG0HJUrlnUbpf3dUNp84I7cy3gh4iMzPido5FD0uybZcH2EnVA9aTCbLlplp4oG/JlnXaBlptkabd6wVOn4TaajCEi8daRd3EnwO/iVCcRkfQokjNtcJQo+VCjuIjaOwY1OnXDSqWR2jj5OZfkjbpo2w6B6WMMC06aiV30kRzL30usRrRzoNeFJjwhu/JNThnPMmOYcOPjiFFc6XhIg4Ky0hZXKOWEdQih2fh5AgGDH7lbLuTkUxJMF756dBJo2+sbbo3eay03jOnGHlIFkmial5YoiVC+pKUClVMiuFo5SnbtIUopLoZ2h99BMXqJV+qISo5+NOE4wZMworGnUSIioUc+ZaYvtF22dpv4BAstjtxcKAC8AcENhYqIG7FGkjsuDDZR+hs4iD0gwtKBo6IkY5GIA678jmTUa3whSY8w4E1P7ltOgiPIzg1PjDVsqJMWkIVihch0lFCT+ELTUXBMiIqkHCbhbTvIHzzn4kpOzRbyR0478l2DL4HloW9s3qFac+zQfRsPKlP3u1RH4UVDK9Gc5Nz1B0Jxidl5FMWakZgQzDcwE0mKgpQMvrsU6bUtGjAgnsnUlo8ehlRNl1oqTBSTmjL8k7cAfKC2Bh3MloW0aapNFivNaYOrTedx/rJghQgov8UIzXgYZZw5Kt1DxowtL8aPlpUm7H6eBZtIdNOVIwbcJBdNIFHxt8eacA9YZ6bDsNs2tejZkL2eviTDb/ACCQCGYNn9xSRrkJrJ1U7PZOIBgLkLDEv+UjIgEZfeI4CozN7vOnWqf3q2gnRNpi1fxrpShjUnK9WaiOIoahJAjgoQXk5fj8y7iAxCyw/RnisZaT4dLpQl3MSIrAOm3b5t420X8k83n+lU727hv/AGbGR/oNIIAOGf4+fHli22n951plhrWNrA046wdMm9Q0i6aphac5enYVhhWWoulvHSo5XDq7Ex98tky5qKniB5H5KiN8nAVUkw8IttPXzLDtph00zqb8Hu9Bz/BKekPIDeDNOHIKDTyWeFBvz2wfK9fNxNouhrgNtrW04EwFEEYRtFr87FJw98aag/k7QR7SEJDh7OJi2I5ybLz1Ssdbhxmut/0qre2/5/7NnAD/ADGkEDyC/wDHzsAB7M9dpWdFEhp/6dpRKECaktWkQazZgnI4WIkKTZiSXCbK8+nw0opEPkU6CncNpUURgVelUc8lKio7VPlR28NPV184bIuvirL0xXu/B7vQMfwSlpCHNP4jdN/Clv1r7bBfrtLRu85jRNK6CVyANXW8/wBN+s+bsYTIcPZfRBCsRyhgw+TQVRKh5FSoBIwxC6gTaW1QzEzhSOk3rooYPnny25T3XbFy5d7dGzm0Low2totmCMV7aRcTOMsP1m5JO7qanUbqXQ+AzctNmOqlnAxz49EmQnMT3V03rn1FTy0wSUKzI0+aTIy1nR8YjZChhuT8DRS/g9ZcISmQWTajGDaw4geP2gIor9MJE35VpDdsP3quXH48XbYYdGIff05Pen3/AML56jr0/wAv89wp/pYOnfyHayXcKZHj6PMAz5oUD6q8+H5zRwoQLvDh40WJEy7Hafmjj50WLuWBFlntvX74WHbpmogHabaZZ7QgAXENuu5aus2JNpuWlgdVbdlhI1M3LbNmOcCsbbooAa0rknNi1wHMiBCsBAjhnxqt6G+U3qFQp8Hz1HZ/q/numP1L/hWtNvq6Zd+pPia2v+RmgLURu0Yz0ix1OxGiuJiKvHU+XsQrCPDMPQFMaMiC45gl9IWDm1hPXVCWyrDjh6ESprJZ8Jk6HxoSAkTVi0mcKKBZydIGix4oYZFpwaKPnRks+ZBrsC06fuRbdPQBoGmRFhsQBploKAIDSqVqHKPog+FmaGvijPbdwjpBiU2qtBVoXDkZW6vPItNADIgyLZuIUx0IN9gAZfg0AiIsg3y3htFk2GG1XLgfaLNplNqwAVdwGzW0DpMQQRMg61unRXOkBsKpWy7hg93IqgK5FyDBIBEcONWvsU6W9Hhag+iFrBcLDe19tTz1nVL/AE4SambPmaio9R5dyjgtfjqLjxYt8cPMo8PEHp5+WTCINO2lBXUWnTtPR0528YbUVQ0UJO2geGGB22xbmF6DjiFLejm3HrfO0du9m00xvq/3dOqrT1LQHj6YMcy+JKEGJzs58nNr0SQDFsNTHSIXZOi9LuXAxYchB1DQibfuiDYKwu1Ftkg2YHbuuFlt3GQYnVHKLriYKSogayYFcqAF0DGFLKGPAEgE9wqGqR+qbfub1RMVJ8aRnmnnQPpHWVNZTpQxFNyFGJizSjlLRTrwg0vuyyvC0aJSs5Mn3JgibVHENwtDRYwUOpyI9iR6mGVU1kKfvLd5Ru2dScpZMb3SE5QzL07T/icrA8udY8g0oygI8KxUZUWCLl3MBOfFERNcFnRV+QWF1DMQtC6qQRXqyvwsrR0WhxXSCWf7mnex6J0vRFJTTdPydUttKM/9MMFJ0lZmSx1DxMkyUOOVKAm30PlFlNPzEfQylqZhaIkS59cSHBoYgQF96qJywmufJFTh/jffkappO71RrTbuvdA0SwtqfnJGk/YbmZGcwJbi7jeWUnYNhaHIpho7ER6YSO9bh14LsvG5pWXVOH1FYJI8LoiumKjwqsRFD5Q55TPh2ZL9va7lzaCLZFvpAVuXGK4rP1fRZkqAqh01J6pruCk3jbbZ1W0pIxYYKqNLhu6tuMkw05DOrNmt9YV4d0W6vYgh9VUkJeQtLs/llEXEY6ZS1dGV0uU8VnU1USlMi2XOJ6knnS7g4RPFH7k2UNOnRgu8dvXbDbEaXwc6Y8xJr7q6T0bTSj2NJlRkfj6dBU/FsfxQtxlE50snzKXCaeXOL0RHFNVMuCJRy6KE3L4427KlnTDlyy7dO2QCQfW2mfIm761cowGn535H0bz8S/jpmomTgEJJxWU+MmGh7Qi+MeSB89EWhq202PaHO0Y3wY79iIkoFf8ALEnpwsH8dKIeNKVDIB9Q8Oxifr1oSQDst4kTlPS2e4xxrNSOgfIfvtsKY3FWOvdlG+t0by7fBQhoYjmANNcoZORjqx1qzfIlz8vtPsv/AI07bIpSg9Plk9djFTTEheVC7J1tKVDaZDyMiH1Y+npKioqr+GEQCq4+4ogrft6ktO82Zfy73tugiI9GUCzdVC6RAs/odXHsVy0RlMy0y0yRjVoAV090XJF3pcxEBtGiwzEENFO0oKcEglvHp1PwXcvozGpLe0b5XWrMAs5VYvl7OZnTdKo2ceNnDENwSnRVG8Mmy5R29dAXIvwg2Uctkx0bJ9kw06fRAVZ8gWPmgOytb7CREMagd11rJhuJEl2qGoGktGE7ISfA57aglRjJVHNzHRzyU9YdNP3Bs26h86gmgcdh4eSFlUS3naLn37tvIPtN23c2q3ewBTcNmzgQo6WmZR0pK4y13Ac1cBJETnOkW1dLTJiJC47kkMC4QnBnhAXEMiDJBmpSHL10ZcuX7h6w+cvXTt65fOhZeOnrp4y7bdtunjDAsNu3jAg2w2wIstMiDQC0yICFYmTMxZgnPhSOrGWxuO4yMy7S9IMNK6ZAJiJlt/BScrvJeaZ3rxTIwq8ONIRNQbeqCg8eHS6e6MtNnjjbT0WjL4XmM7tL4Qnu6IF0H6XoC1VaoD0GT8l5K9Nl3HyApygn9Gai6agE8fg+GVM5FMEyrimHFp/EMHIkPRC8Nk19QNi0qC6Wmi647USrjn3d+6mZIav/AITJqZn9p1jb8IcpIx0clykNxb824uhL5SMwvDGm6F1138gxzD8NRKT+IryOoke2eRSjBn4v8ZJNPyb5wYerm1Wb/wBR6K6hdtpsObYuKXUNbfEHUEsIJAMjI5ETUpae304ZCALTqGwkKYdBkSIzgkRqBU5u8a3mn6X9MnRLLwZJjNr9GLOlqT/yv+EcIC/ByDK9LlE+cPyf+D+Mxi6vz9+NCkfHoXEBSfIfKVTwPiUqmKcuYh3VyyHjTnQMgFVn4RyAfok9yYN760ngBalgjzTr6ofZflagWpmeHLuD1ahZ3z4VAfABDrs3bj7Ttak9W01gKoAEY7YZhIEnE2eZMaDLKsXUC3acCC+PFrnDKBImAQJGVKA8LeAdPVHj9nQK1f5+zim6l/CjNEMmUyakyE6T8SaX4sWohlSQjiJyktl5XcSe1eH3CqswKXUncLqik5PIKEddHjqU/NOzSMkmGHrL5OJvHNn/ALI2EKjYMgPT1QDjxpao0p6NQDWnM2W8nPhUOiGY83pgwRKuXkOaTYg+cEeTIitBgaDEL5XlRrDQUn5ZiiJz6WhpfyouKiajJ/x485+OqyiRTi3lThtw5eU25gE2czg/rzZg2eHqm4uLFplGfCBnvAtYAJuZSehukCJIOEe3QdsVaJ1RTpDTZpq1A6h/m2MafgKktM6b/wA0Pln5ufOn8HEFrMX/ADe+cHyOu/Inyz8kfJ3yt8iK/wAnfGfjfyae8kBZ5AJInfm7wzUxK+G50yH3HswplSti54tOobjNC1iwqwlqzyHV5ShhaYLMqWn4idZFPXkdSTH3lSroBfk3gu+26Fh43JDri1F6fdQ+7G3jirICesm55pcN6OtSSfESlJ6ZsEzMIIB89JKNjJIitHIKW1sulHDhdy9MFSx54XfGHLp49dMNO2G2g0B8G3AR3N+lCgf/ABS1A3pb+aTm3xoPT6+Fdq3Gd9qt2bW0NbtNs73S1tbLyy3UUZ3LdwRDEGIz13ipUIlpna2GYXVSGLiAVJ0VlzyGu7dXNSjv5dWMsNRulDT7qj3S8V6bX2rSccHSngmJ4n1VocSNOna/HUEQTEMSEUJGkM5BZCEW48RVAwkGFlDFT+MOCbpSK+VeGy9hadr9+TkxN02VfvyxotK+PjBYyXbeOX5d+6hVUeOXzl87Bl46fOnjINu3rttlt22yDTLQNB2mapPwl6B1aZmtPcpS2QY4iSWS5MKesawQjTJg8yaIxdL1Wiya+ldBTo4hU4TNphwpEcJnD7leQzRRQIGXConlnrg6VesMvnfQEztx3qwQJazCXjm/J3kMQFESBosVjSCqTMmU+TFosmoB44/SFF09nO/dPCCk6ctEjjt44fO2y714y25eMiLA5Je2oXNrtYX2pLRtgPi2e0Vx2kchgFtBtTHVyAA11sUtMtl5FvECSoDsGIeAcy0aRBO81uX4MRHccTH3ZjESTCjKLI7iBrUHNci2vxlEKxFC00SKkYL+KkxVVs0fPCVL+Ub8gXEx5JyDbzybDPaa2sQBcQ5BQR82v5NA9Bmw8eleAWra/BVv2LB3n+aOm/wrYSMEW9Ebc7+NApZKAOyAZratuPm0D0Bt1tevEPN6Niz2PZiSSzWkEk/dUySc5ql/K9c/Xb30oXEB5Ur5vHzaBdhkb5HhTIAAWrcGJ4/Ci3b0w050e7tP4qw8e+SeP4mjZlsC7LVWG3ohqkYZZa8mDIvBAGWQHtWAGfNsjgAgDIXr0ZpcexQLMCFOHAK1tWvZiq3wO8OgDd66PpgxccXE59O+YcNrkCafJeuzDt5EMUx+ukwSC6+5SXbx2ceQvAYqLuJ4oUQaLFwcEyyEWNfLy4ikzU7SFwG4965ZS2CzG0yrIAGuJWk5QoESWIEmIi0TiwhFcsQoDgnPkQw1nMntyiag30Pb27f/AO8Ol3FU0NMOmDd3xNCMFxo9gBeNRC5mhCB0tEblDRYhaLuk9a1PFzJgqKYup7bBx2wLhp60/csteULvAZn60yxjvA4n0nz3Wd4bLiR8pJ2J/wCEdxBaRp4UVc3Cz+XBeWyMbRVw8aVI/mIbcRQ1Fr2LSz8HC4Sduk8gkPHaY5ei2cNVm9zjMOPtx7qHS9H2v904lbKnXfK6VM85UzJWmDBCEYAnCZRHCZEcuY2WjDkEZHWSL1RdQVHpgVQyUhZWQoDV1JpPh6NGFIpc9m89dv5NzQfuXrD5y/lnGr1y+dNMvHTx08hZRbdvHbxhkWG3bxgQaZbZ81pkQFkaUEOTYcb2sd29fN5AyXrNxlhGOakphDCVhlOKDJ4QNdowq2FUQIYZHWZYCJzkjUEER8KgW+C7R9HcyN2suRHMSNYtj2IGdTU0U8F2NIiWIqWQIFYUlk8LEflNcNnzoEy7b9804LeX8i5afPWnbDLTxodpXd5HMaN5QaAdY805aREehGYMvdOc14vgyKExku0oIESIMIKSgkKxNk2WMFmjBE64dGHTJhw+ctNOwB46aYqztTy3FO721uantE6pMnT3vWJvaMYCcTvjyGX0oYHlWajJFMr6WgQOaUYwaV3M6IBYZOrRZTTyRgn8htNOXaO4eCeMA+8mXt169zslJpaZtQ2kmMNS8kZNx7OWSEYS7LGpkx9CKKdQmo6hs4ikYkUYZU19LWDKcDZhs4yy68j8bZdtsODNQFtlsj3G2AAoyEWAtt2dPyjMrAFSHLKQY+2FOYjfGd8KNpyIYdJ11CscADKYMqFIOmWIADsmBLd36at7br20byX1a/p3M2JU/hfKRkb/AAf/AKGKCI6+b3zRmNF0Adj51hM2D/lb5Q+aoK3bCG034p8f+Idkz8V+OmO0w3VW9svTf+zX4AH6jSCeNP6+VqW+y20c8hNIWuPTDKWEJFSJ+EQaN5fSogJyruIShAnD8i1csjOl6IFWKVZh0oxIeWVoz8cX1xUUWhOqRoXTw225cC6LOnLl3uAJfb0C3+GUdIPP/EZpvtjP4nupmnSm2FsKLdsXLG2NcCIHYbbAZwq4mA+uLALQRkIEZCIGrYixK3bAXFKg2BkJECegJmMte/I1JVpt3eO8glHPCXsx5y75KY2oyWUKq5k9FslFfS/CsDJsfkXyQoES6WaitPm1EBxGdlFE4SVwfuEc+L5tOZKNumXZht67mQiBSMIyCtrBRMNrRtJSVJTKo5B222eV35Ak9NOUwkw6LP3jZs+8dAVLMu3D5tp8+YBh28aEGBrS6fkrXXAk7JYRjPH4QTpJnBKGHIwSFeYsryqTp8hgzHMKlTDLapDrpfT/AIudSnp9x+LYNl37l47EKMvWAEWgshwTMCA5lojETS5jaEY/htsyYIsxBBMRI0VIjR4p5P40TZVUIyfICaK+VdgYLgY8s58ox5R2z22du7ZimFlVLtszIW7eF5jkuak3b0ADDliGYnDx57obECWVsgJtobajMZEBEkxJ0MDKcsq736e7q6z+kOby/n/KtmZ0D+oh0DPHbVE3vhKsyNPkPp0Wz83QetmSEKqyw6h1Jiab5JdlrD6nEBgkeU3CEQWYzlQipx1YfJqWpKDlLLGXh14STjxthw04KGHju1HYA7gAKAHdWlGel8e3ap9v010vrG3h+673XMHA5XDj+b6XqHnoTZYfGyyHAxR69cOAOunLhouB4tLWG5vLZkgZfMPvih+HWnwFSi0WMvsNp+s2LRcbWzOWREQ2bPXd3VQMlneSY3TwyvaNm44U2QBBZmF24SqqoYkyeQHb3VZfnUonP0Ps2lZyBhKUQk5HSg68g+bZNJpwYKVDLHkTTphy8AwTf08mYdg5bZeOweMdhqlIR/gxMdxxMbdjlojmFGcVx3ETzUDNkm0vRlEKvFC00TJloQ+KlGlVbMnzzRYsDbYOC7RjyTkG2gdss9odpvdQP8oWd1vSlFMoQ82nowYs+pa4da9NoF/gq37FaU/siZxCFq3+Lwdx7I08eVuO2tyfr2zCTHQXyRnB61oTAESO7uqiD8hdP/tLMcgQxifDwFWSA4ZGoDcGeYsiH87D7AxyxCXqz1jb4CVmoOYUB6Yt11DuoWRiA+hlmBJwnp8wVBpmMXShB0OK8QNPYaVV4kfTRQ4rPrkNMgYLOhMsIzB12DTow7bam2AKUzSoBjgHZ/c8U/vhS2GTDmFBEpYEi6Z0yYmSILgCAoeVosjCKl407IpCDD6IUaOqSkfMvWABhyXLOm2gYZ7T588Bhw4dvXzx27HS8C65XXtQcRZMEkQJDY0ZcO+YmQIIAg0UhdVFzKApLRnhGispJ4ZxBOUkVVLhDfub1yPdTsw9GkJbqmAFnUxKiGQjGYMrHWoFJLKMOQ007g1+CoYXTpgtCZx35KPYQa8gmRAdNgCy6AXACVPAVl80Hapt5/O6cK9CetHd4IekyVRGXaxECJMhMnHCkwzCvHhOI4RT0mCmkRDWFE2VdKSCqRMtNKjRdku4ah5gq8esvDjoGqoOljWhHkqN6C/33E2YIUIS0Ha39RE6dJLiYR5h47OQvCRNLg8ICiNaT/i4timp7mCIdMKh9OA78beS1m2RLF3J5AJOFG3Frsh3ehzXdSXibdbT+0mwJBR6HohVZgqk8SqpEhKM3S182TsvFmAVOGZTzQJmkgEv5efHDYHE4ubdnkl+U+PO+08L+ds1y46vcN3aLht3MrSpZl7TMBaeDaUkMpxFlZQYMZiK3vIilEFq0gdc7ha5CXAPyiyHYAqREEHUTOtRY6pJkzGTPhSO77lomx/GyfLle0trCouQASildKQSsqTEE6x3zCgqwq4OO0JRPMPUdIesnDie/fsvEpOeA9ZaIlWnNgXV7qtlHol09zG1KzvVTSbAEuEtybNFk0swcXoiWVI2WSochOHE940XYOr8SLZwkkprBgwVJF2zDR9UOp6UTPHy1PCAIW13wj8Ji3fqXvDZjyRmjPJ5I+NDiJEUg09UToLLy1eSo1YukFJOl1iAZdGmoiKr5eLDR16ygv3LRA6lMsKb9th4XJyPfCOjpeZcy90DovX3phqAtUuu2F3EdJrt4+clVZEhuKZVy4fEz/kGGGnrkCk9z7125aGnl2HZlh02/LOnjlbvMlnbLoUhvrLBFuZFWdbKoGAJgBmBIBNWNsG5sySCOgBZknMKzMxBgGYEZjtyrV7v4QRr7gOEYM1XT63TkaQLoHjVbRHbuaaJFasqRvDsGxAcZcpcanyp9AIln6afKvib+HTkQQ3AMKxecMpqajxgw2upRhuy9+FyE5p6aTU8JRRS6XYOjqS6jMaXkYI4vnDJ1IWYOfL0PK5XyjhyaImmXT0u+aLmXZc8nnHbZY25LGy7106+hPWTcKTukHNiQ0Qo5IzB8zZXRjLQ6jslXTom6Sokhg4gOnRNy6cMsE2k9ky6epz0sy7eEDBYs/KNOXrh007qN7lXe7aN5P7pl7pz1MalIal9NSX5iesFwfCUVFIsOKx+D4mA5F0KNkzidDymTeJoq0YqyGmO3igAEXaWBBlkuUKOHTvXG+z3Al++HS5adle4LdsrctlQygqFXCwcFQZIIiTVGUXreK3ago6BlXG0owMEgzmCCCQYzzzrcWjDU/qInl8G01qTxm1OeYsdThTIY1SlUuZa1Eyk3GaW4h2GUdtCYTF8s8cH04Uh48ePU94Sfl3hZ8229dNg8aaaCZLcdRLEcY7qTRjE0XRAtxTEaxLteMq0QRGqH1xbVDITGjNyBhRVlN6aPnXwOXTp0D4yZevAdu2HYNgywyDNffdtf41g1w/972r/AIf6GEPjQaeIcO8J7dwv+xE6IP8AU1X+H9cqNvV6ZrwzajOWyMxfZySSTsMkkkyekTMzqeZzptAAW8AAANpgAACB0ZyEbuVcoagdZ+puDfhFmijRbDU1FFL0xzS02r8bx7KlhAhF+nRDFJOB9VyoWVny8ch1/FxN46Py8g0yyXTF8kTFpDcstFxdmT7BmxNyznl3erjwxnlV23luh7ecLO90kFvGdB0qpJzFakdp6JS7SC0541JpENG4oVmZ8Q7EpZYhsnGEExOcKk4Xmw7OJhxPXk1z8rMFmnrRsuTNkjOcfhw+FM2/Uc7s3P8A1TRx0/009gsHLvtbS3de299blvaHm+zIVtu69GVtgBToBOIwMhmao9tXW0UeysWlDguqnGC0lhvMEZnPKNwqyjyznl3erjwxnknLv5d3q277YzyrX/hw+FM2/Uc7s3P/AFTRx0/009gsHLvtaXLQPFWvmL5PRGpbxaWsjZWTtcTLWCMLw/p/PKqhBpyVjqF4MMIiypvliPZjGWImMRaZjckcdO1wo4ZSk5FaZSnDxt6cO9CXw7BeivLIJl7TIuQBgk5TnAHEGsWtFBOO23JXVj4Cu3gDFuPLu9W3fbv5RS6+NTm8ukdMiDYf0TaAETVxACtBDCzFcZqc3YXly+hmMRXlgi3DDtNXlhNfn3QIpVKVQPOHDboGj7TgXotummHcrfLOeXd6uPDGeXk9fOi7p4YMPXbhw4dtvnz580y6dOXTpntvHr142DLDt07YZabbeNtMssssi000AAIs6OpdSodrZkdZMOIQZgY1Zc9DINVRgpkqrj9Fpj/okHLtqovHG/f3rcttTMtNHMbbqiAEHUnOCGnMYS3lc+1BJJpQieHH7+MCzpULrie/NwoRdtv4Ai935BVXiBsBRXotOAZMkRNSTaWtZ2+NmXP2XEDakN1hDcg5JRApqRePZukp+QVGBqC08vD6sfTzrmG0uIDZ9TaPrhVKRhdlyz0XDKi0beMg6LvGma0+tzVzMieG9UjPe7aa4MfTS0ibrGN9Osl4tjdDAw/dR3BJuKYxLx6fg5+9KFUlTJn1uNI9RyquXVnxRLQ16AI0OdpFiFgHFu3UXMLVRq60lSlmxugp96dEmIo7i+HYsGY05XKkswGryheQrGJaIIcKlUWAJjH0yPCcbvoOdHUxRQU40iiiRKkqhwgouGk015th3dr07Rffork20VbM3rQYLiE2xiBdXVirKIjME59t1EQW4s2lNxYZma5Fu4QGg9cxCsrAMDv1ExFT8IamPMOA9SO5mT4HjyNIMIRfq4U0iLCMKRQuQ6TidJ+fmnJx8mREWSDpJytp3kT55z8SUnZot5I4ad+T7Bh8y3OLrh1OR9pJke3NuW+mCcermI3cXQ/DYyjkWirK9HbRBaYUGjUTOk9CheKjzaUitk3DKi9+S2XLoDrlp4adD2GHlNDeewHvXIN1Ybpd7vKZ1aYZsJR/VyiO5RFtOqSuJr9FUC8yZENRo/i1palLLRp66OlnsMu0QCphWBhssqi/clBFw2/v5cs55d3q48MZ5bWGa5d2wjHaJazAcDEn5FdVJZecSZmsrqqibPOG4IuE4SYYY9JgEcDlIqrLNX4SJNuREKNR3O/c366pNQOwok0hqMpqo0SS8hRhWUQeinpbURRdKNHSGVE+Bd+JMkJwDJoHD3yDpvyTfZzxN3+OqlZTk9YR9xRvJlVJVSRVTSlRNlvMU8nKScecOzRJQTzxWSb0scJHCz10YKmyz144MOHjt85eNu22Wh+N8LIjRGh7dlwrCx1+yCxH+pyWyYiFAr5Z4ygwrMKJVM4LIMh/gUoXTHJZ68EQBkwoE2Li9ZAJ59HEWosfaRtLccQ4adnUKLtPEl4jSDTuosvSCxLmGzxcRBphlth4y7fgw9dvGWHrp6w26essPGG2War9YbaLln60epbtvPRWpJYkEEYdAADI0xdlSTaFpLnQDrOyxjeIUJnrvJI7t+cwAfCS5qzIhGU+7nW4JiqPJXqEY6sYWLRInw3Ei9Cyi+TlKG3Bs3DMQtJL9Kfny5d+2Lg4nH3QuGn7loXpVlsOyzaOpjOeWOoeZnaqT8KmPEUuV+71U1I4VTk1O1mpR5QUDz9yTIkSRSHmjBs4cNmBdOCpUs4dvHxgw/eMOXLl229eNssMtCzYclXrV0bT0ix1AUkdWumacUcviB1VcwXKufEq5hRY9TE1l22oqTqHISihXWGyBBh67aOnGSYlyrLbtp+8dg2A7a2mA2ralLAE9BhBIBPUOg35kaDU1VwTYssFJAN2SBIADLqYMd/OZzqNXVpvbdR+m3UJMWSkD7ozXVqUhaBzEPOUmdsoYAjpZl1HDC3CMPxMafw2ppEqIgTjLCIeWTMMqQllg6DpZRVFw8adPnTwu65ciDf/AOp2E0FbiqKdxpvHIZhiGUhSiCI4jiCX0foyDD6CjE3yisLa2sKMlSyelJCUnljB9SUjxguTIky740afOnDpttmzPTHfyxi/oe7GeUKXwgrVGgaYt1tqMdHDzl1Fs/4dMab4DSBNOyxlYOzWJmkaMmnTIsC+bLo0tGY0WTIu3TTt42TLEHrxwKg7fMr4vW0u3frJVVDOF6K2QAMwslZP6IJzM8aWmtu1tOgUliqk43zmATExuJ8mewN3BriRt4ppUg/VRD0uViVqLGUQxqhp8Jrq6SiNRcsQXEh6GDJ94pp6YmlW2Dp5ONNunLBbtOXbDINvWmxEGYV9EsypjrHwm7eYy4Vo9jRUl3DmmN2pw/AqjFS6eg5AU2jGjep9FhUycfIaYcb+V1cWzhIkWMVUj4dpr4+aFuXfdE6cFLSfu29Ikk19NaSIrRZVEIsjVLesCBpLjaaCmpTPixJOi0y0LZ1FXYwPIxgQbadMtp4Oy7XxZhyAQoaFRZ/gqXekAPZ7Y6U2RZDyYi32QM6IgaFlulGWQEWO2wLNWxFgQFkHYgOV03MHo83CcbXrRubpY2nLAgQNZyiOVWTDi2oIOqLb4d/VF22AZz3byDqeczsa/tY0ztGMvYIjaV+jWf8ArQVIrjN5CylBOnuHYgiOJISIMoairsxUtlYeg6LzDhEbMEHaR8YflCjkD54o7Ay028ZdNRSfp7+rr/OGd5n/ALVkzP8AkP2soUxnPLHUPMzt89VVE1CS1FbWT5RKR0YgcVVZUUH7ooQTU1PLvDZ5QOmn4MOSxQmVcvTBkw+bYdOXLpt48bZYZEQ6nt3WYlb5trl1ejtsBETmwnODv38qyS4gADWg54l3BP2YyXLKOG7f+dB1u9t9c+1zavo80ZxTovnVpYmjLaVCxNaLkycqoCfEiGSTleXiaSR1eBlKDoaiNJOrRWZCEtJ75QdF3b1KeODbp2+cHir1rlv4TFMWYMvIK3e72AI6jKBnq/rGRkZdewfEy3DLxaR3yS4afJSs2inCLSkmvWgBp4QOC/KvGgAWnQjtgO4GMmtXuuberb0YU985gabk0Ckk5LqB0oadKB2DEU4WXjLh98cLF3hVslA6FJL44VB2DXygYMF3rosKc7Ye/t+FJf4ht3DkP1bKFw/7UOb+iF+l9uJrly5sFx3fEWfqNAUm2LwVSQsAEgTluNdIVV2pEVcIAAZZLAMUBYSQchkNd3jaqpjOeWOoeZnYpjOeWOoeZnYpjOeWOoeZnYpjOeWOoeZnb064wdMuHH7nLl7eyeUdcuolW0kaQ9QepZDhpPjFXkrLZcjwhCysdMpiaumEdl02ynG1AoXfmSbowDYstGHLl627EGWgdvKCyPxt33qdWdZ2jWQWqGIIUTYHWJyQe/ig9CiMfNKqYhvHa+so7BQoonSxc0bY8kmO3rT584ctC8eNgDDLIMgHI+/smOhSx3Ses1TXH4OhiiXiXLdGLgyy0/PLsxoxhuECBcu7a8mLxpwyqv1M0LLXacJyecNdl4DgWGsP+DvzGSJjbobSY2mvWBOQOmzClzEBVhp228IK8JzQjFw5dvgdi8F28OoJhEWWGHnYefF1Nw20wANsiPN0jfXBZxdX6sbmHL7XShQZidJETG+K3CD6v0mHMXlXFn9nApiO0cOU6V8X4RrGcYS/3S2oGKYDiuJYJidPiqRzshEcIripDS8RdnZ0QMSOME1hGMEVAswbJv35Q0y5MsMvyr564eg26eNsD3zu31dWiHd4aC19fVFFcXVzRhpcWFpaWDhlTVlhWU5HwMdUVRUUjrT84oKKgcfvjZ06bfvjJsy9ev37549eNtjHD8Jj/YeNRn/fbIXhT/LygH1Q+/1bs3X2t/Rad0T7vmSZPV7pfNzmY0n6WpeNykKz9lQYmcxH5CTUDoZ6B2oCdRU3FTMYklosYRzcMilAtFlQu+T3xJg26bdM54gNucMwAOzWwATAk3XyEnU8s6sATsyEAki6ZgEkDAkzAmNeVfZ3vW8xMbteRsCrsDy1Cb8/J8R+4lPIqATpp4nw4ZioyWZfGF+KzZdouefoiM0ZTCrKIlGCimvq6wlJjtRRCD5RX0nkOH9AG+x1BkiEYao97g906KCo5YUX0ktJEj4VcI8FvDLph66Q2JotqUJr608Tm2m3aiCo4i909M+VcEIlPp7oqab7r3qe7Rg3eayCRZbn46WpSzTllFzqZEkJsoTl8bfwbG5Ui/JeTVE4uaTTShD6u5eOPjwJqkmLCcoJ6OtJZ8H6Y0SPQE6Jd7nvx5imZ9SZhDR1JfXmr6SJhNSVmDNZBjdAkhE52IklWimHi63EKbEcZJKfFDUTNwYrH3KhCUCw0WIMuf4cl3Jo8WdjS80X8N/pjacDoFsl4LKJuY1skXWIyImVwjiKtaGK0DbNsOp/Km4FmDhC4TcBUAyRlDFiM8xUjx/dd72KXQjEchN+HN1biUq4eNswvqIkTCExIPXTToQeFSppQUl2JQhwi+EGi58yRgxbPi6feXLNOnhdh29zLdcbz2e88dR+oLdza7ZcwfAWt3TGmGYlV4hle8MvZYzYgAsfhgo7ilJKG3p16gqj0hHEDRAWLtHHbESIcUMKjiHoRMpCvDxGPzWRvft+hpl09xdOuPd1/JnT3B0MKMOJSvM6Opxw1NMgiv4rWC8PpLsnAUIzLh+JFY+dVTpQsXOFgU05LePGTKwQeEu2Id1bmHd4xDLZ+t7znUpOU5P/AFk66ZTwLF8RxSwik0CGYAl7HiJCEbFIKQE8qTKgcUXjhMg8irKLomjoyenwoiQ9DCAmp5I8eXItsDftps/TqAMd5bxu4OiIIBC3iXxlgApQBcjiJFWYEWma70RJhbZt4MWOVmTbGEgAmQxJgjDU50dRekS8giMY/iEX7KBA0KxDGC40Ucg+NAkQykG1pSEs5a8my9fgSJPxcumnjAPHnZZFtgBFoKrWkubm9433aXGuoSW2raFN3HowczDX4FgSEZYy4h2aU7oocw66Snqi+VIoWvkpRSTTlyedkXkSJ8Vw64FbfKT0pL00kkEs0dtfq6QmL6SpoS0QLKaMtJ51JVkw64Zfk1BMUSzwmfImnDbsWHxY2VfPS7902HZeOnjTDVQaHatPCm5x197vWJ41P7oLWzBMLyYjmKnsZKelHV3Ch+K5fJ6w/bcOH4pMxYfh6K4pdssIxYijFTZBBhuKD6cjJBOK4yiJ+5dqxTbaVuFrZAuPZGLpUssEcnLAftIzKM8SqwO+GiKzsssNJRbhw4GdcSxliEQwBJIgkHIESNa2cG461GO2mFEvvwd6ayvO3zs86fmZ3ROch75RdvmTHaewq8ilkgYSmnwUaRHr8SLZYfibwHhYWnbXI2pnVFvTtxvF0lJh6otTkGbwnQvMqZxCV8QqURyzRpY6gIFMH0hYXGnyYYhtgyyrKRRAQ1NaTzq7EUaEIkeoSkgHU6CX6wlrjjrxhS+E8vXzKOMO7pQuw7fNPBitt5qDacv2GqMgXaLMLb9+Dl3TtstMQ25MD2hBt+8CjDOButy7q71szSltNHfG6yocntB8qF4Iog3Shp5gx3B0kHSs9bLPTReIIjUoehhaiZHNME3ScpApwg9i5QSDJ5KLxwlJxh8UMYMhI/rWztNu7Ih3d0tjMSbivcIuKBOQRyd0a1qHE/lblp0OqqAzGQIwlU6pzGeJRxqyWUMlzxUsdKPGX5U4Xcmiz5hkQZfFzDth65esA07BoGXjttlsAaABo0FQAbbfopjGOWeoeZjZGWGGGWWGGAYYYAGWWGWAZZYYZAAZZZZB2AADIBQGQAAAAAAtstOnf5v/ADO+317elXKCD+Pd8xRTGMcs9Q8zGxTGMcs9Q8zGxTp/a/8AM2KdP7X/AJmykjiPP7R40UxjHLPUPMxsUxjHLPUPMxsU6f2v/M2KYxjlnqHmY2VNFMYxyz1DzMbFMYxyz1DzMbFMYxyz1DzMbFMYxyz1DzMbKUUxjHLPUPMxsUxjHLPUPMxsUxjHLPUPMxsUxjHLPUPMxspRTGMcs9Q8zGxTGMcs9Q8zGxTGMcs9Q8zGxTGMcs9Q8zGylFMYxyz1DzMbFMYxyz1DzMbFMYxyz1DzMbFMYxyz1DzMbKUUxjHLPUPMxsUxjHLPUPMxsUxjHLPUPMxsUxjHLPUPMxspRy8cd1w8z72vscvHHdcPM+9r7FMYxyz1DzMbFMYxyz1DzMbKUcvHHdcPM+9r7HLxC3dcPM7vq2KYxjlnqHmY2KYxjlnqHmY2Uo5eOO64eZ97X2OXjjuuHmfe19imMY5Z6h5mNimMY5Z6h5mNlKOXjjuuHmfe19jYpjGOWeoeZjY2Ur05Zx962z4cbbHLOPvW2fDjbY5Zx962z4cbbHLOPvW2fDjbZXPRyzj71tnw422by7646AF/Nz4WrcAw7lnH3rbPhxtsnK44xTkIXxnkFuNAtUFKZe1aiNMU5CAj9HFOGK1AAHaLTel6M9W+tqWUEyl0z6x1PShCiutrCNqAcEYbKKb2P5bLKa6aYdJawlkSEdElxJUSDCaMPJMeQZDEVQ7E8Ql4sfngTkoi+lL7q3Br6POmQ7H3vcabJew34DWgcgD8m18B7eyOdodFuIyNOFhnhJU/aBjEsESAcgdCRpNWVijBhEgyJAYT2EEGN2WRzqEvREW3P26clss6Y5e6y9JcJR0kRE/czwWZn6l5HI04IpmQhC9SVNiYicfixLOw+chx+ycSk6Cfk5OJwm7+OFgJfKptZUFDhXV/pf3IOpPUHDerSVO9C03aP9SZKNYeiWNZlaf9Zkj4XbmGnlVUm9iv5UTU+ZCW9QY3iNDdnU53HsMKSUbFSNgsxWkRo27eFX3LG7K0daXtXO9q35RHUxI6X86ikC6llE3CBaPUVlYdQ8ZX5xzxcrT5NZaadgXeqTpITXZoQ/XWSbkKB2NrBTO5e3VQjQdCOnmmf8RToBuAfu39zN9vPtq9+yFFnZhaVmVFY3AVNp2UEFVJUkrMgznmczXWzJauEm5f6RlVnZcMEOqsQZPWEHQ5AgZVFLvVP0N28H1DbrxZ047wPd4qrWmfUk6jCLobiLWLK5qMYrKrkbyPNoqDL1IQVSKj0XRcqtQMqkCaUZep5g+qm0oq5MPnp1404stTQlrBU5paTAlDMlFGJJdTVgeKpcx5D3ygrI/y9BsaoZ2G4oRhVkE6lLqWKmiKR0l8oIymnKpLy4mE8+UNunT93Tx31miHSTpG1NbnVS0zyAlxJU/HGtRCJRcagNDZR30QFEOYEjn6Q4UmmW3nl3ae+U1B4VZoHYaNvxAB7W10i9s0qIXZ50v6IX9oDyZ5b7NJvbWLiIHLWukwkspHRACAyyIWAREEzOuWV2BbsFGaIuFZADKQ+eanjmDu03VTk1taKdwvobm6lSei/dFa553KirAqNHruLdNqpqMmRARQktLERIzlBPrypq4hEyXigm9ht+dUEtlLeOi6cpI5lk6+aONuXHH3xP4Pdx3FW9oxQf4k593aClf6OH71xjaZ/eNbzjeFyb3n8hN3RoeltpRjJcnpIIjNFGP6hkeZ3xh3ExZQnkdiEm9iKDJpwemJ6I5hKUTD9OcPYbOH2ld+advlF4XNlnRHIfwi/CebVkJumeNhV5/YaoN/48+PeO3Jct2TduLbtoQj4CF9Ho4UgKcJYRJAI3Awc8866Fe4FQu7AsoYFtrdCQSADhzgZH28Kg6euPg9bl229e7i7eyOnTphp49evYWnyw7du2Ge08beNta4QZYZZZAWmm2hBllkBEaAG0qe6i0NbiXW7CaRrQ0iaJppSzOyI1Ck0SGjk3JuTqLxMkTUlaQl3NNFiMpDyPqbmhCKqjEn0VQ0YKl14w/dKB0koE1SH3iYDptQ3Cqxr8JyWEtRSTMh90+7LKiecT37xwsT7YfsODhdsu9bctPJxvGGHrLD0Rdi27bYBugtO2wAWdtzbgvQJP3dzaOJhSO1GuoOcxxEmpKMppJjMDxG1FCQ1Cy7LWT8KkGjCg0mprTlQFVgtbB8T8g2DsuyVfeUa8v2WNNnsg37YbZkNuHLM2wpZwMuHBDQcyZnSCJ31Fy5+SYi8weVCqu0tcxAjrSMoj4kbqm8zTuDgF6U40C/gNPZtFlvt/2KDXRn+UcrcKV/hui583299ajmmjtVG+Ti7TPP6Ykjk3do69J5EYAPpBFxNWUUqlOIJdReyrQ0iRC0ZhlYcJT50dcp7as2jHhYetA6VU48XGjToQCLzX5veJu6vdGuoXTPCm6a3kUJxHOSXx2DUiI4hkXExhESDhk6QNMHFFwmoL488LsslGmWmCrpt52m2RBmlade0bXYNq/bxnH0dxMOC4ethKxIWNTEzHOAaxtWbmO0+EYcSNOJPsyDP2p0M6TrwNTUbjn9iZ0N9JOOuFf8lERdMV7w/NFTJl8enD8K01LLIppp2jac9H5JJTFJ84fAXMtGITk4hHHrl48csunbTUQTSitOLsunjz4ywjn3ztoRdmnTjU+763uU3tHejHT5pki3dN7yKLYjk7ArEKK8SQ7ImJy6IrmmVhUUvjSc5U0JwfduBdn3buhl07eA27bt2RZHbsQfhAccC9ZMDuc95uL9h025YfjIxWF8y6eNum3jpl6KILbLp425dNvGGWgZbbdu2mmRFhkQ5+m2d7OyK10obBs3GXorhLG3bwlJCiM2BJg/ZiNSNmt3Ve+QhYXBcUHpEAAdlOLXORlGWRE6RVkQLdnpUMd3q2C3Gn73ZAHHS3o24c2QGlugZty580qT3P6mpAS7nkpymmPIw9HxJbOP5UzbRnyBMSEBR4oWobYLxMkPyxZ6RMKTpGZWiTttyx20tTJPgaaZeA2PQn5wAcB0z5oUGvtuN+XqqwZVYGQyhgcxIIkGDBEg78+NcJBBIORBII5jI1ALvbmNMiNMmAnE1tzFOjeJrsVQi/VDM2ZCafjkcKsKO0xUeppaEYsj2FUZmIixlp0yCkmpBtbEuyTfNvnJV2DTTTfMcgd5GgaV0A5DGnH4OpvFpLIym+dmVhxLzR+rQ4aXTTphl05NxCqEYQdqsQG3Lphhy6NrJ08YdOWGHTt6y7YYZZ3lvZddevaSWuTRFo30RL8i4eX9VsPRK7+U55wssLEOEYmS1tsuRMnVaHnKkspaX8nuH7BhkjD6y/aMeRaYLssi20H7Pwc/CdxD+X3umrhxRp+/X/GWt3W7tvMuMTtF02ulxIwRmtbLYfCSitHSMQ7SCCZ4kaRXYoHRoLmCGGIB711ZGICcIBUaHTdnuFaonzvn48mBI2c8BzP3NW9og6WsbynmLCMwouYkOsQ+3C0DxJB6wjRZEbK/EEInEBDaQ0A4oKbKwtkzaQmCW+OqRV+ScPnTXaW4Lf6ejO7UlU+0uJU5kaToxvNwEIhP1fgeJplsKITBWgX21ZWl5DMKQs9JPVf4y2kOiaM4fuU0XDs6+MGWXj0eTplaevhK815cR/K2LJ9bqdqFplQTFUv4lZTk6fpJQah+MUI9DqyyQNjJF6BQ4KcpGAKmRcvQcP8AsPfJtgwLIyGbnjRRNTd86FZeaYpzL8v4mj2E4qmQuqKvLFUiNZhB+UjCM1WIkx2SUIrhOC1l4ZcETzp0eYMIBZ26NMvWC7005ZZftXsdO20hri3SgsuMd2zbtkMXtkKpQkkGCTzGWVSxti1hUoG6RIC3GcEBTJIYAgico3mojN1PERLRrvqd7FommcoNQ6f1NTDJamtP4rrthMIximH1yOo/NpULHDLsuzEKq9hSbBd08ckGzTtl9K+MXDLLg6iqzhmTPfs6nYF0zbsLVO3FaySLRFO6V8WaepdQ68NlHKvFUSTgRDkFKLpIJv23TZxmG4VV16LlkXANCVR0Q28ABftFnbzON5DultOO8nT4LXY+UYwlTPSVYg3KrUDK044So9hMHSg6WCqYoMv3IlojQCS05YWU0k+eEFdBVGzh2FF+HjKorPT3FOnr4PpA0OTygrUPrg1ez83iUfyrfkX0qkydxhTLQLCoo5gm+QDCpD67GUxliJTaT8mJZhss+iZOhtaVi79WiCGlQw/YdlnR7Tbt3Nmt21a25u9HfNwAW0vMzEOhGNmtlmw4ZVhhkrmKnHadkuuxDKExW8J6zIFHVbQAwoMkEGYByroHdN7umS0nt3TpNgidmnCUa1NgZYuoxj03MCVUExDGZOIZlrqxMk0gxCqLsPnFRpQhZiLHUMtkjRl6KW7SWEt1RyTdssxj6YIIguXnwqjVtCkAQhDEDQuR0aIT4lDcHQ+kwygk3x2ANMBs69Ko6ITIpxd4bNvXpk026LMNPzD14+fC28baaatqYoN7he1xxnza16eb3BtVTknX+Cx9YHEf0GELjcL/AMrjS3enZz7Apy4bWv2ktDYFQAYNqsIGgA9W265mOABPdUW3Z+nLEktaZomYlrZj25cqf8I4tqT3JgDW2tN7wpUPn7p1uIUyPLOQpUNrUzYsssi8aaBlllkWmmmgAGQZZABaaaaFkAZAACoiNAp2hsACARo7xndXSF3m5WSridswZ6y8MyGXYpiSBVaRsVQbCSt8rxW7hhgyaUj0Wy6jxsHqa8hRMMoz9HBGNEjLRl88fmREuBWO198GA0Lrz961MfUJr5m6VfNOW202ZM/oRViXacvPKg0PyTJ9ENttPGxYaaF6bbaZadO23AuWwaab0C7Tb2jabluwlwXTaIm6LcdHaVTK4HOZ4DdMZik22t21a4VZMUgJiBxMD+kug07RxqcuNNUWmqWp5NS5h6hJJwOqrKoRQkZJiyaUDw+rLC4pnHBBNRkpMVFksfUlY+eMOChNOJF35wyZfO3Llw28aZZGqnvAJEyj1MfCgdGEkp7QOlzIlVG2kxV+dMGLT1QLpqz825a6uotQ/jL1KNp59j5PiNBR1Vz8XNOe0YIumXvlHIvHbcuMnvg8O6ZkzECNFqNpuUIrimHzhJTRluP5qTViP4gpJ5lwcJqDtDZi1PhZ4bLmnDkw5fmEF604eOwaceSAWwGOjUYA/wAFq6BwrUf0JsYZCn+UnrRyFPGod9MBntRuulkbTasqDtuyDCjNclTcAYOWtoIIjIAiMs6tZKBnKF5Fm6cRUIQQoIIhmOm+QQQKk41SaKdLWi7dfby1B0uychyTyPHWj/UWrxYQhw2vmnC0pJEjo6JpxwyC6qKrTp8VKm37ln4s2XZbYeB5Vl4LDsWMA+DbjTc3aT/+6WoLgH7ZObfHsj0GlfsANpdp8yahrURI+cEgo1PrqXB07JYR1KiKlKFzBAjEpCHZhQwpQotHYfOKyStpZRbLJyqYfJhhSRlUi4OsOnhtNOuGHhd5BFCXwZ/S9ASCRhWBtcO9CguGE0TLSbDcJ6lZew4gp7R42/UDokkdIkMTTygmz5sydNC4LOxMGzBgy+7b569bHR7bWtpt3dnso9tdneybYZbQUtcR5AwER1SYgSSTNUV0a2yPcbEbiviILyFXDrOuYI8xxf8ACXjszU3WnuUlGSiRDkQTkIT0jU7KVBjFt84hFbmaVmvpXfwGkRU9KqSGYdQ4pRU7Sia48LrKS/dpj8006UyDYMm3XQUzp0/Cc30tZhF4r0ibt8lCz+BosdRKcTIkjVpTKQ+8QDzCwZTmXmp027aPF04TD0my2VMsiYZdg0XfB+LHfMIfBx9KcNTokfPWINVm8HmxGGn6ZkHTVl6RnDPOXMdw+WiCDIrh+MChA2WPSMcKblDWFSGklzEJVEV0U6oki7Dt2olTDosZLzbT0CskJxjw/BVMP6Of4kVbkyFL/nDACO2abLee5tN+693ZhdKMqWrqEHBaVOsTbIJkGIAyJ4ZX6VAtpFVbmEEFnVges2Lq9YZZxnvmoC/gqofyLJ2P+mNm/S1f/hGCK3oPsCtc05hZKZuIDypwrfzafQC1r4tkKBatp8FV/YsXQc9R0384/wCgYJr9Ecd/sHaT3ThvL5E6oNXOp/RhL+E5uJE0NJho8UmMvRggwcnwCtPSESu4WetQWqIsdRDEKiy2oNg/dCuwrDTTRMGnjbDD8AL7X2N0TZNjVmAa5bVUB/OIQGB3AnuPCqXgxvXiASFck6wASBJ7zHk138rEzigkqZFPVjaCfOpx0mRXCJZONnkU4ZKtuSyqSKq5A+lGTSc+bdmy5dTTzyc+eumHZ0mZLC8cNVipV7qiUGmrUkm7wzfUbwGWc+J5sxS4T5MKM7orgyS8lIfWofafq8KGEtOjpVh9JXIlhxw5ORDC8Cw2nQ9BUEqD1VXi0OLyu4IRCl2h+QV9tKBWw1HzRp0C160CuKrHwqlOILEitCKQqFXR5MVNacOJqiSMMdpwcIHoOXyxsq/Zp5zowXevHTxiodphtoKDwbaEW0b7J0hsQyIxbBiLKAzIphiv5pIOHONaWCzP0YOHH1WYAYtJhSRIB3iRMCcpqRzWHN/cma8ZQG5JamdYmhWOoPeHnC0inHWriR6NFcGRIUYF2UiWC4pTY+cKsPLLhy8elDDZZ78RV0wwcRF0iqIZ8+mmOZtDClu3dBWmWdOnGFN8Lp6nogxooRg8liE4tZcjTBaWEJqkHFoehuX6EnlZhP0NKIED7J5SW1SG0eHyS0aURMhDaf8AFHRcO7g3MW6sz+gR0844wS5Dln8eF/ePcGHzC3N+63TIAjhSIaGtPpU+Qg+JTxI05gt0w+LGyiKdMFzDprywdh65eu2HjA0CjbIDwrtVrW0F+mNvZOkClcYa8GKkZgkL1gM4xAxuiTU47eHow17ASDBCkZEGYJMa58Yz5aM+DwadTGmHQOrS2Mzq06z6bfagZiRL8+dMM2Eyc0tnbKrDcvywIT+L0kgRLOolTxTRfqqO248sRKnU1+220ycYBnYe8x3dO7RmQkTJ1v6utIkxdR0by/gJHJqZCUsczqczHiWHIfOsEEdAhGAYMnDLeFFVVLPFl89ZB4KeaMuPLPDJ58Ll0yHGXwUH9i9Xh/0002OFf8iMra8BzbA87BnaZfeH6iY20k6JdSOpKXCXCq1HMnZaqUYwylRsRVlGEzymUNkC7ouukEJahpYNEGmDLxp46ILqWYFtlkWTTIVZaiyLT+j7ZdF6NbGMK6i6FwqSDhYQxXMjITpWdwuu1OFZsRuYZVihbEQIldAcp8d1U+AKfB8P84s3s16AFITn0N7VD+bg4/n4Y2X4n8Hw/wA4r3s3L/EnPvNrfzcP1ZuG0qGm7WJ8I21USMlnqGlVIfdZvJeTXht1FUJtxC9n4jrTSU/MmCjv5STGZ3mwJGPLFHgC5Ay+AGQZa7Y9qm27gmL8J3t/GE3TV73Vp/erSv8AHmzj++O3ELSMAy2QVYBgR6KtmQQCCOtoZkfga6C7AkG5BBgg7a+REAg5HmOUnhUPkh4I+DiT21MSd0pBunddcnZnTxVjCTBL+e0QTpl9DzQlU5TUXyifeBrXWIhFKBlINlfjiRDqvQ6Ltw06ZDyrx3cP0taS9P2iuU5SR2mWAPwayuIrqzEhWGPnTG0ZeSWoifOH6wd+W5gRDFcRPPjj1y6b+LvFZsoX7PZKuHDItMtV5UHQ/vitR+860S619a8CaN4NhfTC/VUY8W09RdG7h8YhhSJxS/aNvkSN1uNDSmrsK6+6dgJNYTC4EGR/wI9fMC8e2NdSsNzsi+QM3Ia04TATpWT5V4DXy0po/WERKiFKhuOviQvUA2ppS2lrCW+IPzrDsibMG0hVZT3Bt4pO0tQfFXZN/wBex28AvXDs6qyMVtldnSxcdMCMRhERLSBLAHed9ZXmk21F0spUFwbrXVV8UTMxkCDkMsyAcp4s3n+9V0/bsiUBiKI9UCkaTqigm+cybkEiKRcIyjxYeC2WKqim4YB+YhiXyacYaaiGMTxVouww4epKCXWonNJyIc4O3JGgme6XG03N6dr3cv3utLV64afJEJKiWynGZOSnP/Jb0glPEd75d9Da6vJaPDKWShp68FSgeA4dQYbUXztaUIoTi2VaANxFBEj5nfovtdczlTXDrdWTZOITEbTBen16XcuYhcNA+LGIISIkZfKERLKK0LoqiRTFDksUQSqeltQRBkEPiXlX1gkOAWsABZkONLB5t8XHv6baW7V29cW/tChBbk2NnBDYCRBuXWGTXIyVR1bYJgliTVGdLam1aOItAuXIIxCVOFBIIUxLHV8tBWo9QIUkJO0eH4IJlVqHODFgaD5nhyt7YFvgq37FaUxfUXN8MV/nEHVr5o2vzCm09GoL+UJO+n9SKZNqBwgxYEaeZyrUAqFs32gX+CrV/SrSn9kTOIf/AOHg4LeaP2/VtF2fr2z6CbF/fH51nUxxHDhUJ/se7u/KWc+GTifDzFWSQyHK7VmceiGewFa+zO1bjWju0d47vMdVsUS11O6iYNlPuuYLjBCXoQlxJN2bT5gTrSyxdMWSROMiRptTaYX0dReGUdUiOLVl/DiUuIxeKIGlcLRoueJ2RwARAP3oBSlbiLI/kcwv9YBw01qPevHGnifL9y8eOX7mTE0Xrp86Fp29dPXUDLTbp47eMMstsNsNsg0w2y0DTLQA0yLIgAs3vWkurhfEVBxFVbCHUAEK+GJUzmN5AGYmaJcZCCsYiIDEYipOHrLOhmYO7dpWr420KaVZg6S2dD0Ryhh5vTQ4g5MgpKl4QYMJ7pAT0NpwZRFdDVyzTKsnRWlqzh2vl4qYONLb9fF+qnzZs0cPNP4792fuxdWO7lnRF0DJetpanNu9RhhUMSvkjMNDZUZjwXGygpJokSLpafEm0qHYYSk4VY6cGBD0PokVLxppQNS8QTT00dNal+C+xFEMU7rVEV4mXVmI1V5PecDh4qLqkdWFFt05Mw8w4cvDqg9MmW3bpgOy6Yafdh2x5rAAFgsShSod/BnkDI0DzA45p2bVtimdtbV9Nn2kJ0b4FKYWIKqQpFtiuEMk5gEYZzAEmpcvaa7ZLYhiIbEJBOXXEzDHeRnzOUVMdWQU+Fkbub+xNWhxygTWyGOyzy/J8KW2b8JMJPJYKG611uHk9QNwjpG1zQasxscTSBg+2jw+vLUDR88UDTooVfvXJR4Ykm5S3b9oAcPVZRSk1kHh1SIuHk1Ua7vvTbMHWrKreARKgxKY1Iyagl/L+BV8rFaqThslDRpNj9KfFjsJuaJCkYaJzPi5j42ZdtP2WzZV4AstEXHY3FqT04yh1bSSj/T1PaFXMYSwmUkfJMQpLb16UNuHpY0VUkdbRlJwz8YSogh5aJEFxBVS7XlSCqQKmAZeMMNum8jszm3tSEqGvXjdtmTAgWjbxZSOtbEwD1cwSdNFvLjsHOLdoI+g1LYoz/RaBJGfDWvmahNQ8ASL0vzW1OK8SJQy/l/KCI5olYgLGy5hOWiBWHXivDbKMadA8cqb6KDbxLT4cdFGnzxYPKaeVIsv3xpw7arR7jPdw6a1bc8jOHUNpRkFMqZM1BnzM2Foxm3JKW8dRymQcUJmISg12lxDFsLKq+lorbUGGIqh0qXPOCrLK6K4QYZBUF+8zdA+DNRAoHIZlBOXea6o5t6D4FiAuuwlpMOfLiMVdFChkk/TYbPxC1MRXg8omkWCYuPjcMyuh8y4+PqpuFHEGKigcUH9j2J4HhGWem6JZdQBDqXCMDQHJNehCDoWRCjBJHhyGYcgkykIaKllXbHZLkU1NKFiZZ2AiLDp0yDTQtALQAly9c6S/ZW2tq06ojMtws9woWcYQQFAQBcRDGZgaUZ0tp0dq4WLujMwDLCqIVTMEsSZMCMgNZqofu2f8awa4+Xzf1e/72ET1efXPLhMZulyM8lLcQaZyOmlXgBAn0ZkfFbuVazNR0qvpdJ8XDMyMhIGIwdIaStrDaIyyD1k0CclnjV2fJOREKsQ57tn/GsGuL/vf1f1oH+hdDpXzR+0Pbwnu3C/7ERogz/K0iDh/XLjfpjnfnytz7IJbZhJE+j4kGCJuJmDuPA1ptBgXTAMbWDBEgwhyI3jiK5a/Bx8J8/q+bpf/wACz/6f1lO7w6bH4OPhPn9XzdL/APgWf/T+sp3eHTbVMyZwTbJ/CiNPsmyk0pjFZQqmkhZXlOVRaNomcS3UVx3Lidpl2sn4GdKTEMG1VgympxhlRMJTZxh8QJPWXzLwq4ad2ceXu/e+r7qey29q2tw3QLu0jorptGbzZlVRpEaA4o8eUYu5TBNuycaK4/JDIExB/k+08aryfg4+E+f1fN0v/wCBZ/8AT+sp3eHTbbchYE+EIEJyy2O6kJ0btZbkQVixLfTWSJWJM6HMxFGDHb4GlcpB71elKkI7tbfOQBgm2oqZAsDVRbNOhAGgnA5e7976vup7LFMZ8A6W9HHgNultRs4BB6baDBBg3WIMRkRoQYzG+TyjM3iQR0doSIkWwDuzB45a8zRyznl3erjwxnlAxvTNIO9O1zzXQNOMkdQMtdOm76jCDE15OuN0FyruJ4LKkKioF4ngE2WKGm1CJUNST3KSYT0xGV5dQwspiktokdqCyWKOU5Wnnpj3d1vR92OlimPd+99X3Y6W0u21uoUYuFJE4GKlgNVJGeE6EAiRvqqObbBgFJGmIBgDuIBykaiuLtMGgLTJpP0pFdG8upfJypJo4graNHydGBUmuH5sG4tIAnRovTHftE3BdfVIqKj8UPsiVLkCaU5IISOTTkRLTSBOLXTBuZZ8bv3WTDca6HNYsQwToJjGKzkRzz0lTHLGY4eOXTtIUWiqbL9TWSisRfCpqjtCSGoufPITmIiIBR0CrFcwAJARf8+fB2IqieI9Uu+wKRDEa8ulULV6kkEQssq6gqF0YiExdTTsCSU5PP37tOKA7LF3YFijLhyDBdwwDAMumAYtPcs55d3q48MZ5YWktX7dq50fR9GWFvAxUoEcqVDLhJVsPWUiCDBE51rca5Ze4mPHjAL4gCGLoGmGnrDFk2sjgYqqJ8JF/mnNyJ/ZkKfCn+WBpo6B9nuC1w28dunbb162y6dOmWnjx48Flh27dsMg0228baZZZYYYZZFpptoWWWWWaiIAFuL9V+gLTjrSi/T1HE9kKJViINMEdv5jylfIMVKkNl0yKjCnCCu2bViqd2XS2WZOwQgtMEzwNFwduTDsWWmTLymjN63ol1Ga9JGQjI6QuqhY0xoatHpNzPRpNTnph1MSUB4m9cLyA0bR2CMTioEH7ss/IQ6XiNDhSLypxURY1aMEWyL9OkJctPtV0L0nSG21tFYBjgtqhBLQq5iZk5Z65VEo62LZbBhxhmIJAxMWBAEk5Zbs+WdQhzVS4b+EEb1r8FqM8NxPu3N3zAcfo0aR4kNNtQ3NSfcyEo1DrIQqslj7BU+BVWJI6hCSm6IHynyDKuLFRwddp8wkF6+6U3HOqVe00RXMfcq6wV5xD+ojS1Fi6S07LS4IpifPWRis/NRShMwa/PPnwnj6OnHGolQEgTbR55L1aTEwgVbewHEoEpv9Fmi+RWgmQUJad9P8ONo0IQ6Dw+rrKk04NxXHcWHnbgFuN41V3JUqCrEay2XcsvHjDgsQTU8qnoaKSTUNLTU4pydvNt0bIjeTI0LRMrL8QSQ1MytZdP5M6l5eum2Yxg02QPfLKQQXCJc+iPYqhpLXwYXU0k7W0CIEBVB+ehOKYdfqKs0fyGz3kjaFwvtJZmurMI6MFBsqxGQQIvRsRGIEmAxrQ3rbA2TK2Aqi2cILI659IQDnjJbGBuIAzUVFF8KvSU5elPu/EJYKOzyStaxk9JVCT7tsujicow02TOlHguxdvAdmCz565bF22w2DLQiy0DQALM4GnbdbaAdJsyCs3tOumaCZVzJKJCqgF4sQFCLn592jrbp05VU/ySvEKkRacHHbp2DzyhVptkXbDTtthtkGgga+EnwcYl7p63WMCG4tiuPjcHarIEho3HMdKbSzGkYGkWECieZiaKlVp26+Pr64/LvFJVMsu3Tt6dMvhdOnbrsO2LcXLOeXd6uPDGeVrSK21bSzIpZfq5BIDFT0ZOTRIz3iNJqrsy2LIVmCk3gQCQGGJdROffWm5+agpNaXpVxTOufcwYelnLSDiTZxZiWIzbJZy097DTRRJSijLDZ9diBVeu/iiJDyMWOrS0eadEkwkZMvGHe1UvTlDc2vhCmveDtbE3YKiGXu7E0cRSZ/Q2y4igu4cmZ1TGSFZPPGVJXcuRelldg2soiKpTNMOHyhDCYmISHKNIfK6g+jlfddkRfuN5z61NYEbTt3n+rNfn7p6gmZK6e02aZoEaOwVCDEAvjQv0B1H5dKLI6dDp90nPHKHErmCyr6KYvFMcqSrMdwXeiisWJYFgSCpYwfDcvZcwnD0CwLB6STQYVg+E0YggQ3DqKQdsuSaWjoyYWLEE8iWds0dOCzh0wA1aEBaaaa2kpd2lx0q9Fs6PItkgveZTKl4kLbBEhZJY5tlFAyWFPRtjussFwCFtqwzCzBLnMFoAAyGc1lfLOeXd6uPDGeVTHQr/jqXekfrv8AMps4D8T/ANFaIv1y1nn9KsHm+WxtbO5Zzy7vVx4YzyqZaFGf8NSb0lqg20qMM1AHfZDtGdEg9kRFnyoCPZqAMUdj2R8pRoHVG1/b2P8A+yk/+Hcqtn7O0f8AIN/8S3VssRZYZFpoQZZZAWmmmqMssgAALTTQiyAMsgACItCIBQKiPKplvTt4zH+8GmiY3Ou60MuJjxfM5p/Dmq3UOgP3Z6Wku5Xi8YJR3CpCKiPlib5JcFTLsnM6LSTx+QaKmWJWwoEQxpE50ihyc71fQjra15qUopTyM1kPtM+llZIRKl6p4eREd4zGkWkvjKW+QmYdVEcuQXF4osp75ZQFyD1SMYXg34q7cqKyVikXoJDvq3QZu59LW7mlY6llpwgZlNNqLki1HkzIjEqrzPmcqEXYsu1SNYndkSXlnbp49MPk6H0cmjwohtGTPyIhJ4mjTT610XrzGyoNqzkLl2RjuAgEpaAkqCDDXGiMwASKWzbtAXCRcuapbg4UIOTXCYkjUKszkSYrPNEekSW2hXTBKfTBKwHpiHJaoPxU/EBws4LKsZxaqGHqtF8arLDhlphhRiaIDh9SEsD186TCjwmjlHokE4qyxAD8KSD+Ifdw/wBmyhcKf/Ehx6of3aY5Wq+Wc8u71ceGM8qqnwpL/EPu4P7NlC4U/wDiO49UPv8AVG1qF2R1UAKotqoGgAdAAOQAip2cltoRmJJLMSTqSQZNWqqY7+WMX9D3YzyKYznljqHmZ2XlnPLu9XHhjPLlHW9pyirVlpdm3IGB52R5p5i2YMOimoM2JdnjhFch486MlzXxQ+7TzaWcU4UiBw5fQ9F6OVU0w2pw4pqJYkpJ55oscL9TEhWKjEQCQsgYiBkJOQk5SchqawABIBMAkAmCYE5mBmY1gZmq6O8Fm2mb5XeQ6e91lINTYjPTHppmCxPjXTMNBbE/CagegN+KW8luVVSjYEjzhLdKZ2AjD902oFTEwo9ZZ+KAMuFAw8x7S3N5O3GG9Mn1ofno/cwNoU1wRwan7pbmcpO3aVAcuY3iZ+4TDcMqiq0VKJKUjlmHBGWUUGX5lpqF2IUlbEis5S4Zis2sOZ7d27u0NPW7JkmMqJKEja3EkRmCivNSbcSFirMazNiIo6eOiplTaLMC4SIdRXZgyWhaE09sU1DKmDT94+UlxTW1xU2Jrj0Fabd4ZJg3JPUjBza4jOzLxVhGLUR86SY+lxErTj4uxE0DRG0TNiln/JCDo8ROFVBAXSrDJGIEhUJMsl2eEbPeI6clRtWPpAJ/JhcOH6uSMyuGZYfnnEJgV1dPbB6KGOzhcGgxFpDG7BMYsQyGmHI51Gv8JcfuDO5x1DGSz50YLGIokC/LmHDbD1w/cPp3y/eOnzl67AXb109dtMtu3jDTTDbAstMi0yIDt+rddbqbd6puljd9apSGl+ByuoB5pv0vTpeTOdKMYgutTQVZUQVFqjGAuRiMUkVA5ERw0qPnHyf8ntPnzbsCgFx8iHLO+U0rQjoo+DwRrpkgaKo3jWG5VnZCIpOJpgrx1eiFUevp+QQfOPWfjT56UQkdg2afOUKFkN2UQYcSnZVLTSrLou09ezX7scP5G1u9s/zD+k/gGfwCwBf0frregX5FUPtpNy2uIbLabCwD4G6RyYJGqnIMAJicqFimzAI7R07jEAVxKEXUcDlkSd876jEmTpK+ESLMxY+WJa71XT5B8uVWNYqU4AhJR03SqVVCFoKPLp41CsOnlQ5pzUTikdREJ6QTDSgaUD5k4/KtmH5009eNP24/JJ7o3fG6E1ic0dyp3qmk2SanqRjr5/TcXIlldCB8rG8cMnogU/lNyzMuTq2mIT0DsWLr8UuE3KKm0UAdiQ8iWJMF5IPhFWujUFoe0bwAoacIiLy6jaeM60iUKhN4yTdGnkuIeNQrE8SqR1HaMJ6k4Tl5VZQWSpdZFOPnElGcLx1GLO1x0mH0/HJSfBzN31FcKQzHGqeKJ16+JpRIhpy0vTsmpqCmr8Vi18rk3KgKlCzUBRmgnHcKHWzLSghgpxLE6g9LGWX5tfUheg8Cly0r32S2Lz3LQDF32u7bW30swEILv1lBnCoWMid1XS5htB36NUclQqWLbM+AqSWkKsA5jExMkkDKa4fntu299Fr7lNE2nqb2960fTylgum0BYiWC4ZlbLZNfvTMNrJNdQjb9XlfJZBikg7JrBAoZAC6uVLmhdfFzbBgs28ct9CQDu/vhGEr4EgqWkC72PTghwTLuEocgaDkX9DZLJT+R4WhJHJIEPJfyksac1BXUPk9JTyZT48qHzyib8j5c8cMmXj1830hFXwazdSHSgmJXSomnp8jUq6fNQ/MmUeoOdIxlDCm26eOy6yjPZixjMBHdniovBFgHyQ9cNsALt46aZbbEecdxtql1IhrA167uGcOoBQ1fS60jH2GpTahFswytxS6IJsVDCJ6C4pi7yx44vqDTL9wDZZZUVdQQIjhWMksqtnkhggXT4FkJdQXheV7soty3tl55KguFbF0bgfajJlBOomanpMVtjb6NltwzI+z2liSqlgAHWTv0OeUwBUiGsfdZ6YtcEs5LRVvAy8UTMmBp0lEfLL8Wy+ilXgNOV1szD8PKM0IhKosMk0Us+dLy3CoqaWRZTk9yRcNslCZEk7eNOGKm3+FIf9Nj4zw93u2/oGxqsmobgyLYiIu3D06gQyvrRN0bdvGyrw0lpRo8XYMsOWi71tw2+cMMvmHT9w8adi0DD520INs1QNC+8y+EC7w+S52fWneRO7GfQEnxyuS9ftxsUn7DKwERQ8mIKsogwnMT2UgaJAUiJN8ia+MAL155djybPkqtW2q3aFy2BbRrjhicWzHaHcJgEki4hECAZxSCdDrWw7lGONlRSoEX+hVS0mAMDDMg6RGeutRY/wCFIeWrHxnh7tvsw4g/BM4qiBChdGc6rjCxEiymIKU4ePp2F3b5SWDrhPIOm374WHTlh4aMOmG3r1pl27ZEW22gZARCwB+EX4T3/UE3S/8A4Wn/AP8ALPtw3rT0T7+/eLGNPCDqVlju/wCEYNkZOyHptlDMk4xmUixAcfknjkkpFjoxvFceEDpYEpoy8KlSpVMftHQci8P+R7TseVrRAldnRmyhT6PZAc1mW6ZoykzB38RW4cE53mA3kbXiI4dXohOZAiR7KsCaEN2lpV3cKRMdD0uQ3FcOJ01VKG1aMHUURksxk2ZOwoVWCaQ9JPlkXr0iyw4XD7L925aB2/EXLTQA07qPfdMZzyx1DzM7FMZzyx1DzM7FMZzyx1DzM7eyiLbUIihVGiqIAkzkBzJPbXnlmY4mJZjEkkkn7Gpg8B8N0lMZzyx1DzM7FMZzyx1DzM7FMZzyx1DzM7FMZzyx1DzM7WqAdO7j9zly9vZJTGc8sdQ8zOyU6f2v/M2WmM55Y6h5mdimM55Y6h5mdlSDpru3H7nn9opKdP7X/mbFOn9r/wAzZaYznljqHmZ2KYznljqHmZ2UBOWZ3cfufj486SmLd/m/Z5nfb69inT+1/wCZstMZzyx1DzM7FMZzyx1DzM7KkMfd/N+ZpKdP7X/mbFOn9r/zNlpjOeWOoeZnYpjOeWOoeZnZQMctN3tw/wCUaSmMY5Z6h5mNimMY5Z6h5mNinT+1/wCZsU6f2v8AzNlSGHu9sf5QopjGOWeoeZjYpjGOWeoeZjYp0/tf+ZsU6d/m/wDM77fXsqcQ893zFFMYxyz1DzMbFMYxyz1DzMbFOn9r/wAzYp0/tf8AmbKSOI8/tHjRTGMcs9Q8zGxTGMcs9Q8zGxTp/a/8zYpjGOWeoeZjZU0UxjHLPUPMxsUxjHLPUPMxsUxjHLPUPMxsUxjHLPUPMxspRTGMcs9Q8zGxsUxjHLPUPMxsbKV6cs4+9bZ8ONtjlnH3rbPhxtscs4+9bZ8ONtjlnH3rbPhxtsrno5Zx962z4cbbJ44Hh3dLD0+oaWXlnH3rbPhxtsnLPh9trfVspTeWcgNw6BcR7Oa/vRzilmXsF/R4s8hCtfNDGRDvzjZ/ABv6IX7PUPVzyC3Rnjs248xHzvo/vaV8ylRzelh4cJG/n7xwPnXvpVY6J9wRqgSdU2qnU5pp3s0w9LhzVZNeKplxdC0AaeTBl64LLkVxDFKLDapEbjUQgfON3DL2JlIuUUmkJHEy0/MGWUwp5cXDvIGdzVvUREP8MHajgEaD/M/H/wD4J7PfQbXptZPvUK1pYbhkKAF/M58MZzjZGQoLI+zHKnq9eXUGduX6nYEwtwSSxC376iWJJMLcAEkk5Ct/rF7KShgAAm1aJgAQJKEmABvnIVV2Vvg+urSZk39Os0dSu+DmZqQI6cJuQpNiEoSmBpyMtuQNQ/E8MxErpqaqP9SKoCE9iVzDCemmlQEtS+KsO3JgSJz4v8XeWi+Wfoj6OfRDgzYPq9Uc7O4hfiGWeYBkezZqt+HHFLNpYBv6PLiFMgLFuQ1pxAR22s2bdkt0YYFyC2J7lwtHNyx0ERIEezN7j3MOMghQQoCqoAOuShRVfzeW7keYuu/WRLfWbKPXlG2jiYUs5Lo8o4eOS6livLMZEXqdEUz1ZRiVFmPDU9JUrSA2uI0zj0MHUkgR7TaaXOsv1I2VWTBAty9+kFbySw/wRJrg4D/0BPrNgD+jez4D05Woq3DNLCPmgGQDPm4vypWuabNoFgyNBD0c0pf0OeOHq12zubHs7MXKOGc4nw3byAtCyQquAMgN27kK0G03lVVDLCiFm3baAM4koTrzqq/+kFbyP/riPW/ml0+fXHv1vZHl9e0o+7R0A6lNDz+cz7UJvFp5a9nczXEv3cJOZyl4+cMSsbg5uNG1x5Dvz3nhOUGmo0CJ0hhW+TGYcEAhRO+ONqwCWBNlX5D0ZELfvQ/JoA9PBm1kqNQ7+XOg/k5x19Xa1rZbNt1dA+JZgtfvMNAD1WZlP2oEg8swDUNfuupViuExMW7anIgjNVBGg0O6NKYId9wAcU/JC/mh7uvJL8a+HAQDPmhTh0rxHZb2DjQWcWqFL+jm+c+rsmadQDhypzAL2DkPTbtrGlClug0x3eri3d02VngHDFKZxi1eFqU6bIH90K+yv0bCN+XG4BbYClfCmela+b32HxGlNhz8/OrajUabv7UZ+dQaUK2r+9G3d6uc3z02QOHO/Duz5uLcRCvLZe6uAH0aVxUfRxm1gzxDZKfYAhUO6v0bDkOGRvTZVag23pu52jfeJzx0+z8ltrRivSFHWnyF19BhlegiWqvE0WsqK2su1RmIUKMUCcsqViEzpN0D0iyCeBp++dv3jYHXDAtOWuKv0gzeR/8AXEWt/wD+sJ84t/p3vq/u0tO/n5hQLUzQMhbr0xsBwzcMU42zYBAe+ndXHK+xbNcdrjI2NyCxW9eQEgAAwlxV0AGQ3Vsu0XVVVDCFELKW2IEzEspOuetVYv0gzeR/9cRa373/AOgJ8/X+re/PXptL5u3NFE/tE8BzGhKf2uucOuxajSLk6IkCMZwuI0cKkDJZJGdphiGUcI1m9OE4KeeNsCqPhJKiOW+MNj2yD14AmRkg8bdMhb1fqDPDooWHjcK3DlTNs9BH2cpt7JYtOHRXDCQCb15xmIPVe4ynLiMt2dT09xxhZlgxkLdtcwQRmqA7ss+FHEM3DlxtcfNsPeId1rIHK9KDwtS2fNAA42r7B4KHL8wcKD+SFB7uY06HABvjlnFa+bnpQK8g4dNV4SeETv8AsE9+WnGaQOQ1G3ELDin0QAB6VtfNLRUQPuyfmbvZJwb0EZ2/KX4WJLpkofwHfg1En8g/JsNyth/5wjMv5+GQVPLfg2+N/JH4P07yXy18X+U3nyb5c/Kvmg3wFahnA/k1r0Cl62qFilQAb1AMiFOVa1ZzysF62ztR7aXCmMTgcXEzIwuoIDZHOJORkHhpVlYrMGMa4TAH2SUkZgxmBpnG+m0oIchxa/DPm1ryAc94bLZqmcZFnup9EONbWsI2p6IyNQCtRCmBC3ClfNALe/PBLhS9hxag8KV8waD4V5W21GcDflB04RoJ9tQM4OU5Twzgn2AQaSghSvjQOlx82oDcc0HNrXibmLuvfwgb2uQe9J/Dj8k/gPlKsSu/AZ+DMT/zn+VoJnRB3y5+E35/EwRBL/hgBR+S/wAHqt5X5u/E/lB18rAaTJZgHFx8B6cmApbhbPtAAGRpbh+SIcs2D7A42pWlXRLmEXUxYHS4uqw9shkOUThInCThMwQRFWV2WSMiRhMgHqsFDDMbwe2eykri445d37nnHLuxs2taXr7A9X1LD0+oaBV4Ms2yNuId2bBfGets7AUClAHF/NG9wyPZ7+XdyuCNy55cMtBw49nicqrAHgPEL+FIDOBa5Y7IcwzQLd1rCPIdsVjuGfnrA8Ywb8eFM+dsKRDDHyiJUTnyf8vJBpK+PfE/KlPjXxQTfl/ioGivl+x5Ly7ntA8YyqtaXEbcu79zsOOXdsrIUoI5pyDpmgBf+7yEdoP3s8tNNw1GUCMss8u+mYOZiIiMv0dOQM+MVGhuuN32Y3YOko1pwKTReT9OFo8jeY5WJXUDOJXvD5iJiaMw5hx2iGY3josXeOXiKy7YVDERO3D5o52npUo7LtPG+KNyRoV1ESXmDrm1u6w4RZlzqD1pTxiZaLyt+WkqI30vIAS41i5dZdmVhDeGEsw1Ea/ETxylOSZo2V+Z8JwmruXzl4tmiJSwNcRAKjSl6h+9zVgLjytzpamy5oAVxypyvdkQqHK1/q5/q1pTs+GQNnDC2gMqMShQSWliyriA62WIkyYi/SuQ8wTdKljGcAqSBEAAkyYG4aCQRngI19od2fNDwEMd1omd7buwD29ElZJ6XiZqAf6d1KUM2Hc1U+LC8shmcYPni8OqiEUIuE1mYMuGkp+VMKLtSdKQKJ8QbKMuAIh5Ty7qWYeABXw5U9UQqHDHHlZeWaAHK1qU4cOFBDjYaDS9y2l1Gt3FxIwhhJEwQRmpBGYByIqqsyMrKQGWIIg64RMER7NIqtn+k2b0+3+GC9R1/wCsAoUD2/onrdAGldvynty/vRFIkcTj/wAID1FGyJ8qYJHSr7T6fbcmShty04Ml3zA6nvOdPnLxt28Yw0w0IDxpZWDnflcL8L+iFL8h54ANk5dc9cZ833bc/wBS2fhd/vnaf89yHhVm2i6BkUz3m1amIX7kectKjP3UG7q/SwtLx3Tb+GL8N/x2acWTM+eYy9/Bp5L50JMLJfyIMODG0fi38R+bXxj5RFdYEz8dF18nl/i3lH/R2tfTWGsTSjPTTCMafg8CdUCKEEhG4w4MW/NkTz8o/BVGGgXIYFZ8g0Wp8R+X0oHvaERNsAzQeo+Nb4tbur9Gv18+VgApTNKcgCuM2sPdTu5brZtra6FVi0ENvDLHqEEEYicWh1medYm45fpCeviDTA+0DIMRGu6I5VU5gf4OjrtllCaFAUt9/hq1l9AsLkmUuGILgeD5xwnCkOprDbb1hPQocQdaSejpBFh69ePGSieTcOGXjx435MGmmhHKg3Be8j/64i1vhwD/AABPrjy/VvcLVp02tOhw8cd1x80BqFguHS+yhwpWta4vanq8QDrzCgbc39L9lAgJcEDIfWNogRoP33Ts3aVr9avfpL/crX+RyHhVY6AtxXvEISjmC4rWt/8A60IyRoYiyHIgVoQVCM8gTIqTEZYJKR+G1ETes9UKAQXCpZ6mHPjSYolwLmXgviBx32i7yzgHDwrTu5B3Vp79lqIAHUREKh3cRDpio92dkCnsrW4cqZsPIKVrfG29mxbsBhbDDEQTiuXLmmn74zRqZiAfCKNce4RjgxkMKIsZr+iqjcImYyo45yIBYMBa4eaIB9eBxfYtavEeXAKCFfNGlwHNRziuwHC/ERGodwX82/SohYBzxADA5oGRDAiLOfN7w4YGw7bVkfPgPPuArEpgQqEdwFG8EfH/AJK+eUHxNCoqfxP498nfOJGOI4HxJeWKfG/iYHPjAFhNlvjHk/I/GHHb8qxwXuqt3t+lmaVnOmYJu/hsF3MSL4++evzA/Bv2vna7RnfyQMNjGcfU+T/kmoH/AJfH438YAPiRbyVXkkYBgLcAARDur9HGOXtrdwUqGPStauKD+SH5vbtiyobi3cJNxFZVbOArFSwjTPDqRiBBiKsHYKyA9ViCRAzKzBmJESdD20ocOHnUHzeAAyNPQx14ewNsUjuESMfwPGUBqZk2STo2hOI4SPnCPkQPFCUSJBpGNGSYmHD5wBpwXPPHrgX7l45B8yz5V08YBpnbKwpboAj6I3qIAH0QwHd3bOCtgGv0QxQOADhnN7gHgHBqRIJHCMzkMtOGfZvzmomNO2fDuiarIwZ8GEkVLlGYhuXuvveIwJDrBp+cYQIMm7CELorBw35No2bYS0SXpEiBkyLDsTBgHAPXwsMi8aa7AUywPg38BDT+SW7z3A41AI/NkKB/ERi96VxelBpZEAACg9BH0eHmhcewIcrfUFNlCg9mlrMh6NLD2a1qxxpgRDjTpzfUtlH+1AAZQGfOMOgkbj8sq2+s3pnGZ4ws+6q/0otwDBEo5rywmsW3hW8YjExLGYcFTCcQjGc8UpThCKX0FxIlxI6huK0tiDS7ajDS42nMpi4QYMOWziWZNF2Xrtp52mZ/grxrYB+jzFml+wGQ5iFq0rS3oIUCt71HFKeiH5IUrSv0a1wNNvMK1D/W4Zpjs2DzB9tP7oXt2rdoEW1wgwTmTMZDUnQVm1x3ILNMaRAyMSMh76cGQp4gzyBnH4vHOgWvYKVD5q0jJ8RIqtD6q6bfJi6lHUZScsNvHLb4gqFHhI45YfuQYeuWnpd+8YZeu22Xjtoe2w0y0yAs/SZCgBw80b06s+p7PqtajmQuFQxb0aUoDIgHoBb/AGPcNLa7u2R/inzr2VUn4ewVGk93XEgYH3fs9t3vps+PyNlpOqEZkoTpZUTESzYMwquzLS3CYrRJ8UiuKyauuO3Pxcu/ZRWoqSS7fkmnTg0UBtptneugvSr+gi0iSP0q/PwZnfgahlQh35+fNb5l/OP4/Eq3EXxv5r/OGLPkcHXyz8TEv84lTt/FhMeXY8r5Bz10zgM4DDNACvZrTzAsPHFOlPNdyzjl3WxjnjjytmLVtWDKgUqnRrGQCEhsIUQoEgEZTwMVY3HYFWYkFsZnMloiSxzOXOKhT117ifStr/1HkdUs0Jw6qpbTPTYFQpfEWpGzAl1ByQVRkFtdFwZLjEMoIyiBwpnXMSKRRSfOYhdlDBNphwwScsiY8ty1/AwGkT9udvM/90TLLp/pf+v3vSyjyzjl3Wxjnjjyscs45d1sY5448rZNsuzsxZrSlmOInPM5ZmDyHhVxfvKAouEBRAGWQG7TznxNVrv4GA0iftzt5n/uiZZdP9L/ANfveks2gPQDLTd4Svi6VMsJoz5mujxlHpmYR9d1BRqgR1Faepmoeh6G2khIVIeguCSpWHnZWHSxx0QfJxkwwpHFIwJ1p2YduC/dfLOOXdbGOeOPKxyzjl3WxjnjjytZNns22DJbCsAQCJ0IAOpO4CqteuuMLOWGsGN3dRyzjl3Wxjnjjyscs45d1sY5448rHLOOXdbGOeOPKxyzjl3WxjnjjyttWdVuV74NVIM9NKcE14P1q665TLM7piRRMqNEqVcy4MgxFMLUUREtRI2VBylwA6NHCCOaiBSLIwKxs+bJlHzxgTLx4+MPHifwN9AX+eXbz3/dAI3T/QT1+96WR+Wccu62Mc8ceVjlnHLutjHPHHlbm+p7Nn+SGZJMFhmTJ0bec62+sXv7IfBd0Ru5DwFVuP4G+gL/ADy7ee/7oBG6f6Cev3vSxigpTCEhoqIwaNHmEZJTkpg6eaB6dOMpxNwUZNG3gMMg8NGAcg9MPAZZBp6220DIBZn63LOOXdbGOeOPKxyzjl3Wxjnjjytpbs2rU9GgXFE5kzExqTxOlUe49yMbTExkBExOgHAeFJTGfAOlvRx4DbpYpj3d1vR92Oll5Zxy7rYxzxx5WOWccu62Mc8ceVtapUVG9M3ZH6ZbD2nNB/Db+BX8AM6yE4fjf4Nfwj/Oz4kRZJfN3yAR5AXyD5T9c+V/LLPY9AUxqnaCVbl7u71fdjwXlnHLutjHPHHlY5Zxy7rYxzxx5WqEVWdwIa5hxmTnhELkTAgcAJ3zVizFVUnqrOEQMsRBOcSZgazypOWc8u71ceGM8jlnPLu9XHhjPJeWccu62Mc8ceVk5e7u6e76rWqtHLOeXd6uPDGeUTUid15+BTeoapd5h+HH5y/olpVu5Z/gU/BkKN8yuw8km38t/hH+f6r846/gep8m/MJAp84qgofwoEFOWXl7v3vq+6nssUxnwDpb0ceA26Wo9tHKFhJtuHTMiGAIByInInIyOVWVmXEFMYlwtkDKkgxmMswDIg5a0cs55d3q48MZ5HLOeXd6uPDGeRTGfAOlvRx4DbpYpj3fvfV92Olr1WjlnPLu9XHhjPKKnek7sr9MqQ9N6N+Gz8C36H2dpCcXxn8Gv4Rvnb8SJuynzc8j8/ID+QPKdjynyv5Va7Fex8mN07QSrcvd3er7seByznl3erjwxnlV0W4pRxKtEiSJggjMEHUDfVlZkYMphhoYBjdoQRRyznl3erjwxnkcs55d3q48MZ5HLOeXd6uPDGeRyznl3erjwxnlaq0cs55d3q48MZ5HLOeXd6uPDGeRyznl3erjwxnkcs55d3q48MZ5KVwPvMdD/wCmK6O5i6TvwnjJ78ICvASp8/vmT+EH5J+Y8cw/GfkPmr864H+Pgp/Ifyb5X5xkviXxn455M35D4o96H0xyZ/Q5abNPWnr5yDGX4B5Hynkz87/kb5vfOr8F8BQ/BHzk+QPlJc+QwXPkL5T+SPltX+TPjIEvlVQ8h8be7x5Zzy7vVx4YzyOWc8u71ceGM8qdGguG7H5QoELSfsglgImNSTMTzirYmwhJ6oYsBA+0QATMToBlMZaVobUtplkhq+k5FchdQsBpkw5Zxi4dMKSMoeXLGyJ8o15VMX4eWCLRdVh2I0YwPxhJXEg2UPlHnbdsvmiz8y4ewZQ1uF9Qmnxy3D2hzfD6xNOctXT940iyxjdBTZ6wbDZV49fPBKIUPvYzlrDKYIMvgdNHCcOlzZkHBds89NvXLpt1ZG5Zzy7vVx4YzyOWc8u71ceGM8q3LFq4wZ16wEB1ZkcDhjQq0cpirLduICqt1SZKkBlnjhYFZ5xNVy1jcr685qln8N6id+jqzjuX550wVVYWlVLFNkKcViLYtgdIqawiTUioqpFDTDTDsSykhHCnZYEDBc0w0ww5lS0I7u7S3u5pWmJXaaIIfoztcMk1COo7iQ6C/MaY6uQdPXJJSjKJBKE3b9hPdGTTCUio6eiwyjfGzzxIRCL9RUXxruLlnPLu9XHhjPI5Zzy7vVx4YzyhNns22xqnXiAzs9xgDqA1xmInfBEjKpa9cdcLN1ZkqqqikjSQgUGIynSvgxQhsxNDMRQ20Y+KMxAhK6IJvyHxj4qCqnvyAmPIA2XF95AH4vPJA/cC97HY8s77XbYqvyD+Dsa29LcFGpcaeN95N+UECHYhPRWZhSCNNZ5IRHkRqZJMT1BX+JMaoWnbBw4TR0xw/eOwYZeMk3TTTPbFtobX3LOeXd6uPDGeRyznl3erjwxnkuWLV0qzhiyBgpW5cQgNGISjLMwNZ0qEu3LYIQgBiCQVRgSJj7StpJ0qtd+k0b1K3+GD9R+f2vyhm3+me+vp4H6TRvUrf4YP1HZ/a/KFsX/mnvdjPKyjyznl3erjwxnkcs55d3q48MZ5U+qWf/a/3xtH+dq/1m7xT+5Wf8isGljC6/BEtZeQZFUYn5iRRCMDwnDESTAVCjZFTjlfQEFPSliMlEk9OqzwmfidRKGFs4VeKqk2XMHXjptROtMCZeZxTGc8sdQ8zOy8s55d3q48MZ5HLOeXd6uPDGeXSBAAGgEDfpzOZ76wJkk8c6SmM55Y6h5mdimM55Y6h5mdl5Zzy7vVx4YzyQAxbjy7vVt327+Sk+YHnzzNFMZzyx1DzM7FMZzyx1DzM7FMd/Lu9S3fb3FMZzyDNvU+vp4KT2eA87vfxNFMZzyx1DzM7FMZzyx1DzM7FMd/LGL+h7sZ5FMd/LGL+h7sZ5KmeXu5cuXt7ZKYznljqHmZ2KYznljqHmZ2KYznljqHmZ2KYznljqHmZ2UkeY5cuX7c5KYznljqHmZ2KYznljqHmZ2KYznljqHmZ2KYznljqHmZ2VIPPh/N+7y9m/eUxnPLHUPMzsUxnPLHUPMzsUxnPLHUPMzsUxnPLHUPMzsoDz4fzfu8v27ymM55Y6h5mdimM55Y6h5mdimM55Y6h5mdimM55Y6h5mdlSDplw4/c5cvb2SUxnPLHUPMzsUxnPLHUPMzsUxnPLHUPMzsUxnPLHUPMzsoDp3cfucuXt7JKYznljqHmZ2SnT+1/5my0xnPLHUPMzsUxnPLHUPMzsqQdNd24/c8/tFJTp/a/8zYp0/tf+ZstMZzyx1DzM7FMZzyx1DzM7KAnLM7uP3Px8edJTp3+b/zO+317Gy0xnPLHUPMzsbKkE5Z8P5nzNP5Zx962z4cbbHLOPvW2fDjbY5Zx962z4cbbHLOPvW2fDjbZWVHLOPvW2fDjbZOWeHDqGbWHw44pUF5Zx962z4cbbJ445d3TPT6tlKbXvGzWQ7vV+9eNLNrcM0qzw6M39EKDypQb+js/lnIcOgZ82w+HG4UoDLjTj5oW7N8hf0AoHS4dB2sBO7keWeumUAb/AHZUptBoHMAvbiAgI18zIdwVvfk3AhWueIcBABv5vd0znG3LGtvVpBGhbS/NPVVMiHYriyCpTFYXNLkPwQ5R30UKDEWRxC8CEgSnS8poiS08LKUUkzhoDioUACJc0Lryj8HTh5nGmqesN6ntP8m9RMHJS4hQrOqXcLTJh5FiV2QdRAmJEVpZZVIklp2lG1JNYUi5cyw7NskVA4VZfA2Dk0+dgDY541x9HPXw48Oc4SSoPDUEazVsLYccdUsVn7wAMeBBrenKn5IcOoXHzOlscwZtZvEK1pUa1DNaDUfNsPSw3wFLcM7xvXChbuzSjGmqiJIAV5mpEFrUFopiEERbJw6onmo0ipKhUuYcqh9OUirpkgYVHZt87eFmhfunTbth4y2LI7dHyGmoVnrI2TE7iSOYh4nOOU8uZqk4fNmnZ80hlZhQgixaXRzR9yWLOTr9MdK7JJ6bdFy7oy8cNPnZd2y2DtmQ6m4bYPXChog5KzFQZiNQRrMjlTC2EPHVLFQcvtAAkcdCDpGdbVyAfva4pgQG/m2aAO4c35JcKUrkBxwGgjXzMV4Y67OpjNLhjnS/oWGnd+9tbV82Z2yakJC7mN56TcljJaC36qTQXMXzajyFZcwu+XTzg0aIozpfjBTRkl4sHSqefMFE5g2J0w4Im3zlw27LP2nejkBZMCMydAZ3kwBOWZ0OoqACTAEk5ADM9wFbLvbNaCGAvSnqBQL4sHXZvfUagA+ji7Ifk2CnSlxzTb8ycop6unkFZJPk1RKUyhVRTFNOMOTqeop55w6NEzxE6WF6WNlDZd66MFTJd425MOHjt66eNsNstD+qgWDvCtONqV83Obd99inlwMgcwdw008eBERTOVxHAjVmg3APVxUbBYM1rS6BwzbmzTkN7dLYAeWzrCAd3LiFBv5thxyyN+UcsY7yqUcF7yCVO7NUIHmMam/NyWahNFCjomWhgZbpqMmQzMiJ3xBXMv4hcRQwqPCcsFku7YJw2bKiZPpoNm2XTZp4Vs1xEC42w4nW2sg5u5hV01Jy4TwqyqzThE4VLHkqiSe4VIwGQ7qY7g/J/MHMAHgocPr+r1e//ANnZL8xyHDOM+b9744R3ST3kcpp6a7tSmgKG4ImKkzO0wwwUiuMowWy8NMQGukTr6CXLovDJghEB2IXpoBjlOaeMqqCmOWfih0GXzdHAvjOiFAzAG42BAfzmgtA7gT3VZFZgcInD1jOgEqP29sb6kU/JpUahQbd3q2azzHv2b+TXqA25Uz5tOefDZQpTiPGgB3Z80aUrxGnQc7cU7wDXHLnd3abl/U3NWFI2jODoeiOE4aNIUv3CC/iV8bi9WdJBEwXdxGsQ+liWLmHgPDflFN08Zc9oXDt82AMCZ1tozuYVAWZm0AGZOQ0A4DdFUVSzBVEsTAHEnQV2oHDNgp6NM0zavLkGbcjHEfDhb1Qxinf7MGldHqZNaWcupoIpM8no8yYFhGPkkgqMF2VIimxhD6dEJAmogUemSoHypVRcuTgFTJhwBhh4Dl++ddh41wlvK95VL7dny/lLMKYkuYzmOQm3NQnKdKIQWeRCJtKVjyIprbpUUW1x+Wctp7LlKfOXjBdpoyD147Fly2z2xYPcRENx2AQAEtnEGIOQJzkbqlUZmCKCWJgDfI3VJN9ghxDPeFAvTmPstsgVpkbdKVAKcOyFO4PHkBWmRt0yFvVDwDu7l4hm4cu7NAt7RDGLWvVaOIZuHLja42z7QDpyOPG4Vx3Be2elQHoPADl4VDAWoPohQQ9+eBmmahzClcVyz9gBX7FajOJ5EE/2pPt05zOdIFh445dwBWjIUEOVcZAeCBYaVsOAp3VrRm3tEPzguaZrbIZwN6s/YAX5UsBQQDOK1EONr3AL3tYK3taygHbujwX5e+gQwIcr2AK4Go+aI16W7rbIA4yICHIacKV8wAD6uOeChUKANccrcKYZAA7q2vngUrQQ5cQAOVxEWREB6W+rZUiO8RpGf2Tly0HkUnZxTlgQDpeosiID0tcRHps3zgpn/Yh6vJjPuwNAqoDjOMU7s0YC9PvxCMXWTvMoZ0easNEGlVZlQvxwra2I7cwKgxgmRMnoydAZh5GUFQe2oq6UbSDhpZdMPYycH2XBI2SbbYJPi7Tbtp87esQ91bS4rhAWVEkE5uyooEAnMkDLLfkBIlAWOECSQW3RCqCTwyA3cMs6k5ARGlK45B6vqWpy9wVUAEacuoAHKtuzYc8vqu4BxnHEBza4+aFPqDNuUXEab6vdbS7jGK5fxrrIlvD8ZQLEq7B0WoB1Ljto4iRNDCoZRF5INtF4QfFxNJqqRNkn4uHz1yL1y2Lp42wLLex7tu2AXe3bBORdlWTloSRn2aTlGUSFLZKrHQnCpMQRy7M+R3ipR2QAKZEaZEO4OVu63GuBolxELjjiFMUqN2LX7u7lHjKnev7vCeBGaKnKjVJAsap8lZZRDOSaZpLTYxduoMllCjZRiIIvUxPQsTFtPTGjhYHzkiBo82DztOSj1l22LOog37e6OD+jfld/4JmBfvpBgB9x2zO0WAATfswwyJuJBggZHFBjIZTExU9HcJ+w+7LC0icJEiMtJPKpbMAGfYznFRGgWHpbjysAFKDxEOV6WzRkPsCnK22g9OGqGQerqXrc2NOMy0Wa8u3MQKcKtxSglVcsnhEKOXTzSmmgwtpaSbafE3CmQbeNsFhcCJgGGHrTbt6yxvzIhmmbhnAhWrOa8KgIX5W0VlYBlIZSJDKQQQdCCMiOYqhBBAIIOWUERmsiDmOzLfNAcxrfmHdnzWRAfvwsoVoGREelxwF6MgNeggFL+yNaS+8ul5OreJakN3Sjy5jRGj/TVALmYERTAUjqE9g+IyL55K9h2RRiZZ+2tOTgfhRTRaaPFnLkPkw+ANNdsuLUlOaZp1CwjbmGQ6CFOXKqXEuAlGDBWZDE5MphhnGYORoVZYDAAwpGmYbAQfDvGVHIOnIAxTNqAPgORpxBOt+lu6v0QH7a+y0b2mXeSy/1OaytXejOHZdRlDUXaQDhYlFkYLR5EMQ5FjZpZbR3TcOlSD54qF2e27afvQUnLgWGRBhkGx85mSIAwHtx1AeQfmHpXBHS4CyNiAZlJzHWRirDMA5MCPdlVLisrQwIMKQCQTBAIORIzBnvpOQe3HKlPo07sD4WX2iFeNO4Kj5v5sdMAe0eAW7ugDcfvyr6H/hOe6bTD51MOTLmu7NpxoyRNMMyUjRtlgyUfNl37ANuyrTDYMvXbYA2wPYap2mRaZEBGty9Zs4elupbxThxsFmImJImMQnhNEtvcnAjPEThBMTpMdlWC/HkFhERx0ziwf3nBbH5IBjhbPm0+y/Om1ecPhQO6TtWZ02OY/xkY2zYQqPxS+KYH7B2/WR+E7bpo+cJkCszZsPDJ02XKF3bUk41YBt+ZfO3LpgW2yrLLANPGmQFppplkK1aFkAqGR23ZN202Scv9sXt55+0cjV/q9/+w3P5B+VWDRrjkABgOnQB4bJ+YADHUOQdL0pzHYrcPdTlmjI0sGKUuNtsOjKYkv5ckSynMKOoOgNOOmQKk1CM4mRYXJGjQi6ZAqXNLhwi4fmBaeO2QcO3jbwReMADIC2zXp0GZAgCToPhWY0iJOcDjmp051mHS/LHdgad2PbsoVtmg0ClOAU9W2b061pw/EnqKerESimlHiimmn3Do2RUCBhwcInSz5lltyZKmy7TxwYLvmOy26fOnjbt4y0DTDQgIDtxdFu8CkFBWumV27xWvnt+iEm5LdRmrCQFIaLv4HGFU1MmIqmGlWJWlR0/JqPxWWETA7JsJJgGnvycwL4GTbTbiGdFALMAGZVWTqzEBQOJJiOdQFYzAJgEmBoBqTyG+u3wra43uFuVPUsNr0rW9acHBW2bMiIW5iF7M5oPXI2AcRryt3lcu5p7yjUFu0U2XUaJcxdPUqU+ay9MU+bQnkFL6YoEZLn2EtJJuDDS65Pu3c6Uhht4dKOy/bR1IGWxB6VFuSkK44VZDAdM+aHO1adK7Zi4jglCCAzK0D85GAYGQMxLA7tc6llZYxCJUMNM1YSDlxGfGlAMV9UK07q37Hv7g2eFLe0bs8gAAFrzLXxmvCnDU88J3yw03Smjmec6Ym+ZsrJbIrcRRrFAokQxF8io7BksTaOCiQojrkRKNDJou7AulJB40PlO2y4FhhtpmJcPhHu5hD+jKwFP5njVXkaCOJFhyHHZ9u2ZvWbbAXbtq2YkC46rIyUmGInKc9JHAVK2rjiUR3EwSqs0GAc4BjI1OCFRAM+iHC4iNLiPZAa8g83I0Adns0qHePCmAD1QoIDw83jYdoPQ+EfbmCofqywC4f0O+qvAUoIUkWFBzwAOg7bn09b73dgaqZxQTIGQupz5+TbmIZVSUGwn+BbUJC/ywaRkJUiZSd/LsZSkh6GU74shoioe7aosknb74t8WcNPTj4uXe0+tbO7BVv2SSQABdQsSYAAAYkkkZACSd1SbN4Ak2roAEkm2wAA1JMZAVKy1WjNBEagHAAuNMebbrTrUA2aHDqI3ELDYLj5vvvy2c1SoBypcQ5Uz5vTr0ptH5rD3pOhHQWbKomp3UHDEERmoJblYTpcJRBejiY5xLOPXzkgpvYLglIXlxISlF8UNuU9aiAsjopx6TOO3Cg20Vfg7u7oi4nZUUaszBRnxJIGunxqqqzEBQWJ3KMR8N/flUgbN6APJnhTNMj2QEB/2PHOzgpQKchHHVkK+ha1hAADOOIV5nvwj/TGafPn0H6K955MaGwbD5OjWCdKqAbhddcC5dPWTiSYWZtISq0WDt9mp5IT3otMtNA5adNO3jzfMi9/3uyp2RklSzUZxRJISaCuZJEC0A6kpdxRKVQcqJ9+XLl05QiZRJH5dJx96ZMuXDgqdjVy2abbaaJg/dO3jxjNdq2ckDpreuQLATmMlxQCTw3irmxeAJNtoGsCY0OYEkajXSpogAAtfhw5AFxHshQfbzpcLLy7uXd0t3W7rWaw0y2yw2w122W2e2y0FBZaZEA7LQCAUEBAasiAhUBqFQw/lnH3rbPhxtttWVJy7uXd0t3W+qxTGccgxbpbu7+VtazcnNKaQUCqczp2zHg2VMu0UwmlFeN4+iBNheGE0ysHy6UlODy0rPypEq9UVI2WIEmHz5gTBsw5LugaevGGRyxHiqG4ghdKjZDXExXhBcQCUVI8Sp5xyaRVOG1JOdKyeuElBy00XMJh1MfuT5Y46bacvij1h+w00w0A7RImJExMTnGkxrEgiaQYmDExO6eE8cxX3uXdy7rYt9XdyA4d3utj3d3LUslp9yU1HQc3MKQc1oCnFArtYPQ+3F8uYnSYth1lcTXJMwoJLSsjGTZMFAk5Pknpkr5Xyrlg05F4wyDxnbjNf3lcvYf3mUD7sl/LmMzExY4lObm0SmS6PIjMFEkgpD8Xr7aWaItvwXWlJt3B5ssy06LCVBs2XeC97LLxlmpuIoUlhDsqqdQzNkoBE67jpzqwRiWAUyoLMNCAupM8PGpJuWccu62Mc8ceVjlnHLutjHPHHlZeWcfets+HG2xyzj71tnw422vVaTlnHLutjHPHHlY5Zxy7rYxzxx5WOXdy7ulu63da3EO8H12S23c+nBV1MzWhOOI1g9HiqFYSMIcvXCCYiV4di082QImXLqJFqHksSpd677RvtqTt8DsauXT1sOxtVmVFZ2IVVBLE6ADU1KqWIVRJYgADeTkBXb3LOOXdbGOeOPKxyzjl3Wxjnjjythct42TpmS7gGZCQVOkEqYEFwtG6WRUWXDKgSTorQyC8SKHwKvTBZk4XLH3Tk0Bcw/cA/YeeRfPHYMtjmnLu5d1sW+ru5WBkSNDmKjSjlnHLutjHPHHlY5Zxy7rYxzxx5WA4d3utj3d3LmrWDqeg/Rjpqmzqfj9BiaJ4Ok/D5SIV5Bg90lvYmUShtcSEJhwkO1pRR0tswyYVnD5pk4pk3fkXb2jwXgMMDBIUFiYCgkngAJJ7hUgEkACSSABxJyArpXlnHLutjHPHHlY5Zxy7rYxzxx5W0DpY1DQtqx07Sf1JQQjRBDsJTmglKjmH0SKnac6iJMTVYGmnBRYdpB5UTGDzsHY+WZJKJwuAj5j9sAqG/uWccu62Mc8ceVgIYBgZDAEHiCJB7xQggkHIgkEcxrRyzjl3Wxjnjjyscs45d1sY5448rHLOOXdbGOeOPKxyzjl3WxjnjjytNRRyzjl3Wxjnjjyscs45d1sY5448rHLOOXdbGOeOPK0YqZvLoZUd6Mv7sRmVK66ilAlA4m63NlqJ09pAMp76HkNdBGYhcEhlRdnGRWmComGlVpwIOGzHZDtsuGKs6phxGMTBF1zZpgZDfG/LnVlVmxYROFSx0yUanPtHOpOuWccu62Mc8ceVjlnHLutjHPHHlb4MTRTDEEoKjFMZxGhQjDCM4ZMK8RxOrp6AgpRdt85LsP1JXVX5RPIuG375y4ZemjDlhp89dugHttss7esPRFD8WoiXEsKrqPE0OLRN0oI0QQ8pEllEViD8AacHUtVTXpkgfJvmbujJV+9cvAqLDYgFrSJiRMTG+OMcKrX2eWccu62Mc8ceVjlnHLutjHPHHlbCYdmXLmLogiaE4Tj+ConiqCTDJOM4Zh2KkJaiCETbb5+WYKROjJp0yooBhswUNOGXCqWKPRfFjDoGO24eMsccacN47ILVekaqlGTBOOTpnSFFcUQJM0lFiCVhpg3FsLFohfnCEOm3SirgfIPXkMnXTCm9cF2WQel3oFngNNsO6l0BUFhLYsInXCJaOMDWrBWMnCYETlpiyE8J3V35y93d0931WOXu/e+r7qey0fO7L1+w9vKdMRPUzDEt1mVaScjqLoHdwqur5GJVFh9Cbac7fKDaknpiWWB0dbPfii7Jdpp0y67Tb1oW+y7kH5Zxy7rYxzxx5WI63FV0MqwDKYIkHQwQD4ioZWRirCGUwRwI7KSmPd3er7qeyxTGfAOlvRx4DbpZeWccu62Mc8ceVjlnHLutjHPHHla1RSUx7v3vq+7HSxTHu/e+r7sdLRt6e95TL7ULrr1VaEEKXMZQ/GulFJKK0URwrHkR9C0UOjp2HCblygFCb5tXcNgMROHj0VFw4ZZAu+ZYFvtO2tpJeWccu62Mc8ceVqo63AShxAMykiftKSrDPgQRwqzKymGEEgNu0YAg5cQQaTlnPLu9XHhjPI5Zzy7vVx4YzyXlnHLutjHPHHlbgHUXvG5IaY9V2lTR7HsLTVV5mavVA2my1XIRQ4RPwKhvySoUSXrUcKa1G8Pr6a5aMmnbbtpAhiJWxcsttNO2HgMuhM6oMTEKJVZPFiFUd5IHfUKrMYUEmCYHACSe4Z137yznl3erjwxnkcs55d3q48MZ5HL3fvfV91PZaNieu8rl7IjeAaYN32tS5jNcjrVDChmK4aj1LPIbmEoaKlH8cuXpVdJm3ztYfPxCBDjbtpPLvXbQnizLQu/JvRZO6oAWMAsqg5/aYhVGQOpIHCpVWYkKJIBY9gEk9wzqSflnPLu9XHhjPI5Zzy7vVx4YzyKYz4B0t6OPAbdLfnNmyieUMnz5ouSIkS744dOm3zosUKFCzsXxgyaMPvJuS5cu5Ybevn71th26dsNPHjbLLLQs2qtfo5Zzy7vVx4YzyOWc8u71ceGM8uHv0zjds2/khOh7/AHWEhfV/0ee7HSx+mcbtm38kI0PZ/bYSF6f6PMeGM8qdLa/slv8Alr8+Y8at0b/oP/JPy5jxruHlnPLu9XHhjPI5Zzy7vVx4Yzy0dqWnxDWl/T7OLUXGKSuL8JyWl5E8yIgRoYdp72IFVIhVMfKp0kisKhxMTW1Aw4LtsFGTqgSKtPRYB8acsCLbOEaJtWUEa5tMEqtVUuIdiuFIKmyUiY4hw/GzlIcxQnO4XjaI4GOMqzpBUlpJYbMKMMHDZX4mqGmRJPywvW3b8Xrl1ONcYtyMZUuF34QQpPZJA76jC2HHHVxYZ+9Ex4Ca6o5Zzy7vVx4YzyOWc8u71ceGM8vJ+/cFXD0yZfOi5Yu6ePzBh+2w5cOHDljyj18+evAZdunLp2y028eNtMsMMMi000DICLMNU9vhAe6dkBEB2E4i1To0cRMmHTBFRS5PQpGM0yRQwUf/ABY0w8iyE0E7Azxou+YbYbcl4ofGau2uw5aAA2h7tu0AblxEB0LsFnskie6pVHcwisx4KCfGBlUzXLOeXd6uPDGeRyznl3erjwxnlAtAvwljdDRqulkExqDieB2zjbt0WVY5k7M5LQmn7waMujKqmQwsl0xgBCrZxW+IJ7oBZF6cdhUWZqpXzVlnOyBkCZkoI+hKZsvooKgdh+MoHXk2JYdVXFQYefFVRKfGSrT4s9ZaLnCrTxg0RNOnpQ45cGXL107i3etXZ6O4jkZkKysQOJAMjXfUvbuJ9tGSdMSkT2SM6z/lnPLu9XHhjPI5Zzy7vVx4YzyOWc8u71ceGM8sVjKOoIlygv4pmFGMLQHDBR+WLmojjOIEiF0EsYOPmC5NwYV1syRT3D40YbYcFXbwww2/fNMOnQNNiDIaaa1TXSsq5Zzy7vVx4YzyOWc8u71ceGM8ucP0Y2kS36qjThn+rfLLp/olx4YzyP0Y2kS36qjThn+rfLLp/olx4YzyrjT9Jf5Q+dThb9FvA+d48a6OAMW48u71bd9u/kUx38u71Ld9vdx1rK1jwfpI0cTP1llkZ3OCCZdQrDsYEkyDolS3BeM0WJIlhyHyJtBil2WV0l6TeuohcqhQ86dGih0s5ZZcvQZfsP3edaRdQydqz0zSR1KpEMnoMS51y/Qo/IQqpKDhXPoJVcceXcpxxSKkyRc4/cMAAPH7ks4dtNWZZoADtGNMfR4uvgx4c/sE4cUxGuWs8qnC2HHHVxYZy+0BMRrpyiui6YznkGbep9fTwKYznkGbep9fTw4vV95Du74fVlNBXteui9EXERROpC0iq+qORyarJCsmmWySilqicdjdwcT1BPOOHxQ6SNuXJkqZcvHD927eu22Gfn/pnG7Zt/JCND2f22Ehen+jzHhjPJ0tv+yJ/LX58x406N/0H/kn5cx413BTHfyxi/oe7GeRTHfyxi/oe7GeWoJO6hJB6h0hWiCQE8JQTyQUBSdo66tyemVBczEhFV3pZ0ddJSupQUsLRNNUXhN66NuyRx84Mtlnjt+y7F02y3tybpk3kcptUmrXVto+g2CJioEeaPFdwjx7EkTl4adwjEr8wtnkJ28hF6lL6msvXIGE58+bFaSUd4Dlp1RhpsWmWBuIMHWH5Q4UgyGMEwCMjkCe6gRji6p6glpygEgSQeZHjUiNMZzyx1DzM7FMZzyx1DzM7Lyznl3erjwxnknLv5d3q277YzyvVZ8wPPnmaKYznljqHmZ2KYznljqHmZ2ADFuPLu9W3fbv5FMZzyDNvU+vp4KT2eA87vfxNFMZzyx1DzM7FMZzyx1DzM7FMZzyDNvU+vp4FMd/LGL+h7sZ5KmfOXLly85yUxnPLHUPMzsbFMd/LGL+h7sZ5Gygz3cOHED9E+eOcv5Zx962z4cbbHLOPvW2fDjbY5Zx962z4cbbHLOPvW2fDjbZUUcs4+9bZ8ONtk93EM99vqtxtsvLOPvW2fDjbY5Zx962z4cbbKUzlnADjjUAr6OeFLD0DIc0av5MzW1B6d5gSikjqFiTSrM2LRhUYbnzCMOvIqiGB2UGN4ZiZZZIITuJoLeHRidBRlSDjYsxKmiWJRAaNtCcZcNJ5rpi3XA5CmBCn0eHD7B4cuayNXErtDenuOdS05SUbqEvoAdpgrBaAYVNxZED0ytKBZHSHLJNy0VIpzg6rHCSe0srymjoJEwcLMqCmUB86Fqr4cDlzCYGxmSsKRBOIQVgGZBBGoIMVZcWJcIlsQwiAZaRAgyDJjIgg6Gqge+Z3f2uPSvu/ZszJ1Ab6CcupeBD69LKEWNP0YylNweizUWlmYcOHCaU9XXs+YxAu9hcmlKMxHbgIaVBOBBbwqLJR29bUCm5d2nu39fOpLQpppm/JHfoTulPLWI5cESCBKaF5MGohRJVvIUNnIUVZck1dzqGh5k6xBysinUQHwoSO09ZJsvQT3DDbDO2y4ShTUlvpZ4Sq1ma+IGTtHG6j01ROTmPKGSE31kgjHJ7xY7UnadDEZTMexM6QyIwysvzZAobVFwkUhk+gn3kBS/LxC5jCJ42eiRCms3cbzTjWZWj2V61rz3Qs9oiMzRdS0lKqMRZHmnE5EZom0fPQAykAtGVaGXZJ4yymrCcTWoPiOHEck7jZUgyICTMWrXkdHb6Y3+jvfVinRgi7tBugTiF4jH0vQklljdAfAJJr0Mb9H0Qe30wbHHR2ejOQHRA4cHSAANP9pMgAdDb+CW0dyf3BsVSwmfN5bn5MGClLT2hxbOWI0l4hLcxVkvOGFmjMTKaQ9XImbTTR0XjINFGogVPJMu2WQNtsgDLM1G73D9QNof66P8ATVw5SYgkaj5vXuHiI8IU9+3PZA1N7gyLZ+wnCkfwTC01VTT7F0OQ5NBAKQxHBREUJxQt8mGVtDIqq4VIiplGHSoneRVTbs0lnCR122LswxSazd7/AMwPoer+1B008LXkvBI/kjfhmo/WHbaw/XHwyV+qWYOZOHHcgy0mYjM58TJrlafq4nI/WLk6DPBbnIZDPhlXXnIREeA+jn0Qv5tgv3ZsIbVDfhZ08U1YkNp10UwIXU4xnVMCaj+fqlBMKpZmIYhTpWSsgOYSUYVz6SmljSiUJKaovnlQkdduAYFMl/F5p+8dEUo63t1Zqc3+79amVGukjdl6WZy6udXqAtL8Dq/y7L6JIOlbKqKURWPQ4pno6LK3yFFhorDy2Qfu1NlZZl3CfkmPKv5glWWXjsNs7sHdPTMk9NyOd4BvC5iE9QG8AnGnGyJk26bZPwNI2EVkk7IH4Kg50w6Lo55XfpDLuHjyklJSfD0OQ2w+gyDCzSQbXlyKpv3PrSNs1jrq3Vu3gCbdpFjEFYgB7jQQFWQJJYiDVrSdAy3rvVI61u2T13MdUkCSiDUkjOIAM13fuvNTEFattBOmGccFKJM00alLB0JRomlTDL97C8yYFQk2GI8hc6AOXD10+TIhTTTZJp+WKtKCKaSlhwWAkpFW2++KYzYQHFM0r9HNRx09G21UmaOhfXTubJ4zE1UbqKFGtQuj+ZimZi6eu79MPT7avDJ12yLx+qyaIk3J5UPgWLi+LQ+9hAifjRHJMpkNKUHzHh1MJtJMou7s3ymmneLxSuymgeEJzSqn/A0NqURTIk/M6XqwVfwcXRFhMQFT43GiQVPwo7YZWVYoTTyS8chmJD7Qvwahss+KmS7m9i/hKWb8W7whQDIW7Eda08QwYCSs4lkgjeaXLU4rlrr2j1sjLIDHVcagiYnQgTNaR10bupSWY3nJq1j3fIa7tHEojAp8QK8JwVqIWZbSRlgnpyIiw8BVAItxCnpyY7WTxBg6BEs6ZNq8SrL50SKmD5905eVfYgWN0M81BpU2VXfm7z+IJ0wiXfQcg6mWIdmyrxigQ89LqyWcJQ5Mp+gNTPKwsJJfiAk9Jorn4sdILCu7KEjZRWf/ABqbX4T4aafud2PC02D6kmaKYq1hEymqw4UPKiaTBMcGYGBFdnzKQ2WOMNOZbGZ6KZJsuYdnCz9NaOp9DZV0/L2MIOl9pnJSJS4SgaDpKM6bBg125S0FBQ4KfybMwGynNuRFgmWKPIQOw02mNmAMPXjL5Pflnhlow9eMPHzTWFzZxf2i9bQW06HA7NcN9y7uMeJVW9bVEU5YhPWkACK3S6bVq27F2x4lATo1CqhCwSbblmMDIxlEzNQn6K93UEfKsmNVUmt+NvBdVUpIdj2HIvYQlHUjEcZSumGxBy+RU1iXkfIz2IHoinqYFW0KLoWWyThRcFDZgmpJrtp4LkefN3dUfhKe9z5jJtCDHM3p66fm2+VuCWIMh/eEb3yBtKBoT2hBHmNBh2XIopk0fl2mx6+U4lJmikAHnjZokZSnhItEBAobTjb5k/CSBBL96+MEGEZ7txKlTQ15Sq+EF70FZ3f+miBdT8ylCE4fTYzhCPI/hmXibD8DNJkkjTURk1OKI8l+TOnWV8ujJnxAupHTIuFB8Y+Ii6cPDDmmNFt7HdFth/XbBhb6S9iNtL1stbks7K0YgAJiSZIJN1DF76FgfyCFSwRIDG0wDRABAMZ7+2rUWv2Vmv6a0CwIlbv3U9AWl6O0yLDR+PInj6XsMTEJRJCTaOYLFUEgmxRL2YJUgbdLLwsoNnSxJOMC6LtOBNPHbxpztBBqq3TG/R1gScV5K6od6DpqjyUKmqoS6sQ+akfCMDuHinDqg7UEQ29iGB5GQmvlgKHwdvAcullyXMtUcmnL9215MZsIY1Zal5Q7vCa2rXXhIKHJLTqk/AM3ZhRNJWBIvQ4xSn6bBDhWOQUnkIoQYsjVHeHIzKlExh42EQPmU0wpiycdFBLvXbMDGg7dOqm9/lYjbxHerTvnDNZXnyZiaIpTyChGLjUESwljAjhfUUJAMJpIg9U36W6OOE40dhxBhwyiOSaGeKnouORNFCqrPSm+0qLzqiLtDvetY2tHaLuz2ktDCp6RM4JJgoEJJmRkaytE2wzMbSrbYAOLSXXZzmAjGJEAnFiAAiJkR09Beg34RlAMHQnAsHb2bTglwjBUNIUJQsmBpsleoAmw5DiWURkQgCgp6cjqkeZKJhMqXA4oHTZ0yDvy5sy/ftvHrfK/wjaHZ1Qlu+d29DOoyYKNNaeSLqgg8hM+Y0OoifDiJGUWOYAjIFBcTEJKQ4aTkkqbqwLBIkhJhd0INMsFWQCo+kxZNzC+DxawNKUayHnnM+YO7t1ZTgKyQmrIOaq8MROZTLUQG3DaWuwicZdEk9ppFSjx1bh5SKJKbEbxPgk/DMYK8TOVoupF9qfC1nik50p6P3yO4dG1d1q7THiWVMCDJcypMS4jRsi4ftNPSzLLp8aB27eC0ZLgDDTQi9dAAvGcLgA2Ta1PTrctKiPbuX7l9AGZGRrZYwVI0YKpHWUgRWqEnaNnYdGyOxZXS0ttiQCGDAZyDuJOszVsAOGbhy42uNgGvQad1rRF68tyfor3jU4kGeWotmbTUcQ5LpGlenDAsdlYXR/muhRFFcTkAfp76HFVp6o/KcZrPljYGWQeF/irkHLIlxbbxrRTM7flRPPZJSNeGnXRdLnT09h+I3yxFEj1uJT0eFokcEAeQuVLF1WekdlWk04oALhSaCHDD1l00AsGCoA0+ZmZ5De4cu7pUOtad3L04t7Tbi5abBi+xetlTIgg4W3Z5HtFcUvZaUcYo+1baRB3SOzMVWz/AIFV3WH9L1H/AO28R6f6CeH36H8CqbrCofi9R1/67xHpn+Im3tEONrbdx7zLeZK+76mFokgZLlAnTRd6u51PZSHVI/GhmEm4EcsLcu0cF4qVLwxEDMQvezHL1+Ka+fo7NU527+OgBlptxLOLTLLItNtAwyyyLTTbdGWWGWQAWmhEQAGQZABERsABXgFsV2XYGd0WxZLWiocdH9ksoZcyIMrByJ3g5k1uL20BVZrjw5OA4tcLANvnKd+uZ4VUl+C4QIhyxjHevy9hb4781oC1PwvAcNioPwOHhQ4PVZzIiT8eOMOXLBo6CcWK/GjDLpyy+fC29B0wDYMs228Dxv041CtaM2xxEPZkKq3wWgw5jWXW8RnSU89PmjrRWjJIwAVYeuS6H87GBZeNM1a7LiPnDdK1Bl6AiAdu9qoOGccQ4hS+AvyxxoFrPR4A2OzGn5QjsN1yPYanaZN95n8wGeIS37yD3kiqjvwmFKV461N7mmTLmO5gQLC87Z4zWljGh+XcTmoXXmkGMpgaSYVOnCJpl0bThWExOX1F8imFZKVSRI69F49TzTht+WfdOxruiJNbuDSBvIZ5ye1E6xpiRet7uvVlATBGeM24Xi6H0Iqalwci5iIoeLQvLOBVNMiwkpQenOCCuCu9dliBtSdATafv3Bkrz/8ACJLa9twWH+m3iga4EQ/DNouAAGgAFqcAre9qAE8G88oO7Z3gg/6SbVPcQv8Ayjo4HiFvq48Qtj0Vtr/pC4yy9vBgaTKzsqExnFXLstvZVBgNOIDQ/lgPdpyqrbuidydJTX3oJk/qknFqv16Q3MGYCrM4iso8tJ6QmjwaWcwVM+LoKS2kxPimVEZLTl4YSkEmYPiaiE6y9UHhp6WYKlmnZRx1TvmEMtDO9h+D7w4SMHDRRAnUiohQ0oPHT4+YLJU3pCkHD88+cuC7p8cfO3DLwy9dl3Ltt8020w5dsiDAd2/BqahudtMo8PnFP3H+r9MnkyI8Of8AcjU+EXp04FjeNbmdL0+r8KwtPM/MaISsookjpw/MQWiTFfzUksxCKnFbgsiREZfQ6UWxJvlh2WQFcw0QZfg4TzL0WHI4tbt2vR1q4idZ12F3wyWc9JZOhMEkkxpma0DM+1MjHqqdoVScgowMNY08dO2rhQMja4c8B0v6IUHw9tNqVu5ckZpKnJr035ZnVTJ7TpNUnCOrFw8g9/qBl9LSOC0Mgszo1ZBEjyGnsxkhUdIoKoJSEC20ltFgPAnJIHxe/Eyfk5h5fahteG7kkJqG1Kb5yckj5sSyh07JxMlkGkWEFg9ECAciOJV6F4saiZLiCXEoWDrpUU1+XrKSJY6rCVcEF989dkqOgPVqZjT0+C0TYmlH8347lnrVWYvmbHcWzGjEXb2KktLUImjZfUIlX3xcgkzEJfJ5N+rKZt6XJkXzh0VdNMOHPZdsMshptV1GfZbjdEjWzcc2NqcWmKurWgSAt0agsMjMcdK2kYLcVQ7Bgqh7K4wCCr7ym7LXfwqxvrOh7diSw0UbwqEdKEPaFJfTziLQbqeFTh3TuhyDhaaavAqZLdXNqoqqZLQmRio1ChNWdpL858edNJDpTdp7byht2XFjlfcGaRdAE0t1TppjmeWmLR5MWZqyfnczEUYTXkrJSL47VnabP6ZyUjMrUQRhDChEJ5hPQySampgHjr1kqklCRMoDsmXcO3cbUr9b/wAF1ktDUy4elbp01GQiYm3LCO5PRrFTCXMaI4vNwFMlAMQzF6QmLUYzpiL5BBUSDLblp4ilSIOnzLo27YAy7B7tyt86vgon9TXXP/8AX8Uf8fvv02wN+30qXcXo9otPbNvpiqKXe2wYE2TLCCD1Rqc8jWgtuEKRtMllYPgBY4VggjpMgZ/S3HfX9AeS8rpEyfg9uD9O8upSyugBlYOqb6F5LwhB0EweEQHnJIFFReokDJqYisrJws5IAdNtFgOmHDooD942w7c9iu/rc3ZUtZLGppan9RG+111aaJcxtMaLIoLI7E8lhGhRBPRgtq8TFJey4hggoGFhXdIpR+/Iw7C0NJSiqMIqVUuQFwUetO/Tcq6+N0HDUXFdBO70Q9RSCozfi+OZu/E5qopg8mtxCiy4TBiI2+iZTipUOkXDcKS6TnBNPcFXrls+7FoAdCbfvmdK729zAR7ft7sklrj+IDoJGVkQPIXZmACc7ks9nuByZjw84jdtWY+THzkxETiQTiKSq2IoLxFeQ06VGQRH8RA31Xrtm7stu5htPFy3aGG43Q2nuMqks6YDgUMCRA1AymayRXW6VJdeoXMquNkQBowksMRIgZkATMxFQ2QKR3M7udSvGqDvr95JAszo+7MNRPPZ/B0xYcWInThfJjooXi6Pk2HW42NIL54jIYgMSOwIEHaWmGVRlPLpbD0pam3eu7OT5RTElrq2gXejavNY8tFGF14xDUPTBnK8mPJmN0yK0I+iFlx38WV1BNPv0Z+ZaOp79kHrZJUJNOXrLky5eA6k/nWQ0oPdPcQkJ+lpHBpfdwq/+Xy8xGIMcyfcQmVIPWheUVWXcNFiRMmy9eEHxFp08KNMMvE5t2/YdtMwF/BcWlxjTxrDKQm8i01pOK6vIzDSkei12rsPjUHNlWWFhpJBadOjLBASLmEH6m6LO3RV3GBqKhMumFxpaAKWtnSxtNm2y2nNwPcVrXTIyNbwtiZWvXQyscsUiWyIMmj3Wey7qXXDhQh8DBg0CFItqQwjMcJOVY7ulf2dnfcf93UbhTEamaWp3ctrUvW/h3dAH83haitJbdzSt3iu+u3usITSm1qHlMSltHzMSJR/T1HkOwGrq5taiRpMflIjNRFA0buVBOLuXDL8mXLFSDxyZaePW371hoHbNyzS7p3hbSfISW2nmCoqj+NoXliknkhJiqaS2nRJH605PriovvjUTLiUhw4nqJ5k2rP3Dp8WRU5lkm6Lu2nTx67bfPNdgZ8FxcAFsXtoK3A4JY9O2WDDkBnniOgyzyx2kLiVgxLm3alMOg6Jc8Uwd2QG/lW/QtQOQVxmlPVpWt6ebxtw2oofB/d6toI0GSG1OS11Xz5/BTG0X6rIsjiHkb8F05o5+UIWfQbBaC7VBUZbS6jFJKdpWRFQp8RPHyyiHxby7RNks+Lv3tqDXjOzeGSfeytZ0I6LYT1eOohdxoM0G4onfAMnBl+8SmoUCDGCTEbxLDjURfOllRipowKZ8bBJ+brj455D5SKg+ihGbm+daaFtr4PzpQaaERFpprUtpUFpoRpVpoRjK7QiIiI5ERGtwHaNqZuntPb6QPYFwZ7JtF+2wurb0a1hGQGcMc5BEillR0bhsBW5h/2+1bYYC2oeTnO8aZjWusP4I73MdREdZPCgfqeNVXTlIy2PvjaAb4QZvVdBOvSQWmiW2k+fH4Vo0g/VHDUbxEi/gunLAvyfC7uC4yQW1T5RmRLqDUk32VZZTSnxIieMqI/GfLslBLOTD510+lbzHeArWrGItDiZuQ9J5rVJCMEuJjxBK/8ADFJRyKfBpoigKbhZ+eph+6l4a7ZGJkN98nkotMqrPx7ybZFl8WNuy/VTM2988yLLTPwfnSgAgINMiGpbSoAgLIs0EBCMgEBAQAQoIUHhbbmuXru023tFpQk236P0ftZKlSCV/fGAZYAIIkTmK2S2ll0cL1hDKG2qxBBGRjACQQciDnuqzAqKRBFTVFZVDLsmmJJA2pKJx7XyRUiQcNmjZl52WWmgYcF3Lx68FkK9lkaA0NtqauhbQzCm/wB5jajd5Dr6WJjxPJw9NGL5NaRZJI8TqEEokIyxhV85Nl1h4aQjAKFU5hXIJPxZMMpLhYjlPjqIYncrfygmuCU18tZy7xydOmjW+U1r6K4X0in0eQUVu5ONwlO+BJyP5gKizAEy3cTujLEBxNET6Hm4XfEISaJioATbVm4hfMkBfNJpnyOk/gzBkk/3QMgnRUXflycbz2LKXkwAGvjrU5IxNseXEGai9+TjRCgtdofI+SABBlkADruYNpv7NbdWNno71427iMmJ0a3bXHbcKYXGxAYQZDZiDWS4rNq66kB8Vu2HRlaFKlmwspIzwgGDlmNa5N3WxSO92FvTp4bnxYmBE0faY5iSse6l9H5iM1Fg+vwoD1+ByIoWcO3SeVKuHKq6JTBYX/ksSKKbXZbsRURQk5TjaInbn9Gof/HYGg4P9JFF4Yp/kK1lhcAAPbb6ttNb4BI1FxNv7t3Og6IItlvA2rx9paj95CcWTTKHTsCokPg51GvTz2MCyXCsZKDSabhUtMsgl0htUdsrJwu35Mqz5Q450jJaFtd0JfCXNEyZvDZjySmjPF7pjmUdRIhkGQVU+Cy8tnsrtUrlBSTjhXgKXhpqIi0QF4sNHnjKEYctEDqWyypv22Hhcnxl8MbMFuFLXpKwttwAbaIXtOLWImZUuQBBAUKJiBW2GQbpZQz7I5Zcw7MAVLxEQ0AkyJM5V1/o/wD8ddbzGt/1HEN8M/xO6DeHZDhwoFvrtbs8OOR9Gn5IB9HPdTjXG1UjR7X+Cut5lzDRvDg4veHNBvIB4DUbd9NrW4ANAz6IBSmRHs1+jmoYvkcU269jgpe/+y9pnPT8qZ3cCN/bpXLf+1a/5Cx/8MVFTvwv2JnXL/qKmq2pmJIdHkFONaU9u3Du6o1N7q6E93No6hub+oTd+w1M5GkhCZGN0CZM19OaNHaSvOXb746TipLihdLxARWHYiAGS6s4dnWBEAesANNus9fO893R8slWZeiXXdOYiRPLEOILiZUp1OUmomJk9QhuJSKZFCK5NxFLGWy0kvnJ8k2nnmnKZEbRhyA/FTrDh6D4uELQTf8Agd9v4VSutXMjtdo1xn+N94U2xuug2g3E2jYwRa6F0v3grBukxHIBogiDMEb99a20Y2cDWtogv0itbtkggqAMzE8QROoNT7Bq73Mtv1T+7GwIjWdOlW+Av/FHnx7gpaAKbsxtMUz/AITluyV/SnHkh5hwAU06LSOuLWnyJ5fRZB5aMS6RrFOHktVUZcHT6K4iZyiqCCbNEjb5lUdJZ5IMPnbJQySabiY3VkebhSHn2rgd4gSgx+7Up9qBzTZ8uS41KRQDuTjTav8AE2SASthVWFKKgy0mdkjFnxJeZt5QsAsvQZnDknrN+Cg6cpownOmSa7AEvZowKZUDcJxijSJ1vPlJFMKiOoIB96WdqUsjxFto0jqqiQeAYKPWfIm3gssg2DDbPP8AWPrC2We5sVoLet3SOmAuAW7gMQQBmFMSdCM88tei6BnCptNwlGQEW5Ql0AmQd059kbs7bTVRG/AK1EL3oF/NDn05X2o/yRmHJrds763XnMrezwAoJRif0yFeMNIGquOJbLsxoCQYYfxqvnkYnCiwnw+vmUM4Zl8twHCj1Vh9OftS3YgY9CSyfREgw2YM2SY53i5iYGj+GNXG7hkUv7w5Ji6P24MRoNhtcX5BqBhLSjkRpEXRQ0ZmhLR+sli8ML0Pu0h6SOwiUZVG1F2bIn2izt22ZjvjfeL7zKZsOmoRmT8HJiyYUJqA9o/C8capZXRZDp0WWG3YCbRF7T2oJhgWWHr1gPLFm6MPXjIUZaaAejaWtsbLK7YrZF22RYu37Lh1KiTbUqZBlSrypgisLKuocMowt1HBu27VxYYExjII0ggrDDI1KAQ3s27EUE1tVca/dI7sq7KOzjTo9PiXSWpC6fMsPGGWEZSXCiu9Ngy0APCDoi8OuGwadvizp4w0yzAxv1d4VuxtXOl6KNMEln0M63dYkanIdSNPqfIyCViY0TQPE7C8nKZiI0CZEPQ6cLiw7RS6wTNwlBq2sKkUgdbRFNGYSDikokcAUUKLVU+6UTXwQaVrsw6b8oy7TZwySRiDTQ8HqWj6cyKY9YGtnT0o07DgxYKdNyY1Xa0tObJpmQHwXZLko0fBr5RfyrntJCATan22HLttpUOQvpsSzai207cOHbTZ18/baYcuWGmhYdOwZzuX7l5GtOVVWUqSux7Y5ggAwrWwoO8EyAc4O662ltsrqCWUhgDtGzqJEakOSRrMRIyka1Nvu0pcznlHoE0kSz1DNngnLBMjoKQI4Jqh9hUVEU8TTmAT4ZVlJ2YOOjirCiIKZDak/cHThZ4eSjDRc2aceTft9xcs4+9bZ8ONtom9FWuLXjqHnCYgDUjur480ay9dQYtL7ibsR6g4bmgnGYjTTqMXTYPCG0iWEIGXRhaKn1I86VGlYXBVlHeOGij5s27adSycs4+9bZ8ONtu6yym2oQuQoCS6OjHCAJIdVOfGIJmK5bgYO2LDJJYhGVlEmYBUsB2TIquV8KXmLD8G7qKMITVTbp0sTbnLJ2C4XKNPGQMG1BEiNuZSg8dubvGnJVEgRRF+9AAdOnj4s7eNsvH7lh5IDpZnnBn6UDJCfpxSJk4Ohrd/QjGUSHHxtwwUSHcByIKtRgVNnGmmXDtpCUEJXTzjxtphl2+JPgbBgWWmWYrSen7Ulvbd6YrTF1fyCiiTegLd8LccwJKWUUyWXIvJ8zsNssp7cwnhYqBlHiNEdlWk6LXcUIKmdh1HcIkDwzDakuHlaPj5SK0xIjeySqR5g/B24Cl4rHpGTWm0pxPLrWIcJrJlAhXRYtRWMSRwVOqBUgRh8CxpTMkDUZIrS4QXyMTrUXSxIE10lHcJqhPga6637m0C27W7iHZ7QCNiNy2ZQkQCq3HZ1UmPsyYBEdS21NtLRdQ6OLzmRhCOAGhpgsiqrECZkgSQak6+CPx+lxBu6prQI7bcu12XmqeNGz5Rl8Dx82jRfLyWSqiqr532GBLsG1ApEaa5d1est/Ij18D0ReNOXHy5lf47O0+f2Fq1/wAHM79vRR0qz93L28DlVNfQ9IyNJ66GdW6DJHThPiSsAlnRmIpdTJg5NSJfQTNV49ftFk9MFQdsPYnPxpEp0jCplWiGZadGqxDba1Ca8W85lf47O0+f2Fq1/wAHM79oGJLGz2XBD2NqsWyYOFlxyjKYggrHMEENBqSQ1y9dWMN2xcYZgkHCAysNxDTyIgjI1OTr70CS13h8q4TlJM+aE+JUIsITAJTFIr2n2NUGBYsPqhGHIkhl2kK6pEMGxsUNQ89KRObOP09ymlTDakSTDDJ1h0Wel38S/wDAwGkT9udvM/8AdEyy/wDgf9rKPLOPvW2fDjbbgveTa7pd7uvSVMjUZHBpPMrqanGIelLBhww05MzGm2sETgwbCRV26ATIlGzRZ8sRKbLsNtpEJpK6r9h4JJl087L1nZziu3kU4VlmM5Kue47o8zXPbuXhht22IloCiNSRy4+darpbjmRRSTu+n3k8s5bzcnNNKRulyVr6SaKcnDHQRmvtxjEceS3MLBlYMpaXD0ONqqYvy1mGiknqfDqW8cJnbKPnb4wwaMPe9vhSf7ExHOf5dMlf98ZjNs+HG23Je6x02bx/S7uy1zVLppllKeaWvzXjPhPnrMlK1KgdQUp3JNTJxaZh5QWG0aNZanPnIqqaoZmKmlmVlhy4KzRNFXqCy+Jvmy3DG+6mdvzIp0HRMk69NO2iuW2np5MaXD9ViiR63E56PXMTuFh61DBQsXVZ6R6UFOOHRbdqTTUOvW2XIALBkqPn7cBbo9guIbV0G5bu3BCMyItwsyKXzAwoVkHSDMQY6guPakcXLZCPbTNgGYoFDELvxNiIIyNXBJTfzAUtP7D2Df8AgWTdoVPgnH7F5Ef9lXNj/eZKjaauU38wFLT+w9g3/gWTdoVPgnH7F5Ef9lXNj/eZKjbrP+ydl/8Ase977FYD/Y9//lbX/wB8qzbyzj71tnw422iM38n7EVrgz/KvRf8AhFgrNs+HdtLnyzj71tnw422iM38n7EVrgz/KvRf+EWCs2z4d229/94vf8lc/xGrKz++2v+UT/GFZxuXf2KnQf/Y8QX/9rMbSdcu7l3dLd1u61qjW6Qmjv3yumvQrDUDacNEalokBClWluZgLK5FDucrch3y+TcxJEbRJ3PkglhHJSF3iubTnHzJZKNKbgqy8QTLsWiz23Nyzj71tnw422psr47NvquuG3bHXUri6gzWftDmKm+mG43WVpZj1WDRmcjGh5VFZvAdzto/3lcbwDH+pMJptL0uIUOwdDbMAxsVhUgykKCu9WjLR4u+h5WeGjbRx8IMvvLumGHLDLDLkGu221wD/AAKdurP6XqP/ANuAj/xJ2+HvlNSeuSGd4bu79HukbVKo6ZU3VOlxKixNEJeXkBzDJllp1ExcmnLxtIi5FNHDPxEmD0v8RTllIdvge9t6202wyO21f0urfg/5+n/5E0ov/fbbndbFy7dH1I3nRgruBZgsVRhncuox6rDdGXCY3U3Ut2z9ZFtWBKKTcyAbD+ajAZg5T7zXJnwVqEkmAYa3k0CoHxkEKCtXLuEkX46+Ayc+SYcIRGjpwGzAO3QPzPxMk58u+B27B697bwHbPaoz92F/8dlzF4fqKCP/AAfQJ0t4BbltJRuiN1/Ge7QhnUSmx5P1P1AxLqDmkRmkrxMQl43LsSauynn3CuBlN+c8SlzL1TPqD5Q8oTaTSxfttF3RIGGWBZgb1aE9ap74S5MxxoGVZMI8/h0pwi24Oz5dq72Awg9mX0I/OR02wiJqqd+WHlSHycPxQXIUMeUeMD2a5lWs7LsisjBk2hCUWGb7VwhRBIJgjKdcpq2Jbt/aSrDC1kgO0gaWwSZEgSDqKsC79L9iS1yf6kDr2fxYwr0D83dyiQ3cm/g0fSB0I6T5KxnLLV4qRXLGSMDwdECjB2nlYiOFjiojJTosaMIC84WXDpWS3jxgWip526dsv3Yg2DAVCnQmtkhvC0/clbxV3vGluQC5NN5DDLyCDGnhytuYWcwB8qS9ZduVpleSEc2MQfOIFxtsXTl6X+TmyAMvfKA9YZ1fu1t/FupJAaBtI8lZt6qfmlM2WEi4Eg6OYZ/AdqQXvkSJEZJdFlJO+WYZk+sw+pfFn7LTHxxHVVAg+p2nBp6xRra1y7G1Kxups2LZv9vCz++nqwbigHfqezWoRPyBXo2vRfP70TA/JrnIVpB00FcgbnPeF6Q4d3lG+AnxNqdEH6eoIn/MCA4lloX1BrqLKeI1YqxFM0Dp4g+RYkUnLblYSS6mnNq6c6fGHhD46W8s0yD5gR3fuCF5EiqBd+JFENKpBdhyJNSk1F6H1xJMuTyWsoiwjzUUUpVTTpcW3BtPUSBhwcJmnDxpy/LPnb52IsNstbaF3SsmtDG863mW+Cm3HksJf6mJSqsx4JjyTC7HsHrTh06Ro1imZwmFhMRIoT0KIEV4tFEtNA0VVkogeBkm4YMFXTTHZ23tuA4cQoOgHfgQjC6WUQ4ZhXUhNGHIdRE90DggjoSIizUTEhLJOQqDkonp5UuULOgEQduXLDP0a7YbOXL7OSUZC+3FGWZYkviYjNQCc1wk5b60u4AL0Bw+DZcQaIGVuAN8gfakDOa60+Cu/sUaD/q+zl4f9lQ90/PjutEVIDdjaZd5fvmd8NCupVmYLSVKqbTyIIV+YEVuYVMgoRJGK+mqXyk+fIyuBxx8XTS3kHbLtwLp55RsWmwaozLt8Fc/Yo0H/V9nL/6TD33/AL1tLbnv9m935/8A3/InD+uBF3S3db6raKi3LPo1HUMpOasJBixcIkdoBqrMyXtsZSVYLkRqJu2x8a2t/Ap+6t/pWo//AG3yPT/QT1+96T4afpHwTpqklK6QMtxWPmDKGC0SAoR+cB9hVWwQYfKOyScypqTsoSYOm2S7tll8ZAq48q0AtC7Aa0zSPYfWIrgWNIWh6JzkEr8SwlEaAhxmnl2zR+EVhYRzacmRMRKuzia8MnEE6YcKpYuwop7b58UYdsHCrTQP3Vdv9Jo3qVv8MIaj8ftfj9sW/mn/AHYxy6+jTZ2mxsmIsCGa2bSECRkcboTOuU6Z7q58bXhF3aIAOQcXG3RIwq27jHtJrUe7K/xxRvkf+8xAx/3alj0D229+1q3lnHLutjHPHHlam5uMJXTDkrvr96NKybE6VzUTMWC5XIaVFc64kRW4dXZhqLUVy+NgtqSK8X4pbT37JUyXT/ItRAqD5Mmw8+MB2/Ju7kfLOOXdbGOeOPK1dhJNkkggm9fJBgkHpWyJBIkaZEjganacrgAMgW7UETB/JrnnBz1zAPGo1NdX6bB854B/S6f0G/zR+QFX8JP6KAJj/LHzj+UC/wAi/NT5igDj5M+TPjHyj8oUffGvI+Q8wHlKnW8Bd7417vR92CzqBHQ2GqQFpaeaXxlr+FIJQ/HXMQp746E2/ltn5xfFxUWHAFwh4O38WF6DYst9kQv4cs45d1sY5448rUR9+HrDNQ9vrtNM1INS1CJZYbsd3p7XtQsQIZJ8qk4UNzCm4SX4sSVEyVaFw7MqcGL8Hw6nEnXaPsxEZUyjbtp6SfuCmW3qq2w7XboxXbXVD9UBWDMQsfmqrPrkRi3VrsjEvhCW8kfrFesZBUAmc5Zgsb5jWKsDaef4IB/DVLn9E/8ApbX4AfnA6/Cj+CIJ0/hJ+bPxYx5X5ofOMPkT5U+OfFP+mH4j4v8AGKfjAd0j93iX+OWN0T/qNrf/AKbqG6B9nuC0+hLaPEyIjRJDykTWUCIEpPW0NYTn7s0nqqOrFHB9MUiBp12nRkkfJGHBosYdNC7fOHrDxgRZEBCnHvtVjUYgb9zdpLGkmFZfxtqMIyDPvJWwrNQwcKS+WFpqJ55OjxeJjCfEcIHHRN2hPFYy5acRGlNCeclWRfNsC0Xe32leisKcVy5/XGzt1jjbK6mSwBMxkBqTzqthsd1uqifkbo6owj7BzbM6bzuFXMeWccu62Mc8ceVvwKaaRWUxQR1MuybTVUgbTFAq2LxhgyRPl2ypsu026F29ZYfl3rx2007bdvGQaEWGmWgAWY2N3tHe9bjJRmo73lMl9MEpkxPJQe3KB/p2VF1RMLh4y/iNmNnUWMrU15lg5ckC7mFm0YSzpH7bZtUB88O9h0yU7nnVNmG5DyjmROmMiMSqMIyrgxfjyKCkIIRmJYlah6GE58rLL5JQifYMqRgonFjBtsu6aYHyLh68Fpll20LPWrhkxkMoIJIuKVYATOJTpx7K5ipDYQQxkQUOIEmCII1OcZb6je/SH90Z+0eld/4VmD0/0Y+7jytXB3le7+0ORLvOdAW7o0Fae4JgyYj2OCk0tXK3BR2KFVuDpTOTyAssJURv1ZZW01LNkoDRY0ix+nG2Shsy+WZfE2XjDUTkHZmRpf3r+8r3kKcdl3umtD0wJMwfETv4m+1tatXCXB8MwuiqLp87ZW4Nhl4UX4ZUlZyyDg0XNIqpN8+VdGXbb2XtBdH3MjG6w3TkH7vNOmBM6PJhrOojWPPkw0qT21DxZ8ZMqCk8MnvlYzCsHNKrZtZIwy9VmmVVcUVU+ZXozW3BZVWmyhFMhyHoc4Gt2dpw27FhBaxK1y/0QtjCrA4LRKhmZioUsBhVZzJIFdavcsgvcusXghLXSFjiIjE4BIUKDIBzJjICtxb3r9i718/2K04+H+g9R6e6nstAhuMN7vK+V2jPRPo0P6UddcVxQ9ihXlt+GSB5FQ6u6enajMnUBGD0nED2Yb6ZSeosQnCzUVOHEaq3zXF+hmEdfdOiB8U92Jifze0pygr7snXalpRE6pqahpem6TIJyeVfnTx02YhI+6cFCZQs6eGDJh+8aZdunDl229eNtAwwwLQgAc9fB+UZYh7dBaNkZfSlNDVyKHNtg6lLBA0mqRNt5qAmu/dsGiJ1y5NF2njl66fMMvXbAtOnjDxkBYaZa21uK7bamBsEbM8sUxAjprcrmQATx1AGlZqVGzNiXFN4R1isHAc8gZ4RXE3wqmZs5pf7vOC0GXK1EMMS8mpPqGpez6X4acGnhoZfG4Ui1YKQ4rPSjbh45hqIYgRyDCs4bNkS649IEIYOGWyS4ZIHZU9CmhHd4SBkxL5a0iShkwtQpFEGQ6pJU8E9EhyN4wmkjvyDoyRidVmcdKqC2uulVp++U2CrlScIycZOGnCUlpjgPijrac9Zn6DZsQfMCQOoWbmmKKYSXGVCDpjSymDNOXDsGTSafB0eSFpIPxEVUUdcQ1giy8dtgBBbh9bIOjRV6QVCDp84r5JW6f0WyOiBeVNCm/Bmjo2h5dPHFL8HULaqJZRdACeZOAyAuGEUI1g8wtEi4Mu2CzcWqERLbLLp02/XDD92D9mHUptDX1W3eDKiwXRblopM4MfVIaZIlTiGZIqVIa0LRL2iGZiQrFbmLDGLDnKx1ciIO6astzT0vabp4wscgmcUhZQTMhQ+wDJhCjWXUKRCRZaBpht0YKsKKQ/bIHiz1lh+TUCLZY8SMunRkqYcP3TDxiqxuhXEOad9/BvANH+iuJT0R6DyUAPoxW4bTF03Fsv4CmgkE5VOjThDX3x9WYFXhaNokjqVotPzjtWUU1IfpSs0sNwQSU3GyYg3b8ITjQRg/VD8JJm5N+CTflnC3CMLz1lbLRCXE8wAu3hJUSzk2pgJKn2nDbTrtrSaquGe28Fgoww2272lx0PwBund3jLJ9LDTHOXTZCxRXeEzcaRisT7lovTDmGqkHb52UVI1iszETowotlQNHBTkoiXS4bRPjp1hBQ0t0bMO24Ia9dsubduwLT4y5uW2usMJHRgWyQEaZaXMwIE0BFu3cQM903FChQjhFMqQ5xAEsIhYXfmc4qWPlnPLu9XHhjPLn7U5pakRrJlAuSF1IwKMxpTxIooSqtQp85oxg/46fhlWKLiI/wDl2A1+FolLASVCRY15IosF3JnyXkDbt+XbeOR3ciLaLEqOlRFDiumRBD64nE1ZEXUQ+UVUdYSlBw6NEFJKUyDx+SUE48WeujJQ6UfvSxlw8YfOXjbtplrbXE7Z8yX02y9VprT7mdBcpJdIfk2FCLY6XSKClAbfg0JRLJNm22HyqtKDTtp0loaU5OLCoYACycRNGBZdbdrYSpD4ShBxYoKlSM5nIgjWcormXFiGGcQIw4ZxYgcojOQdIzmqlG/H3N+620W7tid09JEacnUtp0pS9KKH5cRS9nRP+KW3CjEc2YMJRIUcQ9HM1IkhlTenIBCL3QsKCKcbKOPLqJP4udJlzRfofdlbjndDaoNAOkqfUcaYHMcR5MeS0JKswYrLz21IpDtZmCRLtokeP2kmGpwJEPpb51FyWsljKcjpaenkjDh6WLFC7t0DtjSsSxrEfwkzWfLaB4IhCMIf3RejuPHcfTEjiJkc/DL3UtNIgVNEk1ASgMl3R0m7UUc6aQyyGUfkIkhCXUTxXE8WPkGKIrgiH078mnjUbM74OTOuI9GOsmH4uizdrTPmFFEXaUtUEOIylE7yWny8aeqijB8VpqYUfnD7TDkHR6MIVSi4RKlxA6WYzhJGipCil6wQ8kDZ+nN47PaGxlOhW50SdH0gbF0pGGAjYjb6SIJUSQINegTe6LoheuHaA3SFMbY8DADBMyWUAOU1AJgTIqVzfQStgSSG401NyclehDDEuJWyQlbAECQ58pLC18hQlCcxZZoiAkirxCeVl5T+T0wkWLfH1lUUFM35IHx06ZMNvHo9Jbmn9iu0GZ/mb5e8P+1373HWvAL8ua99BNaXE8tx7qwm1KKMUSYEt45lbByzCUYw4ZA4irqb+GKAyjRkk/8AJu2hBybKmSj909dun5Y0WfljDt0+cvGGOjtzkYcE91NoUNmnzsuVK6aICMmTD5plh04cOEsXr569baDssO3TthpttsRAGWWRERoAiHYsfXerGH6muGIiOmMRGURpGUVzGfq+cz9YaZ1nAJmc5nWawqYO5e3R5h9G80pjaQJV+UfPYlj6O4sWFmPXLHbeNHIiiiIVR67i126dMdpo+pHXrDt27YDyrTLDLIAyzVf+De6Tt3drmifW/B0/dPsHzEiKEovg6P5QpcVKMQlDiPKeJlCNUs8mpBZGiQg/fl4cPE4XLrL847MfF3q8iuwOPWzLbLEk+8K3l8c71iKFTdU7pImZmWRmc5dIeqTVk6LnikrIGlEdMuikVo6GrNl3LZiHVYu09TYri58yw4iNKA3AsvUqLlKK3aokfT1WboqdG7gZ0pa3d0ghvYrnBpGlWnyqn/JtlOeNKOqyXLhps/FkXm0FIelWIgjGIFA4tHowhdLdCsKzL2HFyBBcRbAiSQXeW4Ldy8l2zYt3LOzlulK21Iul4VujgRcayBjMTn1QZ16ELrba3cuul29HRhnYYAplS2cp0h6o0gZkRp3x+jK3Hm5jjmPNLJKMIe0rRkpGIcj2O5fQ5KrUtHRY4aW4fKNw8tP1yH4Cj5AePzKB8VZ8inLnlHLtlh0eLuTLAsMRwbhicMudQW9x3xs7JRRF87pYzOVIai+B4m+SF1B+W4dVY/iZ8nqHyNE6UixAmfGHfnfFFdJTjzrD4s6asEsm771WaJt7zBkazefaREdGmxLpWRoHnUjz0kZCS8rQ/Gbsg/dsw0mzJVYaNFIxdIxNNBhoo0/TIjQE5+jsxDC8PfKSeXexn7l2HofhPfV77eGoVQ0eGYcRItRk9Gh+H0skjIiQQLzCiZlwRTEpOLliKeTcM+a6LFS7hy7CzDDIY0Yk3NjZGsnZzeY2hbtshA6O5EyxXjICKQ24ZiswAE2gMLgui2uMu4YH8pb0hQc8iCWYRvMzVsXlnPLu9XHhjPI5Zzy7vVx4YzyOWc8u71ceGM8jlnPLu9XHhjPL0q46OWc8u71ceGM8jlnPLu9XHhjPI5Zzy7vVx4YzyOWc8u71ceGM8lKOWc8u71ceGM8jlnPLu9XHhjPI5Zzy7vVx4YzyOWc8u71ceGM8lKOWc8u71ceGM8jY5Zzy7vVx4YzyNlKdyzj71tnw422OWcfets+HG2xyzj71tnw422OWcfets+HG2ylHLOPvW2fDjbY5Zx962z4cbbHLOPvW2fDjbY5Zx962z4cbbKU3lnw4CAVr5vEc443tQOJNaWv7RroRQYHUtY0z2JaQ9M9QV0qD3xqWU0JikFtThZ2lKamVMOpcQFGzCW/JO1JOOFAXGE8Dog9eJnxptPOCV7ctbPAcdQCojSw+A0rilQ19H8qJWzWKJ6fNGWsAzJIJJh+bSiUfwZDsYk0w2YdMuXxpPLRElqLkkYfOQB09fFmHTx66AGG22mGQZCrY8J6MqHywlwWTXOVUqTIyEMM9cqlcOIYwxXeFIDdxII14g1VE3yO+63YOqzdranpASE1OfP2bcw0aXxSDoS/AvqDhf5ZMIk4JexSqMfL0ZymhyGU8SqEhKh7tqi0RYf8Axb4qXF6cfFi73It3n8IL3cchdD2knT/E8UTgiOcMs5Fy9gKJIIgSS8YRGfeRVDkPFSSomo5tosQS1cXT0s+F2YKH2iz50w09YfCwFQsvpelvTKhtMtounWRKO2Ag2y0lyhl+ntAIiFWgEpDjkQHtDWwhW40HO22UaGodhtz8Wh5ARUEv2Ox5BGSSCW57LIsiyyLokVLu/NGggz2QpSzIUCnL0G09KbpvWVboxbIWw5GEMWmGvyGkmcyOVdHS2Rb6MW7hUOXzuqDiICkEi3plwmd/CqFvh9c8I68NyPqtmDBUldRklkOEZ1SGhMsS1HS2Ly0X4udNzHgNWdxRCqcUXojcKMLvhONkXJ0VByaA6TMujREq0DDLdh7d70/QD6H6Vr+hA00DjlJmCQqHmj9o8bDtF98Js/YgZ8/9/UiBxT/LehEL+aFB54Hrw27v0zS9WptbqLTnK6G5hRVKSIJjbv2TcEIs0oGNGyEZy6VYn08wwikI3hM8QPJR0nEcLmjjtZRTRRTTzBdRJl3rk6XeMMvWIt4l2y5JDsNltnTCGIuXTESQJ01jeTRsJsLAwKb7wCS0Do7QJmATnJ05V3qlQ5D6C+VDCGhI6M/XFJ+sLT5KSySc9WFY2PbMqiq8KFnLagpGGhFp+dNi9NPWhFpttob7V3vhSURxFCu7AYVoYXlqHFVjUXKUuwpoKmeR1Bhy+TI2B86A6nPSxll2+AAB67B6DLwAAG2BAAp8r9Ig1dW/k8u8yuAD/LRmdYLB/Vt4BxsAdaX1nNb4NzNme8K/MWeO+O1zzlgj5TJrPzOmsrRPMOFfldPYfMJ6t83ovmysJHykRYNGWCZ/4n8aLMmH7Lh4wD14DVrx2m7ZuWl2VkZ0Kg9LZAEwJMNOp3HPnAmbYspcRzfBCspI6O5mARlmO0eHdZHkg8ePZLyhevm23j15K+X7148bEW23jbcJpAttvG2gaabeNtCLTTQiLTQiIiNRrtmpeHIeKLZ6JSqEjFojVCpYgpr5dKJOVtRIE223pIkfVXRZk8cKlHj168LFjD946cNvHjTphhptodq4RHcJaq0skSTEzfr7ydOTk8o4IJ6eRmTMgmRIkSbl2XKkiZVxOl2XKlCzhh24Ll3Lt25cunbDt07ZYZBkNlSl3K2qSW01ZZTFW99dvD5lIsBTAgyNliXMYTHmMdhKP0qFYkTV1QgmKCZycCgUNw5FRQg+QlosaIHi5hNPGXT4kZdNtOW7rcv9UHZX3AnpbJgaE/a3DF4GNM6FLWZF8Zzl0dztjTzA7t+axt4lua4wIza0eazp6yeWSpFTPQXNOU8fw3Hj58krqMZZoLs0QhTy6UvIx527UYfimG1MspJhx2TWYfV3D5gqcZpXTeQdyzBW8olfKeEpuRmsbrRdl0bieb0RQxGE8YmOIs0mEOZB1FR08knppiJDJZmJ0WXKS227g9cOFk+J1Q0YV3DLLKuhf0LI70D6FZoRauR/MzRbpNmJHcTm2VGJY1jrTjJ+LotiI+DhwVA8uxJEEFqCyrGwLuHDgDJ86/eg4cunQD5N2wyz8+H93loBhI8CnCuhvR7DSkyDNFCH9MslkU8AAINMgBtOgcsYBlloe0yAPAABvQB2pf2S/tBUt9V6jqVZrLligIPRv1s0aYdQRvgjMnS1ft2gQOn6ywVDqFxEAYhAyIzwk55CZ3Qu6T99FuL9M0My50raNjMXpcOKkRJiDD8PQTI+Z7BlYiWIjxROaiGLolj1OSV6IVYy8bcvFiJohUFFQdp5Vhht+BEiWLudbbu+/wAJT3uXWTaCFw/7L09dOfIAHltZ+haAIEgZyBaCoJhKDy/Z7HxeF4aRofcCx5tGRdJJEm77FAZoz2eyFACltqwG7vt8JT3uX+o2ghj/ALL09ZCmPZTv2m4lxH2JbjWiBtICLatG0qAWbsgAu8jSIwxpBnKbbI4vlQ4m1mXcOxPSW85wrHfPbVjPVJIhH1Qabp66dV9RfoyVOyVEdS0MLZV2y8NIT2LYdPI5NeLuW2BdvzKIdNFlVw4fMtun70mw6fO23TbTI1YdD29ginc3yWStBG9P05T6gU7IhaiOEZPz5l9A5eLZWzPgcysHogRCKWunDsLlFptPdKCg7QFqHm1Zo3DZUonxUnQ7FCKrOjtxi4crDXHAaW9HGLYtnbxMlCh4u9KnCzg4WesgD0sacOzDh6DLTDYA9cvnbbttkGmQEAbAQBoAEAqyDQdV6yzOl21c6K6ilJKY0dGIOF1xKYDAEEMCM9ZrJbgVCjpjRirRiKsrBQJVoIzBIIKmcuAqnhMqa03PhDWrDSNCUmNPM3ZS7ubTPNNNn5Mqe05oVGGBm2qoRt26JosGgWMKiIZFTSSp+HIdIIa8tqrhxGKnFUXEkQojE055uT4V/wDzNOizI11lw/w/0ARf6oUuOA+ulrWLIAAMsshRkGQZAOzRkAAAAAAAYAA7IAFADAY4bVTvhX/8zRosHj+jLh/h/oAi/NgDna1eVtuTabJtbHtTu5u3boQ3HwhR1WVVVUE4VUaCSZJJOda2LgfaLCqoREJCrMnMEkloEknUwNMhVrDlm4YpxtcbVD207uSB/etyoIfRCn5r8Qt8KKUB3FUMRHC708fTHURoKugvFJLeMuFNOdrCe/T2zyc/bdtsuD5NkwL8o9FhsHZh2w2LLQMiG1dv+Bw4CoH8ks3nd/6/6P8A8Sre2ncFNu6691SvR2elBnEekVMOYjUGZE6aRzrmRUacdzBpHULTx0IiK0l8JIH+P/uXM/zZpjgP/Vpp/wCgf3eXK0TGiCbimDorhkgrvEA/EkMrqCSXXRUDr1EOLCWaTyyw7JtPioG3ia+MMHGCrRoqyYacA5F+5BvyjFbCLPgven+PTUPno5137weNDkJnxVoWORZNeCoiNQ0qC8KvhUofMLEvDj1GPi9JEnonE5ssZ8oTKt+UFou6FjMw+DhwHX9kr3nX+3+j49sFUr9m3Gg2tbu0XDsoIv8ARkKNoQYcFsIROHfmZERpnrXQTZKWVF4g2sRnomzLMG47o7+/KQ3dP7uFL3XemVY06p8y2JuP1ybUXzSU46CC/mE+UzMSJEKoBIqah8Ili8HT9LRISSyDZlldfOzQufLMFygNeRYk15CFetshbPmiNbYClfZau/CXweSBoTiqGopd7xneULLyGogRogYR1yfCQcRFZtGUSyiymrBMINdNGks+JYCqgVB67F+UevnQPGBa7QWHwtQLjbl3UrRkAAenC+Qx07OGVBbNgWFtgKii4LkiM89cjvJJMzMzVbhDNiFzpCxDMSpWD1IHDOToAOyqvHwhyQ+qiYc+t1RPHTPpqmPqW/QuTcmjNKNoZl+Ufi0wKRGWmOL4bQlZYcpyqMPfPD5iL6eRVWkhVAqJI4a+TTYlPir7PIq1Yb0jXDp71mybj7dOxvpkl9HOiDVbDyAvL8102O44iKaCzJ+IkWX0EIUKvoZl2tGjMVrB9tNcNFYaUqGnhN228Ku3gv8AayXjFaUxTu5M1rT+9xBQuAVqNr1DOM2C/sDja1qNspN27cW/cRb2HpLaraKthti2OsyM4EDOGE8RVlu9RFa2pKDqsxaRLBjkGAJxHeDpVMbdparN7BoD0dyy0fJG5Kn3NJRgJRj44UmQszQfS6S1J7HUwIkjoGTkMHJQLZdNdJQRCKULx7HAsnRKAeFsn5f4m5+lvJYynJMPeF/ByY11BysLSTnPEk4i6jMCVRRcT4lLwStNz5kw7ZR3a6ln1MipgBB2TMiYcnG2u0Zadv3JV+w9KOLk1KYEfAA5ernFvdtVL33Vt8DuFK1tqDccOH4a5GcmQ8AD3bc1+w1jZgpv3LiK+y20RltKFVb9oDNEViQBEsxy1k51pbuC5dJ6NUYreZmBckk2mJkMxAzO4DTuq1rQLWDHIPrtnw422AoFKfZ3XG2fDjys0Bxccchvj1O/lnH5Ndefe921xzFmZMfTLu7N2FqFi2bUFxbFcvlmdGpNCTpeyNhVWhdcMQ2fiIiok15uE4tRzJtyKpDL4/NGFXqwkg5VS6KquBfJ7PfdvJZAL4iWMKqIzsx4BVBM9sDeSACawtozkhQoiCxYhQohBmWI+JmK+1vsN8vFW7FmRpCl/LhOlPEpycC+ur08CkwEKL4kV4Ik0irkHI7iI4eIwdG8JHCKyvNKMaMIT5QT4nJHTEIqLoEsHhUHJ2f5GVkqIUlKX0NRJrCIuJpJYRlZOMOTieqJakWcnU9SIm3HacmSh0o+cmSphy206fOHrDx200w0yO1enS7uLycaJ8/Z271ePmdW+rXVhAByAI6PlnjLqCJHQcoNlDhWH5LvHiWR+SooQDhBJfpcWJqOjJkM/JBNHg9BKJ7UQKcXc1wQi74/cnOhltBsrze9H3eEKPTDMAF4ZMPyGpqT8GeVcvSkOuEkgWW148Rh8m0cduERNhePYXeFyZf5IVZZJr4EInyLe2i273b9txYuwUVRjfZgoj8oqYiRcHXYri6NpU5ZjbBbYKltl6S2CGJOFbpOE9QtAlTAExiGYzyq13WtKCNw5U5XGrNhpwtxClccBbzlK0bN6M5txbrulW4mxp3l+mkIhilHLobSrFaO9UFYhChOIIGOklNAXYcigm+iJl24XYaiFCWihF+eZLHuw8eF32ZaF9ZKbrjku+nIlSOntIMsTi1XgozCM/4TSYPio0rIJZOeqiijpqavLRk3DjoyoClllRTLIZkyokFRwylsMk2njXNe/IhmJIy3UesqGYQh9ciuJViAoYLJEPQ4kH1xcUzDMzoFftuE5JTCxlQOPwcunr5p0WLvHgOnTx4LIMMNCHTddW2a7cQLcXoXdQyyrQhIBUjMEgSCM6yRSLqKxKt0iBiDDLmgbrDQ75764D0vbhXc1ahJXSd1JwFK+dsUSjmEgJkyJdy/mPOCPi6ERS15pwdH49D6auMKZV4rMkygLJF9Ex1g46LuHJpt4ywLO1iuX8vYFlRBcNS4llCEOQBAMHJbhFhaDoQRiEPw3D6UWq05IpSOmFi5Ek4Btt49bZcuXflTD16/ei2/evG2qnOg7fdpWlTRvpu05Rru7N45EEWSYlRC8BL61C8gyz2HVNTRCnkDJxGeK0Spam2QetXcNHU8mYaZu8LuxsHWv8EeQHn9LT3nX+5/Ren+jPu+9NuTZ7+xW0Rl6K1cdF6TBaZesVWRkmgJyEwN1Xu29ouMQcbqCcOJwcshIlt+We+edfA3XMoZsQbvqt8ZMKL5YTDhWAY+Wkl5AkcRJBMSIUHxq7cxiYfPG4TiVUTCqLEbDpyLL540jHTgMOxB40IMjXazCHO41wFBrw4UAa14fcIRNKO+2hHVXqAl3IBO0Na8JSHphml4q4mHOCTyXC8uYcaQoUXYqaeRKul4mUHxB0ou0JtITmmCb4X6woJ5UQYZfi8Ym7DgHIOIZpSn0aca8MDawgHTsnRC2wsv0i9LcYmCsNcbpCsEDIBxHLnWN/HjBdcJwIAJByVQoOWkxPur8Kmy+bTT7Bc6wmv2iBtlwovGHbTsg+Eu2y6OvGHgMummSrYsmGmXjTDDQOx7QgFRCo5849TNv8Nq6IL5/iW0V2uAf1Uvb9x2turjLTxEWGGAFpttKUWGGbBVpoo9ZZAagABVoaXGl6jQA2/mfborVNuX5G6eI7hbeOab3k45zqU51yIIRiNiUhOPgT5YmYHl8nJSIKsYiVFbLC4ipMjE/wDJoFnjDr5R+NA/aaNi7d8233Aj7OhZUDi8cb371hRh6PImywxE4ssUxBiJNbbMpK3GALFTbGFbdu4xxE59cGAADpA46CpS0zS6+SNUEQ6z074ULoQK6m4pg5xAC9NRknpWbUFGDy5JDTnKK2gvp4Nwi4dOyUOIrgDJaH3J5oCLDbRoXj0w291Tr81w699G0u4AjqTnwgWQ+uBdiyZKfBKpLeSMGaVDUQQ0jGUJbWG4wWfmmfmQoOEJg4kFEF6/eo5VwwdWidD3lxclTO3w3h3wVy1dCz/r+prSu8P8nfswNeOyu94l8FgdNu3rvQuZYeO22HjDbOmxLZbZbYaBplploI9s0yIAICGBAKU2889HhZbe17PaZyWxLtm1khyVJYgnCTlmWzJmTkI6lxypaxdcAAQbFgZAAASBIAzgDTIACrvJwmVUChogeLujZI6VflDhV+wy9cGSxl0LgwXfu2mRZeOnzp427eMNB2WmGhZEBAdqYem3V6r/AAcWZmovRnq/krO2ItHMZTdimbmj+estUQjFiebRYiIgw7gc6ZiSIIdSXqs8RocRnKyiO4hdxDDMal1pTUkk9CcVJ0WOre8lZswpPuTsqp5QGKn8x5yS6gqaMHCtEmU5X+a0fQ4mRSgiqJ7D00wRUfktVK/HSjBkyyWMeUcg/eAx22tiGiZU86+LnCzg24Ft035E04dmHXlHTbDx08F29dtsdt28ZZeO2uyLTDbINMiy0yAh7V2ybptXbVzo7luSlzCHUo4GJWUlcSsApyYEEAg1wK4t47bpiVsONZwkFQIKkTDA4pyIMwZqsZurYEnvr33ik5t8tPqUMSSRlW9lcXkXosl7G7lsvFJqB3jbtyfj98XMFHD/AOJmEr5efApumWUZXWplREVhw2qo8POFEzjuoi3wsDQdj+Yhi/h/oK1mcBZZ+za08Feo1EAxwDs1+jUBuNaV7gpavxOjR3qTij4RFpD1nIMr1FQ0yy60qxJL6NJqO1uFHKchxgdhbU6RKor5BMLrmLTT18bjuE3AGiEPmiDLSy6Fs2wwXOtFea7Ya3asquK631yxduPHWZjdVncqoOFQBoMlUCZiautwO10mEUbO6Is5ABQFUE5kk5nezEnfFcp6P/8AHXW8yD/Sbw0Fw/0O6DAuAgH2B+ba1wFah1GtwyAUG9WQ9lae2m1UfR9/jrreY/2G8Njj/Q5oNGtAAKXpgPENrXDP0a1HzRH0efZ5Mhe9wDmNcWbJOC9H8L2nTj0p/wD3deVUv/atf8hY/wDhio/d41NeVekTSnPPWRFGnWX89FmU0Pw+sGoZXikOICpFjCjFcMQWWJmI4UYIjU2msp5dbdGXDx6hKgC5IMEHblyw9ZfuIWZZbyXV/OOX0GzUlj8G6IxjL2YMOpcVQZFKZqCk+ynr8OrBZ2bTFUmyb00lTTJc6WeO3zpl+XcPQZao27ZGoBJJv+a/pQGtmv8A1CQQGKB/LflzWnmhQeYB/c2h70AfCQt3Jpt0TaWZBzIeT4CPZQSRgCAYuBAleSVEX5fhtBJpyl8lqLcVlGzpL4y4bBwZaLOBfMUbF0wIgAY37oTaBbfaBs9s2BcBwWTic3GB612250GgykdprW1bLWMa2TdfpShGK4IXAhGSOu8nPnwrpoNbmvkRD/Cywj/8kHJe9AD/AEt4Y4gFMjUNvlSn3ocTKOuDTZol1PblSDNKMTakzKm3DcSRPNWW8cGSSEmJcRHHi+WhhH07o7pXcCfh0wlCWexMjvGHj1owDbbLkHb3OQ+FX7q61Xmo+wDmUCfzDP8AFoPXmF+G0XUR7yHTjvKN/luq5j6bWo8ahyXiZFcERCMfws4hY/8ALZhLmcuu/iRVwqq7Jop8QPOO0YafOhB923YOqM9ocnvIpt9HtwvMb1pejw7OZVriBslsq2hOYIiOU1dbROPHs3RgW7jBpvCCqSv2rhGsZEbo3ZXeIfhuHYUTXKLC6CjQ0jOHj564SUBKIo6W5eP3gv37x0RTixcq7eP3zbbx82w67T140022ItiI7VjtSiBMP9EJOtor8KWkdpmKPpnxsZKaeF9G01NrUkiZqITxkpK5TbiXUxDcQPDkEl3rpAfPFlARVFtoh2zKYSetNF3dooK9cCI2zcAv5vLF2eldv52qbPrdjSD3tu9sNby+STydCBEmoiKHEpijEuiswhQVYjMGNTMUmRcGFxDBLFQTzqE78qw2/Ez8WF20w68gAtbba6oLIaFVnK4jdu2VSELCWtEEg4QADlMEDhlsyljcIklVBgJbuMZYDIOCAdST46VKmEPzIt/hwjTwH/7E0odP9Nn140xau3LGteb2pLS9pjmZPSUPwn+WGrCYkDBBnze0/wAt0nTc6jSPvnPMCFIPVwRm4Yn3MdcZ+ayHECnGqiBGC1qqVDh8DXycUEwqkPsBvD/grHHQoYx+1sS81DlHvKvMO62zv0w/4Kv+0UM8P6GtL9v+T3j9+W3GzWyrBdp2dSQQrDbdrJUxkwVmgwcwCCDGldKhwQTZusAQSDs2zgESsiQoInMSCCOUGrXG7fmLG03dAejSacyYiPRdMCYemuT8YxpFCmyXZUIgiaIIIRlJZVzoFXBYsyZPnjD4y9ZLuHLkG3jQOnTDAMsh2ryzj71tnw4224n3eOoXTbqb0kyrmTpGhxWhDT2RJqcvZcQusQ65hR/D6PLZTMwZ8jlUJwoqrsilpz5IbKJjAHGxbJunTfYYAQZDtjlnH3rbPhxtt69og27ZDBxgXrAyG6o6wO8HWa858nfqles3VIgrmco3RpFHLOPvW2fDjbb8SipJ6OnH1dWPFExKSiRpSU1JQMOSZBPTyLhs0dPHjZhp2XKFChZ09MGTD947cuHLt49etMsMNNBybrk1hw9oW0/rGoOKpUzgnEiJERwrCz6E5Jw+ixJF7ChGaq7QEE+ZT1uIYcdsor2ITaUiGTBB8pKbs+tJrBZGOMPHzZevjMN9vmt9snNykMSUM7rrd8xw9clZjxBMI0aPajprQC2/fNm0J1Dh0vDkSOSERk3BJsxDjcLwJC54iomCKrHkdw+2ZSVHO7fW2cCq1y6RK20UmZkAs0YUWRmzEQJgE5Ve3aLjEzKlsGGdmGURIC5szQQQAPAZ1uXcsb6OO94XrB1oyOmdE8v3sJwobPRnpOJoMMtwsvxBKhImDFSKqmVkwaOv3i+rlYZVZZHHrtksnm3bL1YPiR8iyb+JdcRdu3p4r+/BlbvLCcVSpdyKgnT2oSnVYTNLkXsTaMREbhOYqE7Op6E6gV9Bz1FA5F6a8bMGY8KHgLODzbKa09dOHJnSmq/cSwWVlZplivdtRQV0ravdDiEKdIOZb5hhsrMZLaNK6wtwpORULJxl8pGIsX4hilYOxGaRlpOemIyjJEWoXUoZik2UTsOkrvi9cklJjS40z7y3doz2h6acbRnCctYWnlppSEuNpNTBiCLogLQqhKDbxRXysGw+y+PP3B9bBKmktHCZQ0Jx7CMPuvi6c3yqWQJa2zEStxblu8oZrbNixBGYAlSjEqA8BkAIOoGzQxZ9nwgMhRrbFVZVgKWAJAYMAGJWSGJkZTUjO8n3qunHdjwPDizOEtGcXzFmO6WXMn5SwMgHji7MNVRRIODjkIhMFWIYh5NTzqujOlY2oKD1VcuVJy8R4fXjQuyL2F3TFu/dXW971CwXvBN7lDpiXEhIHfMq2l/QY0yqpye7I/GnB5OWpmQ+qsuz5REPtlyahEBaIHBSMJpnShIuvp0NSyTkqEFq1NEkvoDjJUhBci+CoUilagBaexJAqtEUOpK0pQbEL9PMpL5dhY8okzBlAV3qYdNkHiglvShtsoZfF2nou2xZ2y/lnH3rbPhxtt0vYN24DdfFaUqyWQsKWAHWutJNyGkqsKoyxBqxW6LawixcIIa4TJAO5BAwSMi0ltYKjKmO2GHTDDp0wy7du2GWHbthkGGGGGABlhhlhkAZYZZZAGWWWQAGQCgBQLV1/hSf7ExHOf5dMlf98ZjNs+HG21ivlnH3rbPhxttXU+FJ/sTEc5/l0yV/3xmM2z4cbbNs/wBi7R/yL/4p5HzvGonZ/wB/s/8AKJ/jCpcZNlDahoMlUQIFjB08d0iwOUJEijh4ZNGzZmTSW5Llixdyw2+fmH75th04cOmG3j142yw7YaaaANqkW551k61t2XpEUNN8R7m3eOTZipUnJGMxnC6jyHmnB8OOycUocGo5NNMP1aWCoacvyz6Gn700beF2SjtyZdNdofJvBZuLaTP5lfTP/Y/Sa/4OYb26B5Zx962z4cbbQ1lrhs3EutaZLZWQqtIfATkwIH2OG/xLdCC4jIHV2DQSywVxRmpB3mq2bW9c3yUwxbLSf3EUyYbbbAWCajOifKbDbtttoA8m+OJUSwJK9koyy0NHjgV5sBZZFoTTvtUd/M1xxpr+jzcX7wlf3ikoZPyTm6aJFXkFQNJpdCIUdMlc8iGUbSQWihSdR1MQkajUrEvzrdKxxKiNpIOExTHhAgTYYbB5Zf5Zx962z4cbbRGb+T9iK1wZ/lXov/CLBWbZ8O7aty062rrPtF24RZujCwtKmaHPCltTI3darI6m5bC2kT8pbzBdm+0N7MQO4Cs43Lv7FToP/seIL/8AtZjaTvlnH3rbPhxttGJuXf2KnQf/AGPEF/8A2sxtJ3yzj71tnw4222sfvFn/AJK3/iLWVz98ufrt/jGqgO/omgoSA3re6v1HvpWzSmhCEikOJY0ixIldCr+JF42TZjMHTpNTmWnpRMYVDAu223LhSUCDpt2yLTL4aCAdYl/hGyQvOWGoI3W284it82H4t24kSVBy8EfR7L9IWl9toB5suBzYB2sm8s4+9bZ8ONtjlnH3rbPhxttl9Xui5de3tGAXXDleiVoIVUyJbgo3d1adMhS2j2sRtgqDjIkFi2gHE86rxS23xuu2eczIAguWG5Q1eQnBq3GUKpcfTSnyYWpVJMGQcrL5AiuRIlJcRSzTEyLTSMiPFNXeJ5SMyT502SKl2nBgFF0265uhf/HZcxf7Ckj/AMH0CbWruWcfets+HG21VGF/8dlzF/sKSP8AwfQJtneR1FjHda6TtVmCVRQv2sgEA15knnV7bK3TYbYQCw+QZmJzXMlie6AOc61aQiaFoYjZBUYWjOHEKLoYWXDJdXhyJ0dPXkFVLsPnRhhwpJCqWNJ55yw/cuX7Lo0XeMMvnTt6DINu2WmYJtZU7NLelPXdoP0aEt3vpfjYhrNXTKMemAagOXaCbl+yXiRLQRMFYbdSxVXMSNNsKImQdPllEBhp0DoW2gb7bE+/LOPvW2fDjbapnv3nE5Zf7yvdY6opfaa596h4P07txNGcapckZbRVG55lhOjeHj7pGeH0RHUEtJVFIu5fPCLpWMFQfMOnjxkBYYaaDXamKWsYAkPaBOEMcBuqHygmMJbQTqRnVNnUNcwmYKuQMRXrBCVzBH5wG+Ks/wAv5KyblO+UzErJTSzloYW3RVysv4AgOFoNfK7ki2+eEnSo9h1JTWz7sm2ZMtlXZpp6wXbMP2nTLAvXgjX73R+kzUdp3h/fEvZ0SkiqAmZ5T/mtHMpGVR0RMvo8hVVJTNaTldEcJJxQfvGDgKicDkq/dlzzTZxyx8VBtvsh+r+CDo+/znXee/7SKz/7y7H8EHR9/nOu89/2kVn/AN5dsmvbKz236RgbYuBQLdyPyi4TIwbtRBGetXW3tCq64AceCSXWRgYER1+4zu4Qa2D8GglfMuUO7HRYOmzLuOpXxc6njNtRewrMSEl+Cojdp55+gtETzxDiVPTFNgmcZYbaKGWioODDLDbTltsGREIh5L6wYl3bW943s00o/wBHmsKckHz3ms/SYKVpHydPxGQeMw5Fy6pmFN6prRpASzaaccqbp2SMpJxQB49dPgbZdsgy01Zx3fuvJd10IMy1tc0lakNKLUvFaHEoulajIOOQepxmyvk1U29UIYLmyRMThFIFNYLKD52LwHZg8XYaBiodqQ3lnH3rbPhxttK2A9nZuhulegzRzbktCtbMq2GMifhUNdi5eNy2D0uTIGiOsriGAP6I85VW1b+EXkldn4jAm6t3ncWRI9sSRW5EOSbJpqmBfoypE59jzuyz+JRzFmhGlQBlqSbd6az9SmsNxNdVn7oHm7odRoRfQX+DR3N5aNn12Z5GIXcTtRAaeIyjBMDqULHYVbR0Vk6lmyJ5l4zEZZp0oPG3Bh26kk5Zx962z4cbbHLOPvW2fDjbbZLd4MC+0F1EygtIgMggSes2RzyIzAmRIObPbKkLaCkx1i7sRpoJAzzGYOR4waqo7sr/ABxRvkv+81B/9dyx2tW8u7l3dLd1u61qqW7K/wAcUb5L/vNQf/XcsdrV3LOPvW2fDjbbPY/3p/8Al9o/+M9W2j98X/krP/wkqEbe073YhoU+b2m+Rsto1nTrwnuguHUgZbJcERAfhcsZiQ8ow4hxkuKglShKKy5BcTjrDmCoROqSyoHyDJNfewskmgWmdcbvzczpkD6FNSEr9bp38J2pLeF/LUY6u40aNElVYSl5abOKcIw+hxG6LsujqpLFeUDEcOFd2BggzM1SWTiS8NQ+TRAYnTUIBgVWjKG5iqkGQqpTAg5IiFAhGOD8PJJuLoXQ4ueJD2KkeHojMFHiwipkSPEFEbXiCccLFlZpITRPun/xIv5PLeWcfets+HG22nQ4rrXLrBwAVtW4hUVlhywk4naSpJyC5ACTVelw2wlsFSSGd5lmKmVAyEKuRjXFmTkKqabuHVVrI3XuoWWO5711SmmHNiAIliN/BeibVHLmHlGIUhZgt2Jw6mIau57Zht9BcMI5QweUy7Cg/iySSOXaToiSVCXxVGiJI+tvEv8AHLG6J/1G1v8A9N1DdA+za1e8Ll37ZZ4+cOnzwo9aMFHj10w22WMNF35Rp+XbbZFpw+aKmjJZp47FhsS5h+5ERdvXjLVVHeJ/45Z3RP8AqNrf/puobbnu2zasonSF1G07P0eIdZE6VIQtPXgzBIBAgGYk723Fy67YArGxexkHJmwNLRos7wMpk74q1ny7uWMWx7u61mNsMPWGnbxhl47eMNO3jttgG2G2GwBlphtlpkWWmG2RFlploKCAiAhTHpyzj71tnw422OWcfets+HG23fXHVRPfnzWmUU3pWgHT+GvSeOhfT/NiU663NeYEttQi/IyFUBotE8atlopiE4EVQ1BQHWniYmIjtViSog5fuCTt+DXxd2HzQ0y6Trf4bF1D/wD2UGW3Swfx4vvysO2i/hF8ytPcp97Ru74/1Uy3VJu6foRkitqs0ZcJCIiRCoxagGozmCQLJxNFiKIYVRlB86WGiB1twor6U4ZdlhesmG3rDLlvSf6ah8GD/wA6im1/tAyA6f6Z7p9vPbxbj2xtG0C49kEXRAu3LyEDo7f2Rb6uGZ1zmToK9NVforJRbhBtyTbS0wnGdS+cwBygDdNdwBpl0nW/w2LqH/8AsoMtulg/jxfflYdrJmhuA0aWuleUsIw7qgjLWeglCESKqNqaj2YhWbMTzTS4pjWI4pIqBqYhFTWycTp6EWWXcJoJwqqnC5eH0BMIOXjLsoy7dU0/01D4MH/nUU2v9oGQHT/TPdPrHntbA3Vmq/S7q+0iw1HOjmV8aSbkNAcTL8o4Ul5HEPQtDCggNwm4SVI04TEiEI0j1IcITQRE4+ID8vfGReAaYeEizt25aedOyPaNwhGsFsByt3LztErMi51QNMxnoNxrDaFuBAWW6AGGbpbUfZAEFM55HKOc1F9vOt3xuG9JcPxbrU1m6TY0iF9Oieh9mMoigWaupE+sLc1ZrvYxmEsLL6GEmfEKoSSnqh9KiE4/cIhUimpr8yWJJyUWI9h2V6GQPg7G5UiNCRIhT9Gj8CC8kpq0SAxqE1VuzAFFQm4PFgfu2Z6PGXb4HL9gHrDLxtlhvtMsttAHa20X8Kcl9Hsyt25BcPS5giL4/X3equWKk8Q4JhpZipYdpxaX033Jk+2mIRE8dYJF3xks6fmmnDLh08MOGHjbLT12A47BPwiaC4ZgyEYbObtbebvzkPwwgIZp+W0/pIl3xlJSiZB+9Li9jF29Fw9el223QvHbt4LtpntsMNVZZhvqqbRdS9Z2dVCW2QmwpLM2PHJCmdF5576lenazba3culsTqwF0gBVw4YBYRqRlyrqz+Bv9zB+01H/dD6rOn9fH3ceVj+Bv9zB+01H/AHQ+qzp/Xx93HlbnoPhIMBW/kaO895fzPyL0sH8Wnu7sU650S74qFdbE8Skj0jRlrWkacNQvEMTsx1PiVKbB0Bu3cPOyjx4kNLBWIlR78rqIGQ+TioFey+ByYaaeMA7Ct1/pczBVt7OWYgAdAuZOgzSKofrigsXugAST0p07n5jxqVCVcsYHkpLOX0npZIgwzLmVkFw1L2A4d+UlhZ+QoQg9HJIEOpHyvEB5VXVT5PSSBQoKgsqigqG/JC/PHTJlt6+awXUfpkkTq5lcekvqMlyjTRlopLMOxCbhhbeKJVz8sQsrFVlGPFVBHNpqunvnRkuJYy2nqBRo+km1NFPCYSVNQJmN8cs45d1sY5448rHLOOXdbGOeOPK3cVUrhKgrGHCQMOGIiNIjKIiK5gzA4gSGmcQJmdZnWZznWokoZ1yyZkJvEZUbn6WGnQpAaUYkc9mXCkTwSah6GJeQpD6egxcthDhGAEtALvGDLxuFH7p4acH3Lt6+UBPP/KP2XrD2TSY8sZcTig5Yl3NmAYOmbAUQuGSy7BcfQyjxbC6u5YbZeO2FBCXiR5NNeRessvnDb4s02XfMMPnLTt67ZbYqNbwicEY6PfhDMttYZ7TbqOnhK2DtJadCKgEipZKkYnn6zFCHM+H3JUqfffJsOi9Tn6uTNKZZ+suTbgo8ZbYcNtvHTtvtcPhIMBW/kaO895fzPyL0sH8Wnu7sU4k2m2pvW7zgYbroilDHRBVwjqrBGbDOeBrpaw7C29tScVtWYhhOOTOrSDp3nnXeu9S0uRRM3dU6gtKOlWVxA6um5XwFAUoZTwiEPQqlFUmE44gR+nw4gsKhxEhxGTUaG0N8BQu+OkSrkqRBw5Hynk3Y7l3YkpphSJ3fWkOTs2IbMQdMmXEj4NhSNYXNG0xQMoUQJZLyJ9NfHkY4pJRptw880X6efNlW/SdP3jNwilD4SDAVv5GjvPeX8z8i9LB/Fp7u7FJlNFWrFM1pyKS56JEpJvySJqcQxHDzMBTyhkvCUwSTyHTrBJ4fPIhU+punCepi0BhMfAbaaMFRB6LDFQZZ0tvs9y/0lu5ifoujwgELgD4pzUZgmNYiMqo63UtYXSFx48UgksVAjInKBOm/WtYz8mnom3TGnSa+odZgCC5MS/NRO9iKKEuUkAISVFU2ZqRioGnpBPLJyMWShiiM4jUTJwHJ5cPOCKOmOzygpqaNDaSdNkYioK3hm/g1tw4nTM0X7u6RcgJHRI8fH4Jj3V1HqmfiWMIaB8+ZTFhPhVMiGXS+nE1oq7Lny6gMErUPHSZx08h6IlkkLpYb7f37O75mHvHtCKjKGT5kiM3JczKhed0uEFVUSyMlRmvQwgRdCJ+EDaudadJ6WYVoXjyIW0U8oPSycxEJVJcKZ5NTH50+V43lt8IPgDTlCMLyo3k2kjVPo5nNBMPIsORKeblKYiWTURnEki5SxWoCiNNUHKiYRlh8TEyRKkUZYRSTs05Ip0Vr7tw2e2yuuVvG291tmsBFKMgVQ7EnEGuFWCYYEKMJYGZIq9tcVvGqLeuliGV2JKqAMJCAgtizBaSBAAEmvJmevwkfT2wuxxGmhPQ3qLhMy9exHF8LadYqV4KmYon3BUmSfqpR8tx2bexGrvkpNJkGixOCowiE45JpRZPci7IiTedA7mydu721axnqm1S6cZHRTp81lxrEpBO1tS3j+MZgLkYJUUvldcOJxkEmI4gMwi4QTi4QiJwWPQtCEEniykmKKSvw2ivyxYo3rNR+EzaG4pdtoemOUurrVlM406ZdIUuZRSLWG1E4ov8AygEiyiYVDTlQJFDDblsGjKQgxEcBkBEulm2mG2Hf7tytos1UQLPjXJvDNYMvUmQkytbkZlVSGtPCOoklQ5AUJuF1ZiV6pRebTDBgk0uKr1USiRUuYArEDDxMXVmI09KUIi+SU+ttla9aFm620oC5fGFcWuqYuJdCDC5PVw4iWDHIQTVmBFq4blsWWhQuElDc6yyrWyxlYGIHCACBnuqxBy93731fdT2WKYz4B0t6OPAbdLLyzjl3Wxjnjjyscs45d1sY5448rejXHSUx7u63o+7HSxTHu/e+r7sdLLyzjl3Wxjnjjyscs45d1sY5448rKUnL3d3q+7Hgcs55d3q48MZ5Lyzjl3Wxjnjjyscs45d1sY5448rKUnLOeXd6uPDGeRscvd+99X3U9ljZSncs4+9bZ8ONtjlnH3rbPhxtscs4+9bZ8ONtjlnH3rbPhxtspRyzj71tnw422OWcfets+HG2xyzj71tnw422OWcfets+HG2ylIPtwPDu6DQen1DSza4rXIcOgZHs58BvwpQHcs8sZrztb6tm8qfkhw6h6th5BbozyUptBoGfR5chAb+aFh8MjUabNtUMiNeLN7gA/k2DpgeQiGzs0qPEQxStQZyPZ9LpQBzimze6twARtmghUR83pf232k7uzhHHkPj27g8jtpGah2e6mL1CnDs2G/eGOyG3peoZyAjVnoF/RDzhEeg3xy8r1CvPlwEAG/m2DpSnUaU29c0/eh9GlaCA/k/V19Ednns7cvd+FKbawVuICFRAQ5Ur5thviw5vybTFK3ABuFMUr9EKCAB35vaz+VK5AcdAv6OajYOo+bybewVGlwuHEaXHzfS8B9XldTxE93Ydy7sgBOR5RCm0xSthAbhzpWvmcxx1G+dm09ELiAVC4cB7IX80OFeXG+y3oHUPyQyFBv5vpeA+ryQfaGB9H96FfR9K45oPTasQcjvyyM8t2ufsy3UptBGmRqzQKhypf0bZ6cb8m2t1DlkQpyZrXHfz5Ov9dcc6erm4dfVtslMZsNrc6Z83OP8A2drqTv07uR4DiB48qUzxuFRtyp6ubB1v4HjwHGaU6ZtjN+6ha1BG1Quz3XHzQ5dAz5uwFLZtb0e7NgpjoGdr0pQrUOQhTHdnzc3DjXpsrPCvtCleIcOznPLu4CgYCnDmzfgHLFacg+zYDNx7vqt6PCo8+8cbKsdPnrounw5Uo27wGlacLZ83nStR9myUHreghUA6D+SFL4p1oI8HUqIVrcAyHG2A7OQ4AFOg8m8q5C3o92fNDjzp3bQPMacMvDSq0n5I8b8K8s+b38QDmGwHK/S3dTgAAIcA+4KAcOdKW7uAMhSg4APr2TNB/NmtK182vs83jjaaUnLNQzbOK/R+wAr9hyHjS9shb1a9wWrf2LxDNw5cbXHzbD3iHdawHK+OXdTgHW33BSk5De2bd1fo19gUrflZc07q3DuzaoYxSubVwgW5+HdStGQp+b7FC1M36d2aBb209tLKsp3cSD3yPhQA4z7Q5Uz5oBnxva1ASlKUEacQoAYp6ta9Kh7l5XHwC+K1tbuClfsAHnXwHp6ocfzjgLKvwnWBy/RJmd8/LWgBxnHIb4uPmhQb9OI0sNABxnHEBDlmwUG+LcbWGhy7s0CvDpwyAc622QAxQR9oAAcM0ZqHcHhaygkRvkT/AIgk9mZpeWccQpyzaw9LcbciuM45D0zaw36cbWGiAA2uIBTp/wCwHhbja2wAYuI24gHTNGQoNg5d1rKSTqIkg+BX50AIjTOOICAcM+b32zm35KgFKd3IAHhmgByC1u7YxT3d3S31ceVkC4hcQDjanLmxnPLjYbACmkTqY149T27/AG0BfiNM3ClcUrVkOvH+4vIL99O7pTHdy7jFO7l3cADPhW9eYAWC4iPO3dyAPsDutZVSSBrmfEZLrvGhnjScgCvhTFPVEPsvbuXlyDpTFKcPspT2WQOA3uHLnT1QHln82yhbNeeK8uQAP1c+VlUo48ccQ50406YrxGoWCgHDN+nGwcgHxp4BYALAFRCvGndcaM8AxYOVOQHtsHLOKfRp7Kh+bZSgOHQOLNhpQAqHZpW9eF+uFDhm43tenm39GuAqHQRwGxyzUeYDzD1ahztkB5bKHPgABw7uHZpzzS/PZ58aUoYEegBi3CtQ7NA4cvbfZvu+u3IOVeXt2UcM0EcVx+9G9We4M3AeGyBegXGo8hrS1a+b3jx6U2gDXmeyBkB7BVl1z3wO3rLlRe3dXHOmfNDnbHt2QK27hEbV5Z82lb8adK02Brz5BjGL+iPPrgcX2ArwDoFh6erbIWD2hbaag/Ae4UoVt0Ctw50zVkOfGnt2cFLVGvm1xgRpkez30qGOuzQ4choHo92KMhzwHWvRwUGl8iAYp+TUfRCmcW454VJPPuncRO4cDv07copwU8AABCnEaZ83NrZrW1NnBT2VALhypnzbZtn2W2aAVp1GoWyAdn1Qpe30cjYdlZD0R6COM4D8kKD082t7DtkSeyI7ZgD3ilPClq8REccqZ8yw1C1a14dF4BQRHza3Z5iA3qxYQwFRvflTZoAFA/e8QzXsj+SFP7XuHZ4AFuQ0ALcqV+iFM+rxsO18gByg85lT7JNKUK2AaiHmhcM4z5oXvavZzatNgQ83je+Kcgv5oUG3q9w7KHC437Q2Z6AFfRC4caAFxxs1qtGacQDgAXGnq260r1ptTXz3b6UwKVALhYAszzpWnm5rmgc67PCo045HHQAx2M14BXuDg0L0rXI5DkDI383hyvxsGzgwFBEfNCws5qIDerOeQCIce4A1E8RSnBQaZrRmtWe6zVWbDyARzyps4OA3wI3DuC/mhQfAeggFkC4hWuRyFOADfzQv/se4QDZQwFBHAcKZpf0fbS2RqAUsJnuA9wE9+VKUMB3cqculu63dsvLOPvW2fDjbY5Zx962z4cbbH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ZOXdy7ulu63day8s4+9bZ8ONtjlnH3rbPhxtspScu7l3dLd1u61imM45Bi3S3d38rLyzj71tnw422OWcfets+HG2ylJTGccgxbpbu7+VgOHd7rY93dyXlnH3rbPhxtscs4+9bZ8ONtlKTl3csYtj3d1rHLOOXdbGOeOPKy8s4+9bZ8ONtjlnH3rbPhxtspScs45d1sY5448rHLOOXdbGOeOPKy8s4+9bZ8ONtk5d3Lu6W7rd1rKUcs45d1sY5448rHLOOXdbGOeOPKxy7uXd0t3W+qxTGccgxbpbu7+VlKOWccu62Mc8ceVjlnHLutjHPHHlY5d3Luti31d3IDh3e62Pd3clKOWccu62Mc8ceVjlnHLutjHPHHlY5Zxy7rYxzxx5WOWccu62Mc8ceVlKOWccu62Mc8ceVjlnHLutjHPHHlY5Zxy7rYxzxx5WOWccu62Mc8ceVlKOWccu62Mc8ceVjY5Zxy7rYxzxx5WNlKXlnH3rbPhxtscs4+9bZ8ONtjlnH3rbPhxtscs4+9bZ8ONtlKOWcfets+HG2xyzj71tnw422OWcfets+HG2xyzj71tnw422UpOWfDu6WHwyOMgniNQaC4d1K+bb7M5psvjjl3dM9Pq28DBguULvjZt+6KlSrp4ZMmTLxhwXLl3DsXj4wYfPey7cunLtlp49ePGmGHbDLbbbTLLIiypT6YG+GRC1PyQ/Jt0D+12be3tD0e6lfNDzuVwHNuIVmCG901+bwyZ804C3O2miUyzJeUsRNwZEesTVMtLpCXa6uu3rANMwRC0NnEhRa8sSeOF5MdC1Gax82jaerxLCkMvVlIIGtwfgF+EgCUE/8Ao6tAYK/YE0EPBI+I/m98aEfKMpfy6Mt/lsEvtCBYT/ycKgDgRe+QbfhUcPrKsJt2711QSOkRAEMQOqzlMUQc1kHcTW3QEfbe3bORKsxLAGIkKGjIgwSDnnFWBbWHNaDil7Bfzc07uN7W9QrQOVwxzp6vf0HmNLVkD+90197vKasqZeb4nTTKZHk1N2IPmfDOsXS2sRAelyhrjL5lmkcQzEhpXOumy5QW1xQctNQQtNQwVU1mGISiltCWyROzSVMOTRdwaLP3RgsYdOjBcw4bYfODDh8ww8dPnL52DTt67eu22W3Tx22LLxhoGmRFkQHa9u8l3EFkMkB0dSroWEjErCcxmCJB3HKqPba3BMFWnCykMrREwRvEwQYIOor0uNM+jX0QvSg380OlsXyNNk5XpgfRzgKj5oWvwtUBztEVr03gWtXSxORBl1p03WM29bMDKcu0aLlGbECzPMwSjo0UKcQxUknoCfpLmTEwWHyikJaCjLz5Q+Wy7T4vE5UuKa4+KgZN8S/py29QGn+F8NR42p/L/PXEKDX+Ze7uvXaDtVm2xVjcBBzizfYagmGS0VaQAMjHPMgWWxcYAjBBzE3bQPeC4I1GRAOdWTbWr1Cgs0sNBr6Ng+oa4ts0Po3GosiA1Z/e5ozYAqPTpbatn+nK71Af/wA3x1H8P8v89kKX/mXumbZG+3dO6D3oX6axIeY07fwHfgG/B/N07Kz5s/hLCaPyv8Tg6D4t+XfloJey7+IC8+dfyf8AJfyScFn4gJv5Ra+NfFi0LtNm5cFtWbG4JUNavJOEdaDctrMTJzkyN9GsXFUuQuEEAlbltoJ0kKxOfZUsHLPo19HIgIZ82wUpawfbsX5jdkB9HlTPm4tiwXzbbnDVo+1LFpFRW+0iL0hoany7Ow380ljUu8i1xJ0sSaiNKZiZmJnsEEjsSMm38NCqOED4iXbYaXnqcBtpkoL5pmHoFn4ROFP4925BsNP+mmqK+L/4l+nC+dtXv4DHQ3HyBlFBHIHMZwAdOEcoS2XE40XOIYkHdyOWfv4VYSp1yADcOXZp9HNrYzm2yeOAHAcKdM2787V7flr4RNb+PduQbDT/AKa6or4zSF/qzcbctTaXt4xvME3e1Sw3dOshT0TRYkRhKKLJpKcUaWkWZxsowWKQdGKzDyeViWPVdMeuT7pUhYRWibcIvnPxJ85YLHxePm2nFfraAorWryY3W2pZAFxOYUSGMdsaCrdAxDEPbbCpYgMSYABP5vAirNgZpz5h3Xxm3f8AVsBwGvfX2Xp2e+v/AJuyBalhtzDu6YG3T2BtobVFqIgrSXp9mxqRmOlxStQPJ2EjkZxMlQSRSVGKzyWSfF3L4ugkV1ahtHNH2mjLAu3SgupZdpllsWjbAgAD1MwVSzGFUFiToABJJ7BVFBYgCSSQPaoEc9B2RW+wwFeHThVkBwzTlX7NgAvfiACFQ429Ww1wAeweVaRK+FH6MlsgUVkbSLvIlhKPuWX5FSS5BSpPkDrhoaMvyhwpqBfFzLpoWR7Lxy8bYEQGjVttxaePhFWkLUbqNlBpfQ9P2teXUxZ1RB83IOOzclRLCEYZdmfiZ040dVTBOdq4usprLKe+ctmUuH1Vtkw07di4oLbbHKu27KSFW8hxMAozzLQABlqSRyzmaudmviSbbDCCTpkBmTrpHnI1PxyHiFeFc9nPm8+4M1DZPH2h3dAv064xtX4+Eh6xNSeiTRDKmaulyaCjKaPoh1VQRL9ZiNOQYUiB8dhBVlFPCIzyI2TjGH4hTHLsytQogHxMFyTo8w0nMOnRpgu9Mun080InDSjCcLqB180/OnoeRTht+0yww0/Mmk0q+MPWgYYZYZF49babFlhlhgBEQZZZAAANlvK165ZAOK0ttiTGEi5iiM5kYTMgbomqFCES5lDl1GsgphmcozxZZ7jWQBy8Khypf0bewOI06KF6XHHEKVxWtQD6gDutY4hm4cuNrjbPtAOnKOfTNvG4B1Naw9X+jqHZeRhDcWaPFBLToti5aOopiHYteK6iaTyz2HSxB68Uy7LAk23r8FN04FkGmWGAeUFpmzOiFFZoNxiqDPrMFLEaQOqCc4041AVmDECQoxNpkJAnxIGXGpF805hzDjbmH5vZayhfn7Q7uYBx+/ADA8aD048xoH2j7Nq2ujnU9qGjX4RDvFdNcVzdjeIZAyz0+OIkgKVKouGTMHQjEDx/pWD5TQ0Rp204KmnjMXRT2n7Lxhp0CwdYYYaZNPBd1u3ltG0pBJvXRaWIyJVmkyRlCnSTJqUtlxcIIHRpjM7xiCwPGrJIWoF+lu6laMgAd3D7FpWn20CvDNvq76BXaOTeV7yyUm7ClLAU35wQHMuYKJMGZJWWCQkyvKQ0cWy64bhqIYncnDbmKIhhooKf8Uhs2WqVNvzYmzBVhko06aevXUbIfCPIDt/I0952PD+Z/RenKMw/Nnu2pc2rZ7TlHuBXABKwxIB0nCp13ca1S3cdVYISJgGQBkVnUycx4nnVkC4UuI+zhbNGAoObW40rkFAcZxyHp0Dn042sNIa931vppL7wnUNMLTPB8hNRslZkSzlkcmjExGekMwpC7ZdJKRFBUPMJjaWlxatrxVXNtx0kKZV0oJRMq9S2XpkDFXhZh9qj4Rbq51FaLdCEHzb0xTLPypmIpakoAgg7EqchwsvGDELLECTTVlJJbJRchRAlsuzSjD6OaafsEWDjDZJll0Ydu3j9h6barQsPtCk3LaBicAz6pggBozHOO2pFl+kW2eqxKgYueEjScjG7wqeuuM45D0zaw36cbWGiVxn/AGI9PV93dyxCXiicWIBgZXUn7RpRVIPhlRPmm2HbDZk6dRSJk0YbYdsMOmWnz9428Fl2wwwAtCDDDLIAAOmBE7cEQFG0ZuibCi8hGEIlid2ntvRKsH20BGOKrBNsyy5fNF2TTRQHDT5ly9adA8F4Dp4LPYHecp3RNZgE9ogZn9Q69xrLQAbVH7Olx80KdwDzsFA2XlnHLu4AGf7u1XPTbvsd6Nq8lanzp05bnAnM2WCqqrKIQitP1gQMiFjKrD5sSKwUAhFMIISuw2SNgLlp49T3bl6PnOHj1jztuoNCe9w1JajNfUb6BdTuiIhpSmTAkklGcayyE702aSi4cMHpfsoSY8LIEJkUPySykx04VQOF4jMviYFnZV+RB89efF+ZNtsObYBuAXSFts1i8qMWEqA7WwuYEjOCM9K2Ni4isSFJQSwx2yQFgHIMWGg3axU9gVsI1xjwz5oCA9PqtZM8/aGcc2efIf7kGMAa59RMQb+ud+ghSiNEe6b4I0tJE1oehtiFURyvlowNo0oDL8y/ix2VBbNEmjEXrj0CL8w25ZaMOmGaOy7lhnW+6R1XaiJ7bxLfOSlm7NWI46lzp31Cp8KSWhRXdpbKdL+HX80NQCM+SkZoinFDbZdtLhWHiX8MDBx6y5Sy4MPGWhetNyNqtl1QB5a9dsTAgPaUsxOf2SFMHUncM4yay4DMSMrdu5qZK3Cqru1EiZ4amrC+aZ5jUO6mQp4CFNjIhmwcQzinDPcIU5cohtd2+XkRu/pypEkpl6fdYc04gWJfokxXMRyDlRBsbwWXTF1biVCLJB1XX5oQWecxEVMQsbNHSDCS8LuSB5LfsHXzwy9cl+LP4J70igFR0abzAKBVoR07yxALZER/D6AWAM0C3LIG2vZkYo11QymCM5ByyyHMeNQLF5gGCEgiQcswY58/MGrJgZrUcUuHdUfRCnsG97bAAI0uNRvjnTPm1sHAQ594R+buTeQyO3ncnYunbISFZrwjCkFTLUZVqqfN5ChBAiAxECXC8JRaYOkCsFxxH6Y8Rm02MUxw5MGFUoebPOD7ptOduHRcyaiy0iaodQ0ZfCNd4RplimcEcr+n+W+msIpgSUimsvjMEwpELTekOqwjI7bPkSZ6saRUHlmBAQ+XlFkLGBDazbRbAsMsuu0XBbRliJKswJmMoQjLOd1Baabgbqm0mNlOuqiO3rCrKIdOAcrcAuHZpx6X5jbZQ4Be+bX4eqAgNL0qPdw2/EoGwT086eaYF6BMmZONOgEGWngFnDT4WAbFgewLQMdkGhAQCtRCgU2q1Sg+EqzI1Bw+oRdITdBa2Z3wokLD2HFWJpQEl2ZUPJkQOCRBSfoSgtQZKdaTSSy4TVNMUHqWYMOjrskokTbbgHBsu8eL20WbJVbrYS8lIV2JwlQSMKtBGIeZiEtXLgJRZCkAksqgE6ZsRrFWohHjw6Bfh6oD9VQ+1A+wOQdAxSn2eO1bP9Pc1dW/kDu8wGl/5V0zOYZ/jIf3L42+mi78zVqrrKSkvtxbvJUlypqhBPfKqhLKZTkgmOjppyWeHzz5uSTDDomTYeNGTTxttll25dvGhaZABHbMbbs2QDvuA/I3uX/s+fv4Gtfq90ASqxrPSW9+HQ48jz7hVjgK28b+yn0eHWmOOwFbW6jUO6gj5odKVpTrsBniPALX4eqGe8eNgptGHo03mUMaxNWGt7SqjSoXoIVtE8dvYEXYwU4mT1hOjwwxGcZwewoJCUUSSJlFdNvIMfn2nBw2cbYYPOi4NvGnLb1roa4iMiM0NcJVBB6xVSxGQgQoJzisArMGYCQgBY5ZAmAeeZAyqT4AC3tEahnFK+ZnFK19g7OAB83OBHGa0v6I3uHPjilm2yHKgWzituyF8fk+3Z1/sAKh3Zqz1DNOlabCdM/GOKg+wsDznhVaUK2z6NQtxGnq2G42vxsFLOCvWtAALAHL1LDbh1qAcK1W4o1Rah9QGr/fLwTOqcMdTMhOR+pKE4WlGgResv1VOl9DpuZ+q1JNI8NOHrP8LiT9Mg+GCT10wPnOENOYH9YDaysHCo5ERxyBnI9jmFq5DABnbns3lvotxVIxMwhomUfAdDvZCddDnmTWly2bblCZgKZEx1lVvZiA7aUKiICFchwpYOyNfQsPOleNg2czXzaV4jjuD8nutfjYOHGm8Kn3G+lvRHqa1ES2LoJuPJPykiaOYVLRUnmlOHTCykOXTwq7Wk8ieSDhwi2LYg+cF1Mg+bZ9B+7EAHbi/QXviNKc6dIEiJpantZeiiV8/Izg1tVmbL85PuVMuzMMRAC2qlGU59BUYTDMxLDzQJxUiYAisGHhoWX4GO0Lt87pZr1pbvRM0MUF0FsIUriwwCQBOem6OC1AtuyY1BIDYcpJkidBu58cqmdALBn0QyGa0H8j39wcGt0EQpbA3Z5UGggLIUrwr9WNuIA3nG7at/JCdD/t1YSFCoBTP8XYXzSvZ6VptFzFm+RUou3z2kPQ9pgmdpknnpUnTKVRiOYswJbr6ZNOIUmYaai6gVs3DaZH0DR6dhJGMlCEvYBPm0FRQjiq4T1p8aetMOVhOfOKPftLh6ynG6WwFIJLOQokA6Ysyd2tWSzccnqkYVLksCBCgE674zA31YjARtX8kRuAcRZoI+YF6DavZyNh2eAUpnhal6M0ER9EL04B2e4dsBmlHhOVcsZizOUSBpVTpcwHF0dn0wk06dHFInCEPqEQGiBR6/ZZcujRtyntl3Db2jph69Zae+YAjtyzu7dc8GbxbTJDmp+AIJiiX0NRHEsYQ2VhuMDSScXHD+D1h4iGzL98iPDKeDo2/dNPS7Dt822DkWRegy2Iss3xLjW2SMbKzAZ5hSATocgWUd/hTCxUvHVBCk7pIMDtME13IyI2zgRC1OIX9C1h4VzgODwAMX4cOVMj2c9486XC0bO9B3lUu91vIuC56zLlzGkzESNZsI8pCiJA5xDIqpNVV4OjWMXKqaer5goTbT3RSCDpN47dPWjImTpZph35Jl60xvrWXG8Qwtoe1WTIgtXU4XiuHNKU9I3hNeSzDRVYh2IUiUUULqCrp5xyDLZZTSFEuVOEzLoWWnRku7esVFkBCGuoDcUGWtqHdQIIDKSM8gZKtAGhGdAjQhIhXYqpyzIIB55Yhrxyrq7lnH3rbPhxtscs4+9bZ8ONtoWPg/U85v6jd2DJybE9ZixVNSZC7GU4yavGcZKb1XXlAoiTOiRISC5k6+89t0nphQsSKsAAMu3DllkAEQER/FrF3/WgfQ1qEjbTNPFqdTMy4ALQqbXvmhLknEEPtOYxhJDjRHaIqryKE54Ya+R18iBplsk4FwcAw4AHjDtl63mNotdDbvOwtpcVSC5AgsuIAnSYnfuq/Q3Oke2ql2QkHCCdDBPGJI8am05Zx962z4cbbHLOPvW2fDjbatd/BWO6t/puo/8A2nyH/HXaarRlrBlHrtkBC2pSRjEWMy1jFSihKRG40Q3MOrr4xCMQH4YV3j5LcqCow5cArJhx0WbE2LT5268qLtgGgDZb2ixdbDbuo7ATCsCYBAJjhJHjUPZu2xie2yiYkggTEx558K6n5Zx962z4cbbHLOPvW2fDjbauh8HC1a6jdXWn/VJFWpGbMSzbiGCdUKxBEKqkSspjJhFhUrBUKqLhGKglp6e6Eu7PHzZjtv3b0w22/a7b5pllhlmxfyzj71tnw422tZuretpdUEK4kBokCSM4JG7jUXENt2QkErqRpoDv7aOWcfets+HG2xyzj71tnw4221lOeb8ASAlNMWds01xiHJdSrg5ejmMlpt08MNkkGHiD5QOiWKOQEweUH7Dn4qmppZls2oqD8sRKu3hgw6YGBuV+8K3wuvqECs7dAGi/THJrTgtqCkzLyPtd0ex2di2ayCnmXqeMQI8CSaU0Y3CpV6fcvnbt+cPxIiHALvvkVfWHAAdZh7yWyFOJnYEhEUu0AgFiAMlBMSxAnISaJbZwSMKqCAWYhVk6CTqd8CTGelWMeWcfets+HG2xyzj71tnw422gLl1vXdT2nzUvJTSLvWdMMESNijUUpuIWkhqVkDGx2L9PEw45enCKWEMnEeKG38WQC9fqyojJjgVdfWVIudX0dtVR05CM/OINh/CBtRk7tK27aj2cOnuYq5K2ZaTMiU6SnRdDzJBtSLJq7FblPVyjLCmSPk2nR4m8acPQeFmmgZHtOxYbZZaZqdot9FdujFFkE3EKlbikLigq0EEggg/ZIMgxnVhZfGiZflCMLAypBMSCs6HIjUHIiamx5Zx962z4cbbHLOPvW2fDjbblKVExpkvtDstZtpcNHp0Tfe6UYOmMnQc9Xk+F1GbEyW5QpsTFIaeRQdJmUuHT0dxOLtLaXjaeYT0l+qioGCb4uXbctRLxpvLN7yUhOIWlLcYxBBhV+jqBP51Ht4zIVNcIL46UelS6oJx/LlPduHpJ89YMOR+PFGheu2QYfum6PGbNeRApYXOsuIYLV25llqbaMAcxqRVVts8wUEGDiuInLIOykjsBqwryzj71tnw422OWcfets+HG21PDdlauN9bpqkitycmJoJmPvCo+ezBX46Ga8aby6TSxF6NDayjwukkIMEsunJyLTlERjyGoKZN6MSliAmohOsuUkq+B+YOyqTl1da2op3YGv+c049KMVbvScsqZMzJUpVOCc+4SnIvKDSZAb5YIx6jxRBMOQ2Whw0lLQNkHKcZLmDTTwr8cB6Dl6y7DNNqR0xYLqtgZyrWroAwiSOkKC2TuHWzMb60awytGK2wLBQy3EMyQJChi8Z59XIZmpu+Wcfets+HG2xyzj71tnw422ii3Hs3pnz63WelCbU5Y5iOZMy4wR5nmIojaLFB6qxAuPkueEzEJOeKJ99+MftEkdLTk0tWgOiZMu5ZAGHTIBIeozsk0jnziUrTblklqiaafkVFNUY9hUifIHSr1pyZJnSZlVdGChsu+YbdPy7927euXrLbt4wy0yIBtbuC5bS4MhcRXAMSAyhgDukA5xWTKVZk1KsVMcjBPZWzuWcfets+HG2xyzj71tnw422r0bljeezE1bpesgxqwnPKt2YlNqQU5eys8qMCy98pAhQudbcPewWfJoL7Tbx257Ss0D4G6ADDTPaarl+983h83tMBvQAa0rTIgU0hagNXKBJeZqiVToUmCQUIXPmYaZPphA+8BScI6u5cqj1r4yTeuzblky6beMCHkRDMbTbNnpxiwHdAxZvg0njz0rQ2HFzojGLjnh+zj1jhy1qejlnH3rbPhxtscs4+9bZ8ONtq7m/S1JT6kFObdOoklpsxvLNInDrISYFmgnQitGEkrHUIGoqlMUfw/ETlwIMn05ssrKbjyLwAFl2fNMsNMg+brLhrW1oSa0DyHWNRk+fnZ+DpCXobhw+1BaE5iJdZUIqUWUtKF2lvlFLZeFxNtssmHgGgacsNdsHbYAPZsLyYrynqixhxsYwwyB55AA5z7qr0bRbI6xuyFUayGwx3nSus+Wcfets+HG2xyzj71tnw422rXfwVjurf6bqP/ANp8h/x12P4Kx3Vv9N1H/wC0+Q/467Z/XNl/hFr+WKt9Wv8A9hufyT53+/gaso8s4+9bZ8ONtjlnH3rbPhxttFpvSJ9xZC+6f1IajJGRdFEv4o/AMgzFl3F6QYaRIrh8IgPwqoppx0+LPXwkFIE1UFwadO3752yL1+47b12Ii1ne6XmTHs4d27o7mfNGLFuOpgxtJpDXYti+JDrxRXIgWDRtQB+oKZ17V4YMvGWGGRbapRlhllkAZZAA0F0G70QBk2ulDboxYY4zv7KpgPR9JIjGUjfIUNPZnUiHLOPvW2fDjbY5Zx962z4cbbHLOPvW2fDjbaGPVLvB94vJafMfSykdueJi6npWQu+h93Cs9ETUzC0AJceO1SFEFcVnxWEVKUkSHUcEBeU1WFXrL5aO/HX6G9UXYuHRt2WcWe4tsAtigmOpbe4ZgnMW1YgZakRumSKhEZzC4ZAnrMqCMhq5UTnpM8sjUznLOPvW2fDjbY5Zx962z4cbbVp5ob6jeYyWl5GM2Jp7iWZUFy6l+gnonjKK1bWVCHyagoKa78seUjgFJBGTLTlw7CosFy7582Igw7dNtiyyMvO7j1iKGvvRtJ/VqoypfSUam2zHBgpLsxF7yOnqSnwjMWLICJnxid5CMDNKDqIHULBEBQQhoi7dElMu7cvTzll2eMUTaLVx+jUvjwl8L2rts4QQpI6RFBEkDL4GrvZuIuNguHFhlXRxiIJjqM0ZAmu3+Wcfets+HG2xyzj71tnw422rt7vXVjqKmtvod6hp4mHNeJIqkrJAikvZUy9UmU0EWCnhtfh4u/aS2iyeXPti24NGHQAdOGgdsPW2XYMBQAnimxNSAJHS0jmcE1IlIwfLmW0Lq8YRlEymLz4okIKIUeHDxpt25dvTJl+Lt35ImRJuX51QOPXBIkXMG37ly3Nu6txWcSqq9xCWgfvbFWJzyEgnPdrGlVe2yMFOZKowiT9tQwGkznHbpWwuWcfets+HG2xyzj71tnw422q1QrvYt7RvFVFWWt1ZoZl/B+ml2sqqEg6oNX6sdIk4tZRXrwioKcPw4kxPDRZ0+crDL1Mek4bczfKpplPOlFk2QVAOJ6NsM5/BTMJFnsQOB3Zs0Hqc7eGGIGJhHKeZXmmHbTbJJ2bUAl2TcvHzTLLp20/jBFdA8bZF6bdOgePGMhtSMJS1fuLudLTYSOKlsJYcCoIO6a0NhgYZ7SNvVrgkcjEgHiCQRvqylyzj71tnw422OWcfets+HG20BuhPfPxdNHUo70F7wTTOu6KNaJ8g2qQMhHD7atLCbqeySNH2G4OXDTb5skonXSauMojomsRlC8QNICoUTI2biJ0MNsT5cs4+9bZ8ONttrd1LqlkMgEqwIKsrDVWVgGVhvBHsrN7bWzDCJEggghgdCpBII5g0cs4+9bZ8ONtjlnH3rbPhxtscs4+9bZ8ONtjlnH3rbPhxttpVKOWcfets+HG2xyzj71tnw422rmb87e2TP3cU2dDMBymiKBE8rOKLIoV58uYrhtzEp1FlGiRLLdGLLSez8qEDCKZPu1WO2E46Jc2XNvkE+DbLLacyw9sVlDZU+VKniJpwdJHS7k2TOFHzswVNlTLth8XNFjDlpty/cP3LbD1y+dNtO3rttlthppkQHbNLqPcu21nFZKB+HXXEsZ55ZHTMEVdrbKltzGG5iw8eqYM9+nKv0cs4+9bZ8ONtjlnH3rbPhxtscs4+9bZ8ONtoQtb2/Nkroi1St6R1rTbqlnhNFmA4fmG7dyJg+E4vcGENfdn3jAOU43GKVETb9NYTnzak8ZRhJl3bx02BlsBa7E3Ltu0uK4wVSQoJnU6DIHMxREe4cKKWMEwOA1OfbU3vLOPvW2fDjbY5Zx962z4cbbVsTPwkuXJMu/OHN2zvNypQo4emTRozINCcFyxdww09fmDD97G7Dpy5cumGnj168aZdu2GWm22gZARCWXd3695Z7yHTsX1JSmhGO4JhEzGsUQO7RJiOIfLxGCjCvyd8dNtuoaXIhTGSZgVF2BUWVJp+0Dt4L1y680Bom0WbjYEuBmgmIYGBEnMDSR41ZrN1FxMhCyBMgiTpoTrXdPLOPvW2fDjbY5Zx962z4cbbV0NQ+tPU9BfwirRTouhiayilaY5o6dVeNI9lUwgQgYTohicvBmqdScqr9dOQ8Yi4m9dnoAhAwDhNiAkU7aK6ZEuLBk8wasCR3G0NS0geMpjRmpMI8HwBCkRRtFiu9dvHjtKhqFUg2urqk9dumG3rbBFLIGjTbt0w08bZdCyww00IBta3dW50sAjorjW2LQM1VWJEE9WGGZg5HKqvbZMEwekQOsSTBJAByGcg5Cd2dZXyzj71tnw422OWcfets+HG21XqSW8N3wu9WGJ5gbvKT+m7StpDKROswtCk/dUb1ejKY8ZvkR8BQ+ah6EoVNKyS5Pkm+w2oJxyDFKGCagZ+RC0wFc6kK/k91u9HXwh8k27U3W+BkOsmnLbJoIZVtG8oCMOnWwaBtpLNrCTLFiIXKcNRdfGygu1EXTINA0w9FpoMhtIYBrdm/cQ6OqoqkcR0joxB3EKQRmKubOHJ7tpGGqksWB4HAjAEaEE5HKrDXLOPvW2fDjbY5Zx962z4cbbVlFTeobxnd0T0k1Kve3STkLEEh54RcXl/Bmr/AEsqcQFEFKiQ2+LuXbcbQhF54VBplOYfulNeLhD0BvHSA9PKkLOowMQ+ppjdmvlnH3rbPhxttpavJdxBQyshAdHUq6kiRIO4jMEEg7jVHtsmEmCrCVZSGVgMjBG8HIgwQdRRyzj71tnw422OWcfets+HG2xyzj71tnw422OWcfets+HG22tUo5Zx962z4cbbHLOPvW2fDjbY5Zx962z4cbbHLOPvW2fDjbZSjlnH3rbPhxtscs4+9bZ8ONtjlnH3rbPhxtscs4+9bZ8ONtlKOWcfets+HG2xyzj71tnw422OWcfets+HG2xyzj71tnw422Uo5Zx962z4cbbHLOPvW2fDjbY5Zx962z4cbbHLOPvW2fDjbZSk5d3Lu6W7rd1rHLu5d3S3db6rLyzj71tnw422OWcfets+HG2ylJTGccgxbpbu7+VjZeWcfets+HG2xspRyzj71tnw422OWcfets+HG2xyzj71tnw422OWcfets+HG2ylHLOPvW2fDjbY5Zx962z4cbbHLOPvW2fDjbY5Zx962z4cbbKUcs4+9bZ8ONtvhxIgJ8Vw6vQurA+aSokQ1RBU2XDYuX7SesEnyedBy9B215F+JYw9B08BkRdtiDQMD2abfc5Zx962z4cbbR3a9Ik3oEPtSq/S34B0lRyycZjkJyfoozcwCjSW04GEPwe/Mf5jRnB4PGToPo2+cnyp8o9gSiD8T+K9o18Zq7YVLFWYCOqqlmMkDJRmdZPKTVlGJgJCzvY4QN+Z3VXz0hM7wr4Pubm5pxijRNNLXLoiiuaixM6Wc79Mie9iWY0NvltKSEE21F0DpxFWNFxPI0Lws7VERecQemIURMLR1CjOLUtSKuC3fn8EbafPk0HIaG95uMddoHP4OP0LqZ84haqANGfLBMb4gKeDQU8p5cD4gID8mA0IsA78I3wnuw/gD3TGAEB+V5/dAAf5dGenURpayfhG+E9jmQm6YDOVef1xGmaTnqDXLHHbz16S0uCy20rbH2VfZTcwCZhW6rQJgYi0AgEmBXWQlxsVwWC5jEVv4AxyEkQwB/SwwJBMCuBtXTW8J+ECNyp02wxokmfoc0UQ3NRDmbMmemp5Oah6Y0QChpiuhl/mhAqmmpRx42VSomiJlLS4dYihPW1z5LfLsaQsjlTxczb4hWH06E4ah+FEkH/yVDKElQ+mAaeiYM/J6KQLJxL4w/aYZafPwLlnflXogyL152m+wAtUCv/8AhG+E8jT+MJumBqAD/wBN5/XpTP8AHnCjVr448rSEaCok3oi+ZmgzvHYA0kQQWKuYNalA3peOTANvVJ+/bif59sxsEcxpF4O3ZR27hAYeFMZTxaaMrnxxsyDJUHG1iA7ErtDXbkBrty1gWEBwqIAVVGcDMljmSYrO7JRQDZVLclUS5iYlsMkzmzcdwAMARnyRvEt9OOhLVxLTRzCejec+qyac05PI83IWSZNKXxyJFJwoxNM1BNQ+kwQmwjE0RrR5JIyvV4hPGE5y8dukp88fPCzpynGTA89fp7+ru38ga3mVh/qXTN40/rH5tiwdOXM29dT9R8mN/Loo1vy50ZarNUkqJI6TyKRE7zT1JeO4/cPIhWF7VnDjyG2YkQ4dUYaIrqWXj+Hl9RSlA+4OuUY8TMtOAZPkmn29pQfCS2tQiAoxXILdWbw+eELo6u3DyvEsoJZhMtAS19wSIqT5DUViCyK0nEVd0nKKcfeJZky6OMElAkabcg4NOHjeRvuL11Lm0tZi4VtoNnV8SBbZxAm2SRJYHU8dZrQWlwW2WwLsopdulKw5JGEgMIyAjLfyNZD+nvau7fyBreZWqz/KtmZxp/WP9LNrBi1gpj3wWaQc9dPei2fcKz8ktNqR8ULOqBYiBHhyb8uIwlqvKqC8lRKxOdraakRoioygeSXiinnyDtSKl3pNs4ROFWXrT8q+YdviH4SK/hKZkIyWirdUbxOGZxzAIvVWA5TRDLAUaZkbphcFITCjCMCKJEtFMSEHAIyw0+NIyUcLugSlLtvGQImRdS46EdbEcazUiYyrGmjHVPo7eQCpQ2np6Xqfl4rS/UY7dr5VXMmT8Il1VLTxUiKCKW4Lqz1wL1ku/VCTDzyflGO3e2UuX7bnaWvPbFxApsdGAWVSwJVFEwAQD3ZRVbmJLTKLAtq+Bi3SFicJ6pALGRJOnHlXKHwhSXUwJq7pfUvBEr4HjCY8aKqpIx+lQfAkMrMXRSqOk6f0sFBReJ0Pw+QUFY8yQTiplQOiVKPAKkCxk4/B2XLvXrFaSQsnN0RD8j5PIWoDcO73eOJ7I0sIESpzRpC0ptRpSGYtmmnwwllY/iWHypbVjB5csircUuVVSS3DiE4ZcuiRpw7dw+kMMskC9h3XPLTekQbMSZc7YT3yWnfRXpSNraCWg2HZ0yG0+fIkAOziUkJDCMrTUmdCjLSkeX4mdKR9PZVV18YaeKbtLJC2w4cumY7Pww67Lf4am3Y1wGv8SWgy2P8Atfm+eg32y2hVa+bjWmJCC2A9vZLilVdmDqLu0KRik5lQYEESSBpZJW1hW4sFy8o+0IQSqgq2C0QYgbzmctxrkz8Ge4s/6313yntlfqT4UqP82n3+OeXcW7jJbqyXesOUqppi3OG9C0yTiWjEQwpDs7Z2S0nOVlZBROIYYViS2ZjNQjXU/MGH0xMUUr42kuj5iE1R+4PHigFPi5ht2Zc4f+GLXbb/AA1Lux72/wASWguwWv8A9AZ+u22dy1P7zqc8YpUu5PfCX9AU15grjCg9RIFlrKPRbHcZK7pKTjKuqvUyGIXh9VW1B2mpJE6qKDRUi9ZJJxM0dMi7LF3z1itvCroy2BiDKQE2b0eGkEQFYbTiBnQjMHMZ1ZpKsDcMEEHFe2oiIGoNmCOIOWfZVrn8/MKBamaBkPHpjaLrfX1/So9dI/1h4gD/APjkv1c3Go/UGduxtLcGz9l/IeAIQ1QzhSp/T2RXC+xHs3EOCkKXiXGD45Fa4oID4rB0NJaOiIoJEKm0KH3rsgnFmThhJeqL8Hpk2/fvOON9d+xR66g/rERBTu+PpXq8uHAeNdvWvnFs14lSpNi4SrRiWbZOFoJEjQwSJ0JGdclrK6gkEC4mYmD+UXMSAYPMA8RXpuUv2KXQp/qCw3kP+y1HoPC/Hx2im3oIf4YH3L9a3SInHHNbi3hQON7BbntKzuU/2KbQpyGQkN/UaUA5ffkIYil3oI/4YG3L1aWSYn4B/m3FmbD9m3Je/wBg7L+tsP8Aj2q3TPaL50lNoyOuSGmfC7P2N+R9c/o3Jd8P6xGo/Ng/u3ttZ1gT/ERBghgYUh4ccfkcl6oB43zUB2rF/C7P2N+SHXW3Lka0EP8AKH1IVDABfI2r127F0QbgrQTpBnBJvVhKJidLM14ER1BWQhieYpVahr43HMvVqDlwDiMxC5F6ZdCjRYrASYA86EuaEs/Ft4DgXbco10bftAS2rg29lFwm4UKD8pJUYGxmCTBKaATnlQhDs1vExUh7xUBMQYwmROIYd2cHWYyznZAOAiPh3eqFBDuG9c0tUO3Nc7IMjDfv75hGTVFw2ajVciw/DID22QVyEmpwjAcQHCLbTIO3rDRpeTzrlkBB4/JvhNOXQuHL9p1Nrvad4pBG7g0kRnNM6pEDc5YuTlOC9PMBC2XMKsXTNUygFU9UFKbeOzBmFIGbNl4ojI0z5N0wmlXKM5eitryITOVR3miCfm5RlXu5t7UWQYtiqY6KsLIbxGDnhw6ZWvmhP1WfHEZMWmVFTMlXS2lwzEJmA4hWD7fxMvN51BSqabMVZbdV2y9hv2CoxLsrdPtBEno7b/klOQMthd7mHXChOms2Lc27knCbw6K1P5zL+UPdKqs59ZgKv6BcAzjiHG17gF+VgDpa1TvQi3T4UtvS3fbaAWtLjpsGO04BhoHZrRez2mmGqGRaY8oAMi6DyDINtgYHyjRatmyRs75XakZTQLPCS0XpkcyzmMhFYgheI0p6DbkyUMVYflDrgQ+MJqylHHZhLXEU8wXUUZXJnUxRLlzhR+6YrEaFb/CpN6Fcf5lJ/wAKD/0fogyAhb6h212ohm2FgQQdqQgjMEG1dIIO8EZiqWQQu0giIskEHUHpEy981k/wscKaQtI4hj9GpCFqAH+VjM29gC9uPhytUB7fDu6B+bjblCZvyt3FPveWafJMSu09RZKOEIvlpPpKmuoH5xrcYoUPmUlMgiM4dZKkH8GQHHqgYVBVIhT3wFjKYSJtkXJtsT7L9hyXfabCXPwnbhPvdNB/+xp+hy/rLd33DaMT2dq2lzYvXFurYwtbVWHUVwwMssQSKmFuWLKi5bVka7iDkj7RSNAeBNQvx1pS0U6u/hFe8gl9roiZLhiWEPyog+MoXMK81ikoSxmPSkG6YUQk5YiA0oJfyg/Zh5diN4yjOzLXlXYPTrZdv4iy8c6F33+7j3TmkrR/C0zNEcdw3Ec4VKe8GwcoJ6XqQITZNfMdUg2YqstGPmwXXlJ45du1VCQAbVvizIFO2yXF4z8c7LUvmm3cLzvmtrunzq93vSdo71IJU45buU5xCMm1+c5cqkzRSn8skNAiZ0gLMBS4LEU0tAMGLSUYesxMqPxUVYG2Epp0aemSPJvwj3dl6EdIOgmDJqaa9OEGylmCe1MS+g45E0OqEWPzpmGVaAJsKSijvXSzEKmTaKmj6IlGm/8AAoPQekXLTt4x2WgHzruzt9W2u8+zWVLXL9wPckX1VrkrChGWYMDriOVdiXl6ayi3bhGG2mFYNokKAdSDqDPVq5TKof42Et8/4goPyAh/keTc+bbj98fEn1X8Bc570/jTTGH/APo9Y9X79cB9yVX8q+W+f8QUH8P9Dyd0+9+VsmX0NLidCWoaXConkSIklRQlkl5YyW+OJSsTekFAr8ZJvC5sv8YJmHzny5V+4MOu323D509ZZbY96JWOKx7K80sQx4TnG+I+Xvqt78GamtK6Et1RLxGiqZMAwysOpsznfvEqIIwh1GUnbkxFzbbh82RUlEsaYdPmPPcvGnQMPWPOYFoL7RyTqkpNbWZ8I71LwlpQ1rLOlKImNJ0DRK1PKVCKXmW+V0BEhKRySsQMDhIj6CHHxNSU1RPPnTjEQvvihqHnJZ4nPmn3lSvY+urdw/Bw93PDMARdqf0sRTDqJMpdV4chYxDE1dYUXvTCqiJ5ZTPOTZdInY8fE3YFDLDbp89ZB28aBtgGgaAAHnXSZvD/AIMToZmcdnJpagubMsJkqMIqsCHYk+SNUsbeWhVbUUVWU0v5HmJMCLUF18ZUIeSH/wAecpbtRc/ExdFzjpwYMu3/AIzjCmzbLtF3ZLa7O9pnI2q4t1lRSogdFbKFg0g4xyOpruUy169ZS+xuq4WbKFAWYHM42BAKwRh7qdu2ZGTg05fCOp7ypnpqVinVtMdF0TPzytO+MYbewmvRCTW2ZDqiSmGUR7FkbtlnUOJxkuilngxCZAw4JsPwdFAb+LMdM7jX9lY+EB8/0UqT/wAMWqDoH5u61uWYW3sG5vhjefTI3mTvVBPQ3FExZKkJLmJUvNNsUOkFLTiKdAJFlccxMyaeKBk68agRw+aKtpblwyCi9dg8ES7Dx73BuK1zSJNDVxvT9RulvUlF07H+oyZUCzWjWCIo0/rknWJQuYujaekTw+ik4nWI2iYJjNG215aTzCgWh+EviYQ+6NvCA/LLosRbP0fTWEt3LThdr2q4FF9HfontMEbN2djpIzfUtEEiL2Po7jMjrNiwhJtlVxq6FhkoUAZxou5dwqbqd2uPRzpri0hAmoLU9I6TEaKcPlIrToVmXMmFoPXzsMn1BUSSK8WS1tQJnHqUaU0NYIlzrDsS702mHXLDbTZZ4yxpBR3su7HeJ59h3r50mtttkjTDthmeUvhababcNsssgALdRaaaoAMhkRxgAgV3jEqpazs+E9bu6V034EhWZcuYq0hPXMSwRG6GQiOF150mONay2nsKyKplzBA6wSWE1PUyzL9w2Dg8SLGXfZeuWGmZ+P0pjdi0AP0Aukvv/AVL6vC4j8g2HpblTl3Ld2m694WxYC2rxtS/SFjCo09XL8/j8zg1uzbW2XN2Xth+rhgSSIzz3TUKvwQ79j5n8P8ApyIuDH9ZORPGn58Z2wfSJFsKQZ8Kb3m6pGETw9CaY/0sOSLlSiVaTUEi+PPneiQw7JOTaoYKl3ht4XLGn7ssw20+bcljD1l32HLxpi0JI7TnIXTRDKlBenqT0uZKwgsrz6KVeGpZwijQciKURmE9NSTC4dTUQkUKmFV+mJCUQennrsTDZROJuGm2nZd0yzTmS9Dum3X78JZ3kMnNUcFKEeS/hyRKTMpISE6LorgwwWjBGQdIsLp6k0qQeroim/dOUWMYgKtJ7808IPWzjBh6XbMFSr11zXbVyxZ9HWlwPct7QiiSVQno7upwswEfdJ5VqrpdubU5xKrWicgCwGO3ukA5gbx21dKCKoXjGDogV4RiRBilKdpywTbUocV09bT2TblPaePSrRtLfmizJl07fOm3jgXrL12y9dtNMADbNaDO4F176zdKmlKa0Cacd1/NfW7By7qFXYtWZmQHM0zBKXDMSmpbyyRzECmk1zJ2YbJlQJJaKlL7Z4VcmLZaIixcU1gC4GjV2fS3orkFofkWsyE0xQcoQZL4+rxRFrCEoxREsXmGomiZMIEVE0CvFqmrqrLsy7Sk9hkr8d+KuRdtNOnTvyjztVV90xDm+n3V0hI9kYkbpFRnUWjmbyrNh5Eilqgk1Aj5NfKcGQRB4obtLLKMVsGnbliDHZ8D4n3DbxpQbLiTYZLA+f22npem2Rz0lohL4dtntG/gLCzCgG0+pBgm2D2ZxFjAbd9BgeXtlVuuLUgFpJhwcuTHMjXSpEv05Peof9b56jr2D+P8e6Y/UwV5V22LJ/eybyiYU2pWwDG+4xn9KmC43mLBEHxfNBXnedVUmW8LxLEqYir8fKiW1pyRWVJOg9KOm4iOkBWElk4WTnpdpTIg8E065YRt+5vJ4g1QxVouSN0EnndTkDwiWj2KZVM6uoNdKKTCRtPhpWLLL1efwS6hEw6eJ8Xw4ZAsTiAyeZZU3bDZVl64NMF+mh3ie+94bjEQ/wDk1pRjy/7UfevdtCXixkbZtjBWhgNhkSpGJWK7LIMyCMiJGhGdmt5QbFgEgETtG4gQRN7MEDI6GBxNWE7248Rt3Z83gNACtPbfaqXuQ/2YLf1VrT9EG+HHKdk8xv5o0v0488WqU98aMECJg6V+JHH5Qs9NE+2D4Shp65dtmCvlmWQZeeQetNOvKMUZedjtUABClX83uVN41LHV3rB1PaPN41A2nZjVpNuLJhRGhMyTJxmogiqsZRLFUNoSkcipwtkWjKD85zzt6aSSqeBp8+eC8B46Zcsu+jaludLst1LTXRauXGZUKBoa0yA9dkGrZidJNYWSuG8jOExooUsGIkOrH7IY6DhVo4K+bm9Rxyp6g0xwrxxwVnLNa0Go+j3UGzIU4YG9b7Vum91pvoozD4rMLfrxigkHwsgdGW+nNER1HyQ+mwSPIMYy/MFHjTNWXb928YFy0IPQdPBYB212doO3VK9o3nItT8mBry1gauJirsvVyXJ4pPOOni5AbtMiCIIViQ2qEYbWnsULZFaLn4RT3Scacxd5EuSMHyrZZ+w/ZFiy3rrsAdldFMYnd7IgGJIVHuGc5zjXXKqm3bUE9OjNEhVW4ZPCWVQN+fLTOoqvg5H83Pv6x/018GDjP8eDWiHBm2cBTjYeFs9mlA4+bypWvZH8nObBTjYdqmHwckK659/YAVvqxgsAqH9eDWjnzRp4ezlbRAK0yNwyHLsjX0c9L9wbY7B/se3rPSXz4X7h8cj7KttX782f5tvL/wB1b891Rlb5qgbqzXhx/U5xyADTP+BHNfohThWnZ61patlu3Yy+DiJ+h7TiS1clNKLepAvAzxibbccwHGKpFjUS/L6y0yK4fIQ4bJGTfyYKeAPHBl678j5JntC0yIBNpr+3kM1ZQTUmLpfebnXVprlk+ahtAcLMbQPKeIpjSVmImxTDycrq0NnE5qUUZwutukc2afIi2mmzqkX+OknrBlw5eg0WdRQBqokrb/CiM0hsNP5H7CV7hf8AmUeXeF+FtufaSjbRjxWiUQ2WS7s99wCHBJUqmHKCJBjWJGmtlW6LCQ4DOHDW7tpTGGACC075ggEGBvrocI++CbUCpHRPga/xtY8uICFP8inLkHs2jelqr7vla+Ei7vE1u2XUr3MiWJOxOXiVmUqGrIENjNRmA9Vja80cJLCcnGni0MKPYJA0ZYLtuGyQJ7tl608cvWHewZf7yXQ/NiKJgQPKz4L2XmXGsplYYfmpCEv9IkoYyimWi8woqqQ8RZgQ/DumpSVoNV2VZAXUtpNiMonHAUUZWJC5AynHHTnoyXmvCGJRRkiTFlR8FQ1DSwmDDT02/hyOpeaJU6C4xQHx9PNJJ56ixPDemFNW0p4cSz59NNtkTzhoynnTZN8LZYy+dN8+O25tnFsyhLtu4WtbNfVj0boSobCQM5U88uNbBXTGMN4lkZALl+0VGNQASJnIERG6ONWcdXwD+hL1Q5EP0Os7hx/W0iUL+bmvf7OFTrcO75PduaMd3XAMidSmo/8ABtNVEmBNRbU4V/A/PiMQLJcSRcaVEU0K5AUrYqhx98cIvGH4OC6w9MF+15M25cPgF2FhZL1Gxzqq3aOoWccw9OE2tKcTK8j9SSSZk3OxHVkOYCQWQoKitOJqyknLkNwufdEl5y6BSSm20l07fEnrp66fP2Wu0Ec3wZyU8rIt3UMr1mKpawBEqw/mlOpy+VYgg2HVlSfOS0cnHbh08PqKaZNNu3DsAduWGn3ZdsADLDPZAADrcu+1WGssgJ2e6wNxHYFS9k/ZD22BOWpEZ5TpzoFXZ7ouKxi8ghGUGcL/AJ2FwRE6DPLOojvhG+9j0Aa8tGUpJT6UZ+/hWj+GNTsLTDXED8Fk6YG+JQenSpm/DZ1Y+VZkS3g5FM+RWopQiXyeTUX6o8+P/GHRF4UKnH5e3brg/Y4NX2f5iLUBwpmREWDWtM9A61DlXw+FnSzlvBe77kUpwdL6CITUjOsaCyJhRhmE0FAOmCLySk+TDZN8bS04o/elW35Yu/bLNvBctPnDl407Ft0w0zYP1w/scGr/APsI9QH/AAERZ0/Pz9lExi/twuFWboLOaKUX7N2OqzOdN+LsgZUbAbezYAwHSXMmYMZm1OYVRHdUb/wZD9iAkN/39z3/AOF+Ldp/eWcfets+HG20AXwZD9iAkN/39z3/AOF+Ldp2ovjCFZfwtEMcRzEaLCEGwkjqEQRPFMSKRRGQUBDSizZxSVlhUPvXBNPIEirp4/MmTL526dO2GmmmgANunZMtl2ecvyNv/EFZbR+/3f8AlG/xjUTu/p1EoOnLdV6sVRVOsOVibkvz+niD07tumTK2uTrcP4LVChRl827ZeNJkEnotiY4yyIvATEE+25dvHzDt21s3c06fFHTDuxdHcpl1NepETOZUlo9itMMiLR1OiebqyrTXWkxQFoWuyeRzsZvEgw5ZbadlmyAlXLTTlw7HaAM3EkT/AAjzeOwG7hNEW03dRaCY2cxIrxQtpB4iQ1ETHcv0w89R3xBScsFzD2NC5ImllkEwXZWIKk+aXV5Zew/Esx0pB2uZMMMO2WGGGQYYYZBhhhlkGWWWGQAGWWWQAAZBkAAGWQAAALAFAtnZPTX7m0D97VOgtN+mA2K44+6WAVSMjhJq1wdHaSyftljduDepKgIp54SWI1GIA6VVI+CafzL+s3+zLiD/AIPYK2tc8s4+9bZ8ONtv58+4y3NGjfeTyl1MzS1IszVaiiAtSsQQCg/MKOC0LJ3yB82ofiL/AAaUfQ+rtGDvyisnP8Eg/dB5DyTryVXYttXzZLyohSQ8npTyOgT5T+ZEmpawLKmDQWjgKKx81ZeQulQjD3yqoMuCzJ5SBISCfx42yWLsmTPlXzJdyy2Dtivo83Ds1oMiqgTqsHLM3WOqYBh/lNU7UEF1yGJYkYlKwB1Ro2I4vAVo/XtpfHWjo41C6XXMRO4SUJxS7UobQ4lMuX78ijRMVMk1yFz6qXKCBowjuoiSUv5aLlf8Ev0oTjpwy09aYZGAnR9vG9YW7g08S30Y6xt1drYjWMNPiE4llB01dKcsmZvyqmRAEMtviEJrLpfJnSaOSXC6K5JkVEmSWlcyoMOHEQKRGGTSw1DyfLnvA5W71WYsRSyHd1amJCaf4WKokTl5s/higovFy0orbZ1HbhE9CDgzKuYRQXDsi0vuVt2ePI7Dp67SWipU+Jg48KQI7wdX+EP7vLTFE+p6Ze9Jk/HEIwxEEGw6pw9AmmaRbqJHrcaRCShxwaIPFvTwjkGgIvTwGXjL0+UePHbsWXTx28EBZjaXNt2vKm0Kbdsq9xEsvba39vNXuKThMkFQCDiBkGrWVDKLbNZYO8qjNcVw56ozVCM8hBJByIitrznStZG/R1NaOCrnRpOzRPon0sTdTJ6R1NHVDDzMCzZmJEKIdRjLqFIEgZ6+cqrhhQIJ5tETFlKfraC4MKhyJF1VLGYeSIZWuufhQ/7EhM3P8tqSP+/ctm2fDjbblFM0ub1WJ9NMIatNSW/1WpESViSV8BTbiJZQ9PMJIgwjDMfpCEsECqsrQ3EsAk0825aiAilvzxZ2ZKljjzyzp0ZcMAw3xfvVdUuktncxxTpUgzeaEtf08WpywJFrMXxjF3y7NCIEp5HrpcUCol2zim2yiQqUF46Ty4H3jBFNZduGABh0FcLjxY2rpFdXvWWbHdewC8JhRUt23YhQJgwTMy0nLVVm7YwFStu4owW1ukLLAszO6gEkxOYAEQBVwjRr/Mg6U/7G2Rv/AAYQttVBnuY08TJ31WpWXu/HjCKEHT7DiRD6voDgqZkXxnAGlFVQHPxdyZiN4oQ2oISEbiR4SNtCpqayqO0w8vPIvhyLjZj5Kh5Cc2VJfG5/EN2rJY5paTZarGoAvpSkU9lelThBc/BmfiBmX8FdstF7UNLCAuu016mCfZYfJquUfuDYlnwgYdO3hV9FpNmXXwhDUJAStL6c2nncex1Ci4nqBEwgx6g6jowLE2lAk9IvD5MivRLESM5UnDp+02VNCXfi6fMMNNMNss9kenaBjSyoV2w4bmHojctPClcFwAjjIkwDBhoisLJhrhLKuKVnGEdesDiQkHhB4iRImo3t6NAe4Jlvp2XY+0OTHlNB2uNBdJLvS6paCp1rC9MoxMdSUkomlpp1MlbGC6hOCKkWbekVhXWSxGJiRQwfcQyqOYhOsEz0yc/1fUIvfB6JurOq0mfI6iVHd5xiamyXVyRdNXRil5Lw95UxEiYULlSyXFJwmBM5FCY5KE3afEBhSJslCvkPIO4wd3ZueN8boOhc7Dcs4o3VcIKB+JFOJG5txTLWPZrT6KCqJ6YmtoBSNAlnCT4IVIMJrRxKRXy29dEzqqsPGfxZ1p07k+nNpN3oMXaLNdsAz61TS91ZRTOLS5MGX0oJKSu0/wAIyVJpUxVlLNOSZwvHyjFQnVcFR08+R2CERtJqWWafMqDw6Xactst42luEXXOztaa5ZKG3bRUtg4ScTA3MTvPVBVAYyg6jVyk2wLy3Al0NjdyzkEqIHUhFGbEFznJyjOKPcgSz33ijpA0WRPJXUPo1QNCgxSpHhl1GSJEb6dwSwJT7i4JrIwHisjVpJ+ciucLxo1Cj0Y6Fy7Lnkb40qpjbD4CfW+9c0dfB/dJTcUaqtb2nNbiya8/49iqJS0LwNODUS9mVOKYCud+XItOwxBaTPOEIRSSRc4qujKueePIVhBFeKScnO3xc2pJCabk03LchZt6Yd2VpckVPaDTcvprwCkTJLRdB51RRFY0jP1udEx4mS2HqjDqksIxkTaEtpagwJFSMssOzbLp8Lsw7fOXcWM2keF5mfClZIw1PlkorIMtNEbca6Z4YiR+LaC/mEyai40ZWkpDON/JqnEBNh5MVaLmGSz804PQUjKrttk5CSW+IOjCbJs6sguPc+r2wNoHSLZd0CkhGHVCwQEEdaAcqjGXv3WBwKguOTZOA3FUyAWU5yYJbPIk55VGNKVI+DfRLOCX0ndQ+6w1a6KD02zIF5ZxvqbjnU/BcvYjF+bJkk5sythqQeqKYXPm1AmXFbZRT0Ipj0ww0txKmF23Rh51nvntIGnXRDCG6Sknpfl5+DGWP6ZGhRf8ANn52xzGn8US+bgRyrKPyzMKJosiD/BbtNJM/FPlX4i48jUsVctPHwvJcPhCUCygjLdN6qFCbThDdvIIhxAi2Wq4qslHakiTSKxcgEoPdw4dfgD8spxKdOjCRtySaZeqKKuqae9ZbLmHoBAjvVy8Wz/3a/wAHuTJwqsTEYnm7F8hECMokIm2CEZvHMYS3gRFbi0ofOkjTorFCikHXEROT5lPNOnSsaZMvShh2Aum87tsWVvW+jsl+jtXEuW7KWmg3lVkbCIgsAVM6TIMTWltzca0+O4FLXEZHuNcEi0WDLijc2YOmUHOpCPhGH8vvcq/2eiD/AL85LbWkOWcfets+HG21C7eVbqWTW7l1N7qCI5WTw1TTbNTR1ty/RFgpqImVCsepyKXhqYEqT5QzDBeHZdQO9TTpx4qvnSk+NP1Bgw4cFWHbpw06bbeX0eWcfets+HG23XsxY3trLqEYtZlQ2OPyQ/OAAOWelc94KLWzhWLCLkErhnr55SdDlrVbf4VSvpiRuqFJNPm3Lg5FWoOTqGiuHr127eHlEr854lfly7tsQafvXaRD6mbbdugFtlwWfPmmQdum2glt0qRitrO7m06x1KBOTo0ik5ovlTEUt0M2eLFEyJIpCSaEdhhBUVB8eTSpByoLjBNKUXxlSTmCHlDHxo2SFw8euq928qFG3ze9WkTutoFXFU5p30iloynFrEjSFnjXxUlHLCS5SiUIuFIC74q0ow20fRYCfPyRtwYLLsyY0SmnhVVg8y9Kbg3ImrKZ0n5Zaj90fNgkmmNcGgoJpJ0ioSiZScI5GecAOWVSJYCLoh1VUUzy6enqiqmNFnrSiQcO5TRTBKwUNMEE1ZPJ2S3R9cutpbdfq6XBvvWRjZRz67KustbIExVzbP1e2Mi6N0rId1u5Chjy6ilt4VwTANcn7zTVDv5oz0G6moX1NbtCRkn5DLUu2ikzZmQ3P+WcULsHw78uIz0VVNh9HnzEymqGQPOyZb4sTQVN72DDbz4sLLtptifXcn/sUWhL/UEhz/0xS2gK3mmqHfzRnoN1NQvqa3aEjJPyGWpdtFJmzMhuf8s4oXYPh35cRnoqqbD6PPmJlNUMgedky3xYmgqb3sGG3nxYWXbTbE+u5P8A2KLQl/qCQ5/6YpbNnM7W3W2hv6212hOjYflRko6O3K84Oc57gvCLC9W0v5Y5Wnxr9ganG8NxzG4xvMo/LOPvW2fDjbY5Zx962z4cbbHLOPvW2fDjbaq9rR0j7xycyzMZe3kO9fk5ou3fDmYivDCJDsiW3stT8dwIpLSmUhBNmBEsSMw6WR1mLkZhNA4gxLHs1kFwosmnDmHTLTph4Z7Ltw2wCttrhM6FVVY3u7kBV55ngDXNbQO0Fwg5hmJ5Kqgljyy7a+PvidZ6jvC48Rtynu+lYnMiZk2opRmtVs2kB88UpdyZljBK4nRBECIqRIkvPi74ymq5FGNR+/Jm3hIo5LOZWOwVYzjN8ipFlPTrI2DNM0h5QafJesGWYLk3LyFZeQ++Oiw0oHyUMJBVMFXVG3YMu3istGHD5WVXrtlhh8onTT1hhlloGWYhNEU5Nwvu9ZatS10x6tNH0KOFJkm9jGNVWfkv12Y0w1Ikw8ZcqkbRebWGDqk26bfmnpFIJu02GUQTZp1D6EklnzxwPav6bXuwrfq/dJOP6usvfr/h5nw422wslAz3rt60brgLCuuC3bGYtqSZbMlmYgYmOQAArW4GKrbt27gtqSZZTidyAC5AkDIAKoJgDUkmoYN1n/jgjfSf9zkH/fJC203m840tRNrU0FamdMkFKhRIjWaEv2XEGGlE29Tkt/F8KxAiRzC6UrqDl29eEEddXYZIIiucBwYZKpqiaftlTTDtou8iU3YsGygfb3XeG6mZb6ztGk+ULVPDLldgKWcjZzvI8nDD6EgxBC7aotx1CruGE9HSksq9aKlHp1FiaInLs2oEHL0XfxgGmex9b+9G1AaSp5GJRy63Wus/VvDTmFYeiJ3N6RcExrEECmDi2ybE3DrJ9CllFBAFhEaKssqLhlWbeuwNFxeuHAtgztW0UXZ7gunqXL19ThBaVuXHiOjBIlTrAic4qzhzfQ2x1lt2WEkLmiIPziBkwiKiy3be+wkHoQkfKrd6byOW819Fk9NOMLlpePlaKZbRAuy8jJEIqimXh+JyJiCSMQREXeqhVl20pLrqH1OCVs35eJUeMjhBQfOE2UuLPhA+6DhFCOLpnWZCS4yVYq7SYTgiasSrp980A+SLk0xKgR+97b1oAY+MGmipAuLQNnDZZ0AvGeEIz3zU+JjknabMP4O7vAI8TnIti6T4zkLGUUEnYvAo2LsqtyCPOGBbCzYsOw7QWaqG2lYe3g6ZCSmaW4V+CwaloZWTxgDZ5Xh/RiXRVM6aZYdumTRs+m6ZSxswYZdOXTsHz1628Bh07YBrssMAGSX2tqETaLbooCobmy7RjAAAUNgKq0AgTCk6nfV2tByWaywZjLBL9nCSTJjEGKgzkJbUCsAhyK5g7+Deu6MdW0hJGzKlNok0Ir7iJDmoSZSa6hRVmzEMKxs6jNxC8NO042fKrJVWiJBREQYaTldTbQIbUItVYxfox1YIQwYuW8s4+9bZ8ONtq0xTfrasSBYuSI7hDeVkyZV0w4LFCkp5klyxdw7ZBl25cOHMjmHTl07ZAGWHbthlhhkABlkAAACZ3RFqXjzVlIslN6Y+macGkqJDcTxEgNSgnijLKFHpUihvizkrEBlOXYahQ+7TVzyzx6mvBSgcvXThtt2YfVaB3vsrWpcC41y7cPSXGNp7YMKqgKGUAKBhgSWzJJOcZ3w8KSgS2gwIodXIkliSQSSSTJMACQABXWR06VTSRtRPPmS5IgVMHThhsGhYcFSrpp+YfNgwy02LLp07bbaBlkWhAB7LIjQNq+uof4Rto1hdSblVouQpj6/9Sa09eJEFyzkTBkWPYYOLrwmJks9VI4PQ+Hyoiue06E4alyix29dtNNlzDJEHJ00Rls1m6wpQaEZARRqTnp86gltCCnDCSsNQaiOohXmTUXRAnw0kCXSnygmMP3QqakVZMtAbYacuGm3wMNgwLO1euT/wh/cU6fHKw5kXJWOZQhERwyoxG+lzphgmDzkRKBw02cMnogPoUREjq2bemW2ngmFQwaes0YYYaZdunTLE7ReCFUG0WbBIljcGJ8JMAopYLnDCWDDIdU1Fm2WBbobl0AwAphZykMQCdCDAIPMa16yR3Hs2NfBnUTq43yCk5a1FakpdvYClFKuCDbh6R0gwmIuVCFFRDbcnFBHdxrCxt25dpMMujq4klSZiJjEaK0VRPHMQ/JGNSP17ay9x4noWlDeiShj6c+kqDTBeEZB68pNo5mKkxNgZ0YLJsJQrMlNMPHLRdlJItuipBJV1YhH6IUJPERDTJmJBVKWnfRf8FY7q3+m6j/8AafIf8ddvxKXwp/dNrKecSVgpqCVUtRLPiagmqUlUk8nnyhhgXb8qdJmoyeljRZ87aadvnD5226eMNNMtsNMjTbmnY0hrO1pbvCcVxnD9LiMsLykjGCcxBUr+aQMq2jaGlbmzs9sxCBSuCAAOjI+zAyMyD+dJBNTTaSNduk7XVC6zF+lWciFNlJhkEVmK3KanRCiLMKGIhcnnyOSiZAidHRFlFOnmEtSEuXOkXTT4CBptz5R267e0Daz/AI7ChL+wXM/71om26R3ae9q3TE7Z6taXdCkn12T8bzmUYrmOspiHIeE5TQavLkLwi8U1xfXWoYWRK/Kr5DQGXDp47S3jZs32WnvZeGDJkcD1qbtLeYRJvTS28Z0JzP0fQgdT5Fokok9N1Dqc1DCgy2BJYT4lMGIdg+U8UJDRZ+XUHAJZoIl+Mstsvmn5Fz2WAb1uO16zYdCt829ptNcNjNYQknCGYnIESCx11iqIot3LqNNoPZdU6XIy0RJA4g5gbqnxnv8Ayj5y5/lUTE/3oK+bZ8ONtqIO5Z3Z+6I1VaKSU1taMfQ3Ds6ns0Y+h5+nKmpchKs0ELo3yN8gvhhQxEKa8YdvQNHOwoCWADvZHstt+SGk7kTyY+E2RbDcQworz83TwpUToatD6mBZKn84MCnLRAwmnQcPvwJt+RfiWMvAdPBYa8m87LfZa7NNsS3cPwcfTFJjTcWgvX3IrT/P6f7EbxUqGJgQTE01FRDeQef+Tvm0jsmlYhLM38bTAcnvjDsYZYdsfGGOweN1a8lW6rbRetH6tKol0EbSuFJY2yCIFyWgGMhvzq1tls2rg6aGZkI6Ey0ANMzhEdYDXXcYqJ2TOl7RxpJ+EraBJZaHogTIllAoyXjyMVVQSpoF5tFnceKkntViUslWomLKKo7LPnaKhQ28bRhMMtlWHzs0LpkDwNN3kJly9hibcuJgSpjYo8UIMmdBEVy9i4g6eiXenoYjRBPw2vlHb8GGxcPDKUpG3LD0GGhdtPAb7DXZptTgWtKenrR58KM3fErNNErkKUkv1PTrF0aHoYh4wrmSJmKVaVusFIUVlttbUlQ2Bk0nICOVeMMGGXAOyLoWHLDYvGm7CG8M0NRVqhOQ9MxP3hWsDRLCkpoHiZ5FRLTdNFdl5DS8nOHrcQKMWRo5SVQi7PHEJNJvnRcy8cPHpZPZfsMtCDXYBsoa3b2oC0hI2pwbSEKgHR2gQpYKIAk5gTUX4d7BNxgDYQ42BLTjfMhSTM8CaiZ08aR99LudEdekvo/hGQe8S0evoyWIyg+CIwi4nJKe0GMr5p29V08mrxKvoMGEGTQOWT6i5dn45JqCq2bVkREh8yonUgz0kxvJt9abesIxTcQq7lcdvGxMKB3WpKx1D7102AsuWHBoxCJFOYeO3gdp69+cJhhtiwOXACy82jC+Z+h7/rq3XD/uxIt/9/Nj5n6Hv+urdcP+7Ei3/wB/NsVdkAW3ce2gyCDatjcKMslNxXYAZwMRjKI3aFQxxOiuxiWNjaVJPVksEZVJMmchJz311tHm7i3oG9xmrJKJt6b+AnS/pYknGDiPE7SpJZUbmFHMcKrfkGTyfHcXF1uJoSYfnUxw8h01EabFKiWT0dRWCyDBZU4qGltq1Dyzj71tnw422pgQ9K/RxFa+hwtDfwprXYtRFEqwmICAjJ+r+Ln59WWlk64TkpMJOGVztPjZ88ZcFSzpm7x89YYC47WVNCmjWNNGkIx1C8Z6wtTesIzGURp6+RibU5HqtH0Qwe4JJnyc9QoaPKyioPCCMdeAyoGSjpp0w2e7b5oG2mgFnq2U9ZyELF4Ny81+1dYlRCghDAGoAVVA1AzywvDqqCwAUHBbFp0GeEsQWGZzkkkkwM9K7r5Zx962z4cbbHLOPvW2fDjbY5Zx962z4cbbHLOPvW2fDjbbtrm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fPVG23aaoPHbbTDbBI22w2wIstsNMl2xZbZaZAGmW2RABZEBAQG4CFLfQ5Zx962z4cbbfjPOGzRI2WdtADZgoYcsC3UGAbeummGRb7LDTQAAtBWgCIBUQYEQ2UqjBuTNLGrjej6YpjT1mVvdt5pLNbgue8QSlJokDanJmnko4lI8vpaRi5VDL1ei42bYPvTkcHSjx26eMlgLEirTDsHrT1pqYz9Iunpb+Td72fAD/NIRjWlg/wCqMaZoHG1gptH/AKH90z8IK3eUr4jk9pj1SbuyGYHiuPlCZaySiNqaUYHX0VqkOwxC5s06UVzS6YNFizaPCKI6ZIum2XDt65fP2WQeP3oj2V+A74UwFP1Y27OwNvmtHGAEBoP6lbn+e+dvKsIotIt3Zdqa4FAdgzQTqSPyy5Ryyg5aV6FxibjG3fsKkyoIGQhcj+TO+MpOnI1FjvsNKOrfddaVoAn9LXe77zWZa5F+oGFpPG0KOdTkzCKSTSV+XM1Y0fqxd6gxaTOCouDkviBN07evBLiWPG2m3YvWHLTN0aKJoQfKCSUQzmmivvEGAZZSsVJmTDih8QWFx6jwlBsKPoniteepiInqq+rvSCOnHj7ZJITVJYPtOhcESJs49dOHlUDW9uoPhBm8MlRD8l9TeqTd2RLAcMTCSZopBGHRmjB551FyLDcVwmnm3qmiaXS5t+Udo0bL7lsi8bEs9fP3JhtkXhVyLNu5iGkxQg93B0TpiVECOdhr5sxEjKhFwqoa2mmUtlLVkxRTlAs2VUklSKtmChskeKtlzhN88cGS7Tt427HfZkZbm0Fbdy1bZbPRrdJPWAfEYLMYzWYbl2Y3mBSyGdLjBrhc24HVPR4ZOEZ5ECRrxqGZv4R9uYRYaANZdREGg/md9Vd6s8/wFhevEKZv0r3fBxN65oD0GaRZyyv1YT7/AAUxzFmo9aj1AQ/wWzojn4/CRuWUsYeLq3ynLaXMYo5UW1iHlgoBE6oFlJj4oJhsmwVMFX766N+g50iDSmlfTjgB/lGyyuIUGv8AiVDoH/zOzf0HOkT9qxpx4NfyjpZBXAV/xKhx8b+bysbO1Pdt3el2cNaDqo6K5B6TCDP5YkkYREERmTOVQtywqPbCXocoSekSRgJIj8mB+cZkGYGmdU0tYO9m3fk09+Nu6tYUCT++XtOciZUxJDU1ZifgrnWl/NZbPup2skyXzRWJbp0dLgvWouh0PjMOQwsFGPlCr0wwBQ8JWxfLTf8AG6UnDMeX8pJc6svnFMKaUbQnLmBIf/ARqWSfl2Mo2Xk+GYYRvlVckymIiYKotqREiCisKSclEhf/ABlRPFCbt8Yd9+/oOdIlQ/Usacc1/lHSy40Go/xK24cujO30EbSlpbhxXSYgh/TbINCXkJSJLCIto0nJeJaujq6YacnU1WS1IjDTg6nKKeccOTZE8UfuTJQ05dGC7bt67YbZslnarZuN0uzkXbguuOiuTJVEIX8rl1VGswSTmIFHuWHVAUujAmBYuJxLCfyeeZOkZAZVydva5waV5E6KY4mXrMked1DyHRYql6XXpYJ6UhLJpUWViKk9JhtRYTojW4cSH3yOrnHB9toyquXjph009cOnz5hh2NfJDmBuyIoREeJoa+DKa+oihuIkpOXYfiBD0KPlZEXUNXKOFBKWUdVT4oMEFNLUyBhwdTlAkYfkzpR+5Mlnr1y9YbGfbfD6J5qbwfQnMHTDJmIIAhmPotimW64nK8z1OI0WEHBSDo0SIjUnZ4/CkJRotOjD8kRfOiDDhAMunppp2wYelXQtv2Iwpd6VPhOcrpfwJLKENX27WKQlLuDYZgOFiptBj88aKw5CKIQh9ELGjxjSw0YOGHKanlXb42/aafGHjLb540LbbQjntC3Gv/vWK2LaQ6bPautixNiBNwggBQCBzJjMzayVFv8AfArYz1Wu3LYCwkEBARJM5xuB3Vy185N3Jw+C+bw6wAP8wKo9KiP8UWKV5ZAeVNW6JZJn4i38WmHUFp83XerTQjpYhyTcyYZictN3TJGspoWIR69lHOwmYiFTWgJqUJEQiZ4vwqgJj06vFzigpOC6e7Kg9eFAfyTBI/4Upb9WLuzrh/1LRz0t/Mr5v39dtiyfk58JGTZtytUZ2art3nEEmU+Y0EnJuIMGw3GLiL1uWJSJkt/HqRCr4zprRCzqJFKFWFYkhvDCykuWFN8VbfKZB2y0bdZi1L2ibO0Do7tu4MOybNbJKMGAZ1fFh/S7Cc8p0LwrgXLXWRlzv3WyYAZKyxPCfHI1YGC/tpkOVOQZsHW+3LetfTX+jD0pT00xfPX8HX4aoCUIJ+e/zc+d3za+PPyr/wCU/m18uQx8s+S+Ldj4l8vpPb7faA0x2aD1GHClR7Pq5wFR80LY5Bm3IDvHhwpa3qhjFO+/L2WUOrIwlWUqwkiQwIIkQRIOoIPCuFSVZWBgqQQeBBkHxqtTKncrbyqR8uoQlLKjfpzIgmXMAoxeH4PhNK0bQk0nIKMWbbbcECbR2fhs205dtPW2mWn5l82ItDV4NtsjltuPdTrOtTTNrM1P70aJtVMQaZ1p+dhmGom0wJEEmDqMacKYGofKxKjTuVnSQ6fHVNo+0bfQ2svAbdi6ByDLztMWNOIDwH2Ypnzc0pxr02A4dKcO4OWPZTO3N9S2fqjDcIUqVB2jaGUFCCvVa6V6pAgEEZDKK3O0XSGMqCVIJ6K0GIYANJCAwQTBBnnVWD4XYP8AI3pIANK/o3ZdcAraQ+pEM9kBvW4VCthFmwCFnSBa/MeDRZEArCkOgAiyIsg18jk6C0yAM1DmFWbBS1a7RD79Tdyzu3nOkuXEh5CxTKyEovhLUTCc3FJRm8txcgQ2/htClpNmDTZIibgyBY9VHi28U49R35Yq/RyxBsgWU3rxSdGHJUqcmJhlNfI8OQ+jGm3TwylIiUmv3jjttOXj8iRLlnrblt45dvWnTbbpoXYtunTbTAgLTthqrIRbRxte03CvVe3s4VtxKdJjA/VkeNVZgbFpQRIe6SN4nBh8YPhVeqQ+5Ym9MHXjFWureeagUnVcvy/jdVb0ryxSkd8lS4hCGUtbMHIFiOIoTMFS6IiGkNx8TUUuXaA5VE1xErhmKYsjCNFtt80NgCPYCgyaUExXLeY0Mo0aQHHKAqQtF0JxCRcqKJEMPLRR4RU0pTJP2BdPypsq+eOnjAgDTPa7bpth4ww2zlwX5gIdLiNqh6Ne4ApUe7Y5DXAcs4rfs17gtW/s1tWLdlWVBOMlnZiWZydS7GS2WQByAyFUe47kFj9kAKAMKqB+iBAHExvqDrd6bnyJd2/qlmrFUkNVsxzWiePUI8qImkyI2XayXQpkqZ127ZPnV9Vcni79IhtGdi5SF5BLw3Ha+yCIkxysRGRhls3EMfWhN08H4U9vRn4MiLp3pWbctt1ZDsvH53RM26Z7NQa85ku9GoM9lnsUaEBaZBq2Vcac+7NaVvSvst7NoSNNO7ZnnJzfMa0t4lE8VyoPSU1GydLy+giF0JcjAzNJKWnTyQTbRqKkRRgNKhMimCErIg7L5IjZcNiJxGqRD4we+Tua7s4Q7ItlDgTahcYAkhFKXASJJwrJEKMhOQrZbpbpmuMMTWcAkAFiHSNBmYBJJzNTb8vdnFa2+q31Wrf6LNTeoGOfhBO8j05RfN6OYikVK+SRBdl7KpVWzJqDYQWTBjTl5VSREdv8STNNfOaIAB6yFWGFc8yx2WH7QbWPwtQL9Ld1K0ZAA7uH2Vn507mfXqO8I1K679HWvuCtNC7qHKJKEfT38n3EcLJWESCHAZMyhHzESO1ZFeAbXIETFkDJFLKG3QO3RUDAu/jDL7XahdnZ2tK7hL6tcW2yqxt4HBHWdFYYiuRMb91Vs4Iuq7KuK3hVmBIDYlP5oYjIHdVmGw0494d3Sw+Hda0eG8y3dcA7zfT4h6eZjTBjCW6AiTQh2aTpegokiHVh+pQ5D0XQ8XTHjpcLGSTBIw5i80YfvGXXlwelHDLAgw082jM/S+d/yFP5NVCPs0vS9/NCltj9L53/AD/n1UJf7l6X354U2o95riMj7DtLKwhlPQQQYyJ6f28h3SqBGDLtFoMpkGLpg99qOPs45WJoaQ3UNQ5D8OODD004QERKRHJl8www9MOkogXIu371hgOww8esF2XjbDPmstCIM2ZDb7YAFq3txAOnIAoP3pbbV0j4bmPBsm5WQlOGPHM0Zrw1AMKIUyJklkgugl49jdLRSROJovcohNwWKJDqIVdybVGE0s4clyTJr4s5dsu3TIBtGo9fAenq9/8Ac4dg0GRGQyMSMtDBIkaGCRwJrA6nOczmNDzzAOfMDsqIPe6bzqMN2jCGnxagaRCZPyIp9zVMSqSoaU5hjLhgkqNJjg2lPnSu3DURlHrageMOiDTB4E0oWB58ZfHWHTtsA0n+jh36g/8Azj2Ff/siGmsPtN7fd34O7a1LbxiANNKTphjuT0ARxImcR2aLxYnCsRWlJjLxhFcFkR4jsQxLeZDKgfJq5dwafkllKLJrwuxR42aBpssPF36FD4V+H/zzXRBj/qAg7p/+j4649w7edefaBfuiNs6KLfRfVrezFfsgviN5S04tIOWY0rqRbRtIZ2fHLY+ma6D9rqwLZAiNZ9011p+jh36YUpuPIVx/niGmzpyN2GvDqNrCO2ndxro41tyE1RbzzUVrC08utPf6MWaMNTXgqHHE1ZVTUcuTq1MOe8cxTDzpUltF0RP/ACULfhCRCDtTXEyH/llh6BgkU7bo6XJ6t/QofCvxp/JNdEHO8Awb057vi3Cw38Nu2dAUid+3L3UA4iHeFa0dNM9dPLMGxITfwJKuFIeR4qbjQyKf82Fdk4maTZOGQT04Hah8cdfPJhhvy7rtJh4WQ8jVMT3rLXE9IsbbEobqbIttS6lCzm0FcgAneY3DcZaBbuKrbKA4GIW2vFzhIYBccrMgZZb981pXeUbpLWhqh3hknNemkfVJLLTrGEnJII8rYYVIohlTiaJkpWdLM3nq+rkk19DC9Cxskpw7NQ2junSo5fGHTfxx+wy4bYJPXfyXO7c37C86YdRVvvSyMyLIstjCmmaDmnrIDSvZfFHcHPmhrhoXjtq1ahwsiBwC4BTNBCmPVEA5B1tTkoXoHAACtqYpT6NvfwrjqOx2S7vN4G4xdwl+6iliACcKOo0AHGAM6yG0XAqrCEKAoLW0YgDdLKTGviagQkNuhtYsKTqldObUpvitWGoZ3K+OIejclKpJRzksZXxM0gqJdQaQY2hlqZMbo0SJap5Fsoceiipx50SMPHRN8XesMGNuJdD1vhVO8+AK30mMBYLD5+htoa+aIgFAGlAAa0CwCO1skLiHQKjULDgA+iIV49/AR2hB057tSesod9VrG3j0SxZKY9JDULI8JaQXCqIuRiZmqmLoDpxH43FCGfgJMhAkk/xoYl/HpUcrR2p5D/wB/glQ+TcruzBG2XoUYhdqW5cJd7hA6O4pZmdmaBIGsDLQVZLuJb2MqCbOBAFVR9tDACgDcTpurtbWNvLNE+gA9ACdq4nV+CU7NApEZ2BXAy4mzHny6VhJ8iuIhe+UllAMZuUz5PexAkMdhYbTnhr452iTBpkuaFzxT/BHe5jt+rK/8nnVX0r/AJRgj0xT7dpdZgSXk7Nd6lPppynlpMt8iOzbpGfTAgOFoxepDo+0WbPOkx7ESQotp7BxsqVaNsFGnTJlos4afMti5d9nXQaOtI37VjTjT/UPll0HjC/3rfkGzDaixNp9nW2Ywh7VxmiBqVuoDviFECBnqK2+ggYlult8OgX7QiAUJG6ZJ31TMldvYNAUOfCF9R+uRZn38T0tR7plQ5ewnND8Fk6THyrF5OCJDI5lI+ZJWXL+YhHyajBcSl/j6lCRNLb+TfLOzrTg4QemrAX8Ed7mO36smlAwGnnVVfHKRntrb69pMf0HWkYKB+hY044r/KPllmw3/iWC3KtLYrnZP0HWkYafqWdOVxp/KPll0CtPmt3869OGNqxtlrGFu7MekuPdM2bphrhBYCL46o3TJ4mr3LmzvhlLwwoqCHQZKABM2zJjPcDwE5a30bbxLRzvACkfntI84Qm0UlYZhorHr78H00oD+QjEYO1x9DjsWJmQNBjxU+UXcNrTQNo7CgwT+Jdk80WEwUB/Dl8KVn1PLT5ojkVFkg5zzYkhFKvqoQIfVollDMSMJaRApoD6Uk21J8hqKzBiuiKJ1HfKKYmqDxMMmXpJ4dIEjbTgX5Qu27sPS/k/KWUzKqxKyVsupaMLwkmltiX8Dw1BrK00mgZBOaVWYcS00FBsgB86BITYPhKgcNg47Hxh8DUYm+f3ZcXb0zTrLaSMGzUhyUp+BJ0Jc1DK/E0OqcSE1AmnwNHMItJDkmlHU584NPX0XOTrJl49F0y6JPXXkmm3zLbF9pW++x3EENfZYBtTbUnGIC4nJXLi2cE5DKqWWtLfRsxbBBOOGI6ucwoBz0heG+pd05ptsiQbbaabbbKFm2m2qtNNtC5dC0000LNRaaGoiIiIiIiI32/cFB7N8jXFMUr9EOXq5HNNq3Lvd6b/AHcu2HTvfVQgw7dMMO2Gf0LsvR7LDDIMshVqExGzIAACI1Gl8129f0vjf9f59ZCIW/auS96Y/iT8eP17UO0XDrse0DISQdnjQZ/vvPjER2h0Sfwi14Xf83Ukmhvdmyg0Hzc1hzjlpHMyYuX9aMxkuZkwk2OTEMP0eGFdJiaacUuCMGu0GGUI64TXh2bK24esLZxYMiVT0oGDDL12cempIQratbM1xmtPSqwF72Aez0rtEfoQ0s70GSU4V2LNaG8PQtWMqj0u1iH0aW6ZJeFJemEmOjcQwmoJMZCtoiEnGzDtNQ0uJEZtMbfi4ftRAyZeO2nhN20xLgHDkNA9Hl2fVDngB516abPATK01kAnqNhkS2MnqM4gksYmdZAql0ktJdbhIHXXFBgBY6yqcgBu99cN7yvUbH+kfQnqU1IyuLQ4cmBKOX7MTQuVi9NOK0Nv1EV5ETRYWU5PUEU6bLCXPvx8kXVCLzynYbB7RkWWvr7uuf8c6qdD+mXUTMsugFI8m/KxBjOKi0Kp5pLhxyrqTZgDDtITz59XOFCTAO2AcuTKmces37Rh6Nw/Zr+0yrOsvRvPzTBD8UpsErM5YLZhQjFawnGlRMRHoLSQqNHTacSelzRt2DpOeOwcuH7lpp48Zq2yyAiEG0nt01vt5CSxgiTcot8PBMGS0l0glYaguFiumqEVIuhIZEWvixByfW0FTVjTDoXjVHp9QNmWu0PlHzVLZXHvJfDLbu3LRshYQoIuY9SHuJuWJE+zK6Lba1BdEudITLBzKYQIlVbfJgxNdJ7prQBqV0la5N7PPOdMNw+jS81bz+OzBksopMWIkQHlmGn0358xe7MLKUmvnpyHjTSHH8OP/AIopO3L4HxgyXFnypR6yE+wBSn73lzFkfyQ/+Zr12rfDu+N/5QK762EaCFQppcl5atB/6k/Gnt22nIvQ9vsYLnLKyLpx722F5rSnhqPYWW5kSzLadoHh0xHkFJiwTNxHCjhdIwy4OJD5cSnZlPYPlX7l8WbfA8Yeu2me2znaY2lW2uy7QFxEyxsZdI+Mkxd0Bc6DICNxi1xQ5Lm/ZnCBCi7ngVVAE29+Hedc9+Uz88IDUJpSVm/LFIOk05VmNK6YEBpigosv/k8goRdCSrD5I6e+LOXpn4mVMqLt+aAs4ev/ACDt55J08edlkavul3dHb9/RlKNJkTpq3nenCW0qkRVXVxLhb8BEKRj8VVIkUG1JaM/LkfSJimJH3x089bf+QMLD4uWr5Iq5cOQB2FtQAwPQRuGbgF/N64vxsHBwUsF60ZAas92as2HlUc9229zZ7d0q7G4rKCoa3ce2cJKlgcBBM5HMxIGVZpdZFKgIVJBIdFcSMgYYGN/cTVQTV7uWt93ryl2gSn1X7yrThNWAIYjQjMNCQfwKIcDfEYwTUJfhoksCqy2knB60Z8giRSukgTzikYS3vx74w9JNmypN+WsXa8Sbadu79Zie9bZePCOi/USTeNsA0DDbwrI+MHDbbHaZZa7LTTsRY7QMtdkQqFcdnhW1xvUcU4AF/NC/S1udLaJ1SyvX536YtRcloTOI6fFM3pDzelfDR+IX50ogEV+P5fRDCiOcXTSanKqiVSCyirFnym/IJSkdckmH7wqnHH7Dss8oNnS2LpTGz3Ewkvce4xwhgolyTliNSbrObYYIFRpAVFQCSuIkKAM8IqHr4Mh+xASG/wC/ue//AAvxbtobVNu0d5tvRNUscQJrPnvCUjt2xLaZLsxL+Vshjr75yz+hUn8VVkFcXyxh+oPSK8Bd+6S1tVmEdOEoUipPU38AS6NJ7wtE56Tjc86Kpp7vrQfLPS9OZfgCJo/g2JZlrKoryxVIjWYPflYyjxcihLdkFCKoUgtaemC6epuHJ9gxD5V26OMPnZd6acssGG5PuWcfets+HG21LdgPs2z2ruMBbdvHbBwhiFAwXIzKg5lZEkZyMqs93DfuvbwnE7YWKyRLTiWdDGhjIHLPOtPyFkFJ/TDKeD5ISIgNElvLCBU75Oh2F0Fw27LuQePGjB1RUDb9t8fWFxWOvX6itrqsaOK6ypmTKgpnDRt+9etbg5Zx962z4cbbHLOPvW2fDjbY5Zx962z4cbbdQAAAAAAAAAEAAZAADIADQVzkkkkmScyTqTxNVRvgmn8y/rN/sy4g/wCD2CtrXPLOPvW2fDjbaEvcgbtueW7Uk3qAl5PWK5URWtTWn+qTVh01KZci9dSycPHYVh5DdE1p/GMCwGbLLTJtJMvHhYiSUSIF23LbKi29aeOXU2nLOPvW2fDjbbn2NGt7NZRwVZVhlOoMmtr7BrzspBBIgjQ9UUcs4+9bZ8ONtqi2i9AnBvxtOe840q6w9Q0cGoUgTWchw3L6IkCGYAJLkGQnAkULq8mw6nuSUNphE+WMP0QgXMnVt0pKYuHbQsm/KCLe1unlnH3rbPhxttWBlvuDtZun6NZ4xLpf3xUZyBQ57zSiKacVQpDGkZBV3DaqtKyofIuTaksT+ePDz5HKKjxNYOOSiYwbYYF+0RcNN+Sd12lbjNaw22u24uretq6piV1AEh3QNnO/LXKpslAHl1R+obbsrNhZWxEjCrEZDhB0OVWCIX07yzTtOcDaYI5hqHZvyuhGVsCSoU4fmZCyBFSBGyFASAiIae9iqFVgifh5RaNNIRNTfEzBF8TdHmWHjl2yLl00xE7vJ9x5pq1T6WYilBpR086NtMU4VWKYNV0ybSFp9gGB1FLRkJYYPrqU7X5bwOWihywtkmBIvSxd87KGXbbTBztOg7A67/Sp97f/ANcBTa/3GsE/8u2x+lT72/8A64Cm1/uNYJ/5dtqvNxCj7DcIK4Pt7NIXSA3TSN8QZ0OR0ssIwZdqQENi+zegmZzHRwZ3zU40h4BUZUSPkzK1YOklJWltKiXcAqiimg/+Tj6jB0II8OnTpD406cGgJGjKc9flAMuXL/yDxjyzp287TDNcbfeKe6cOau5DwDre0caydVeoyMJJD+CpP0rsqiq/eQClRhHZ98htQuiTzlkqqi6TVHEVLhpslDSw06RRZfvlJlwUbcFLFGniXsxZUSUlzLqbc4VLUBMiE4edpcYTmWIaLQcpTDV2TRl+8XzkME1deKoj146fOiwEXCwfdu2C7LTL6jXYYhH3om7V3geoXX1pd1zaE5q6aJbRfpxlIswQmv58qMctGQiJeU5guFI4Vh2HpRTFQlNJewvHL8m7eKZ4oadKPlHjBEGS7gy8vtKs2zqFtYzitTbZEukLiXF1ScDMqz+dEjWM6rYKi6SXwwHhgzIC0dWSBIVjrlodKhE/AjuPv84t34X+1FN3/wCCk209qC097qhdkdNhF047lPfMwXPtUgGJiMoItjiTU3jUHw5MMylmHULLMTFmdQcWC/RSCq0XMKDoIZXu2XYbZ+SjtfINz1fgP+FM2/Vj7szH/UvHP1/qVs+HG2x+A/4Uzb9WPuzMf9S8c/X+pWz4cbbcBsAgj6u4kRI2LZwROHMEXJB57utXWLpBB6ZTEa7Vej83Xqcs+1ucdybiiB41ltun9H0ETFg+KYBjRBheYThdhCNYfVoWidFfGpzzHPlnKsgLpMgqpz0wQNlTrh2cKOW3xQy4Mu2WnL5220m8+3VSDvAnkoprS+nFFemHVxp3UnylJTULBLgyaPpJQ0acnzkMxImkFZAPKKQ0ec/Hkg4RWSCjDx8ypNl/jyWsryKrb+0BQjvDYPlrGJHeOTRkJNWahqOHhuB1jT4nKydC6dL/AOQEVy6TVp0sS6luYbXwiN2umm23aWec/J5giyB8W2Xhdx3hyzj71tnw4229FLSPs1u06sUFtFwuML9QAAnCeq0qGBVpBzBriZ2W6zqwxFmaVzXrSSBIzEGCCM9CKrAn9x/rt1bxhL0hvSt5osaj9PUtYlIRM6kVLOXqfLhMmEYRXroExzGakhlIVTnLRsqD8mrK5iHooixynnlUpD0ToaipvF5x8n4RulpqGpboFFRiJVLSEfXhL5LSk0i4dlSScmp5iDihEiTLOWWHRYqUKuXRcu4dMMu3Ll2w7YZZZZAAtKcs4+9bZ8ONto/Nde7tlXr6P6bVCZsaTBhB7pknIlzsg9iBX8OOGF2I0l8mPy6XEvzgQFxp4ivGkx0D50limH2gePPJnnYgyLOb7Kq2ri2gS9woSzuzM2B1IBdyTAAMCYEneaul8m4jXCAqBwAqqoGJSMlUAZmJOuXIVDl8Iw/l97lX+z0Qf9+cltpdN6CR3iKxprew7u13kuCk6YtilGhCJl6OFF2jrsGy9iZtpIWo7l2qKT9iGykTQi/MlVZQaWiSodcwu7XFGEUxUjNOQUdS0DvXt3bOvXXM3d6RnKOKJWw6l6TdTCZOaYziYy1FqQoLULkogl6qvSEFOoZgiLiyivtF4TUWHZVdNQ2ni+fEmWlRh28fvC0zXLOPvW2fDjbay2ma7tc40W6bQV1MNAtBSVOcEHKYqC4CbORhYpjJVhInHIDDeCPGorN09uu5fbsuRynDbpbZmVqBmufKRbqHnacdmWlGOYrdAbfFUdLfqIvFV1BsMP1RW+RHSi9FSVFFVW4mVmXSitviZPRW9j3QxvWovwDqp0sTHZ036/pGAWMy1m8RfnkZLjUiktPzKVCceqSGVNKpF4nvzBhwhRWXT1l4STFBVh1cQogh885KpU5HLOPvW2fDjbY5Zx962z4cbbaGxaNoWcMWwBhAJBUgyGDahg3WxTMySTJqgu3BcNzF1zMk5gg5FSNCsZRpHZUJu9aRZrw5uNNTKFPWM0WYk5UrTKhEpnxvDcPuoWQInjdysQmzEKskILhoXCaQMKPl/izpy7KO3rsAMMJ6cy9AgW3XuT/2KLQl/qCQ5/6Ypbbs3j+m2OdYGh3UfpolorQohx3OCAGoVhlWjo8sJkJEVAVpIUQfLp9AQYmWSpPyBB8x5RPQVN/5Vp2z8W7AtvGP3bvHTtGukrRLpr02zHVIWWo5k5LJJgyJ1WCTqsowmfVCD829fGEI8uocNrBkg0yYYB09UEJLMtCDYNlGAABGgRhtQaCUGzBMRk9YXJgk5kxmZzOtWLA2MMjF0xbCMsigExwnKuzeWcfets+HG22nJ6afJKam4Bfytn9LWF5sS7NqaatGYPjEh8pIhhVR3jb5LPPigtu2WzBF68belxaGjDxrtgz2mWRDcfLOPvW2fDjbbgHeQSu15TckCkQvu7J5wBp9nw4mVDywqRzMkG/m+alyUQ4pLRBDzoGJWzcH5TPrR6GDpYBhZwHkE00PyuUEALHdrhARiUNwRmigMWHABiAZ5kDjWaAllAYIZHWJIC85GYjlVZZG3fWil/8ACSYs0tPtNMq3mngnpELRoVlC3DzAwU4itqFoaONLztK8r2WVFo0aMPxfg3Xyj54NPOENs2+EhburQ5pc3d5GZunrTBKaUUfvNQUs4abiyC4cYSlltBVUOOjCklNGmXrY/FDj9PIvX7rsh22yzofo7YU43K/whstqgOaz3GvTRy71NqEFsy9OTV+WYxFRfQawUKEWUQUFrRsMIsOgKEirn4yxD7B8QdA0JoW2m2mv3antzV8Iq1my0dye1M6/NHc05buokSovdwwoq8WoJdmIkQuoFUtT+PQlozh9V8oULqp92y4aPiVeAYaafOHjTDtpjyGQmztCDYbuO69xrbdHa6gbDhE4pXDn9kZbt8egGHSWW+tJhRbYcY7nWKxiywgGecaZ6GLJ2i7QBou04JEv5wyK02yulbM9elHD6OsxvCEPspi+pJcQpMPK62RNm2XrXlC6mppxE8bdiyAPDBVy8oAsBTON4vOmPtOehTVZPaVqgTSpiyoknG0cQaoqKYTWSBNfQkxs2nvziUoOnpI+4ZesB5UqZdtOnrIiyIBYQjP3cWkzflyPn1Calrl1sSAnVphh6BV6HW5Zy6aNNxEKwwjuE6CjTh4Y0xyvevSSK9cg0Zafxkw9bdgy22UUHlWQle1tafVTVdpI1DabUSIyEIK07JVRVLtPihVImFJOQjMRkGyTtTOkCj1wZOOCot+UbLOHzl49AOwy8Yr2g9FCWsOEsvYbCwVCFRi2AQwwEgSTAMgyM4rjYRdXHcW6JUlgWYROYOITkNRGnhWiN0jqOmnq33dumfUVOxWTlyaMzYdjBTi1USUVPh5ONmkmZsbQ0QEqjpTlwQIsOUhFTy4sF3TPlW3Tb96Lb568bakb5Zx962z4cbbVXZFboLfT6aJTwdI2R29+geAZVQATPkYQhEnpuhZWLIpRTWFFfPuXShESKrrJkDCurKB1po8pGnjDZlp07aYcO3Tp3tv9L33/AN/n10If7l2Xn/FPalq9eW3bV9m2hnVEV2mycTBVDNJvAmTJkgHjGcWe3bLsVv2QpZiBFwQCZAgW4EDKBll4WR+Wcfets+HG2xyzj71tnw422r/yd0L78CE5uyriqa296haZEroamPA8QTJl4X04QIimI9gFGiZLUYxgtwsFIZLmkl9FMOllFDdKRZ+4MEGzwGnL528csts2AOWcfets+HG23RbdnBLWrlqCMrmCTImRgdxG7Mg8qydQsQ6PO9MWXI4lXuie6jlnH3rbPhxtscs4+9bZ8ONtjlnH3rbPhxtscs4+9bZ8ONttKpVUn4Rv/NabjH+zOUP+EvS5ta25Zx962z4cbbQm72Lduzx13Tx3b0y5RRVKmHULR9qANTWmWUmOuRekK65Dr+L5Mr7BOBnEMwLF5NSWgJy7WnTRZfPwwRAyaS2AURdPjb4jNlyzj71tnw4225rSMt/amIIV2slDuYLZVTHYQRWzsDasAEEqLmIbxLyJ7RnRyzj71tnw4221JP5XVIfkROpeRD5pKWkSUkx1dIUyT1oudTlRNg5ZOkD5R+xRtwaJm3LowXesCDTt67ZbZoLIU23yzj71tnw422wKakIGJhSwmPAJM65TjccQFGEIFVAy7ePS5ExEsPKCK4OmHTrsvXjkq9Osv3rt2LLxthhplijQgIdB0MawYrJYxCdJE78pzqF74OdqBnXqY3b6RNCf0zovm3MIzOmaiI/i6N1Z8srbxISHyE7TE4Tj/wA5koRYfPQLuWQZYYF69aoLTbTQzvcs4+9bZ8ONtqm2mbcn74HR1LBxJnTZvaYCldLMsuK8SuIWT9OqCuF3a2utOG1Y/wDH4sTV5XFs40WcC06bUBLu/JgDhy6AWgHoL9L33/3+fXQh/uXZef8AFPbisXb1u1bR9m2hnVFDNNkyQBJlrwJmTmc+O+Om6lp7jst60qsxKiLggZQIFuBvyGXwkTmVux5czM3mEid5qozJjZOmNIiWhyWSHLckRQm4KXE04hzbQ3iirHX5VpddHmXM3lZ+wwUNOnHlUpOZF2LDZkHndc5F1KhiUM1IlXYaT4zQ4eltHK6swergWFKixKSYYVD6jDSoBwgqFBT10oXfJZ0DSYolhLGnvlyBx12i7yFSR2h3fawZOWVkXTj3uELzVlPDUfwouzIloW07QNDxiPYITFomciaEnC6RhkucSHy8kOjaa7UCz9w/KtmAeu3rtpjtszYTehBQmDKaaEBJL8mWVY3l1G0IJhlSeP3Ce4UIlhpSRiT8++KlThlyTdGTrt4aeFyZp+7cMvG3JV+8ZZdNb2oK3CLL2SzF2D4CXYqJaFdxuAjLTTWsnya2DcW4FCqCuIBVBJw9ZUO8meeoqmrp61aQrqulwWm7p3+CeaXJqy3Nq6qgloth5W0vu018sIj125VSLLKpo9TzYPiT167Ye1LMuxFsOw02Fw3j84Jk/wDWeunj/wAM6Tv/AIErb10dbsb4RLoSkuSkDp11V7uaHpbEIiX4pLJq+6mbFSgysRK/cGFV80rLGlx+dadPXrh2Lou088m5ABB2yACO3U/4D/hTNv1Y+7Mx/wBS8c/X+pWz4cbbeei3cC9Im1B4GLDs2x4Q2U4ZtzGkTnlyrrZkxHA1jDPVxX9pDRlEw8TpPCOWUR2pDTBqy1VTo0VKcpdwDDG70S5K6jYMjyY0bykUJFmXsYQqxFcHGH7iI2IClZKI8KfChdHUFdwBgxEANNGjAFCBZ92m398LlnH3rbPhxttWu/Af8KZt+rH3ZmP+peOfr/UrZ8ONtrFkGF4pKQfCZWODycpxqWhpCLxgpI7DTtIUIpcpZR3EB5Ldtk09p2nG1Zk2/IsNECLTJZ47ZEmWEBcu+vZUCm62G+C+Ak3ktIDhUgBRaAUQDnkM+JmsL7YltibRC4gBbd2IxQTiNyT2Z5aZRWS8s4+9bZ8ONtjlnH3rbPhxtscs4+9bZ8ONtjlnH3rbPhxtt2VzUcs4+9bZ8ONtjlnH3rbPhxtscs4+9bZ8ONtjlnH3rbPhxtspRyzj71tnw422OWcfets+HG2xyzj71tnw422OWcfets+HG2ylHLOPvW2fDjbY5Zx962z4cbbHLOPvW2fDjbY5Zx962z4cbbKUcs4+9bZ8ONtjlnH3rbPhxtscs4+9bZ8ONtjlnH3rbPhxtspRyzj71tnw422OWcfets+HG2xyzj71tnw422OWcfets+HG2ylHLOPvW2fDjbY2OWcfets+HG2xspRyzj71tnw422OWcfets+HG2xyzj71tnw422OWcfets+HG2ylHLOPvW2fDjbY5Zx962z4cbbHLOPvW2fDjbY5Zx962z4cbbKUcs4+9bZ8ONtk5ZwIY50za3dYOg8F5Zx962z4cbbJyz4ey9rZ6cccFKbegUr6IDjNwv6OaYCw8mbWbxCoiN8CyFBqADfzfS4cBG9g4O5Zw0GO6lfNsH1d9Nm2GmREQAfR7r+ja3WmbDtI56e6TvJ5A+ZpTaVAO4eFLs0G/m2HwHN7WbTA9w4zgBr5vf9d+T6Y43ta3nAA/kZxa3721mXoGcCFKcQoNR830qjiw+ryileoYZ9oUpag0r9Hp7aj52yXtn0RsLPKg383mOLX48hkRp3U4cas39HN+/1di9s1r+TzoNR8z0vAenKe7Ls+Mc/dypTaYz6Ncd2fNtjpkb52bT8whbuqPo5zX23tZwVtxpULs5xcfMzbv9XklBtnAhjja4+b6Vx6+ra19QcjoYynhGijgO6O5Tbc8CA4yI09XN8Z67Nv8AWA4509XN+/ps6mOrNLhypcfMtSoWt+9xs3PZpxZ/JpUQpcfMxjkHdTao7PHTjw5Hu7DSmj1Ec1wPHs1r5tqVvX2s8kv9QNXD97X6FuNrBm+zqV7NeIUx3X9EMBjHG+zQ+iOeA27qfRznr020WIjXTcd2W8Dh40pKXDjUA4cbeqFwoA2vfjsgcB6cfZkBZDrmn73Y5dK8LfRzVkLeAcwCmwHePDhS1vVDGKd9+VqUoYoHDpTFK8MU5UDrscQ5D0pinTNPb0HgBYQ65qHdcfNG/wBfTY6culK49XFLhgOQhsqwjLtz006uvLWKcFRCnELhbl2a4ZpcOY35cQTgA8AoGO7PmgHOtR6UHOwA3D3d18WHuvm2ygAVpwEKh5vdSlWRG3DHPaNJgZa+GoHaNOc1Wm8h55tatsgDIB7L8chgwIcqVxbhb0QC3LgHPgofkj9YcQEOIs17qUremyBew27w4gIerX2W55DaR7N0cKUmKZEKcu63ogFq4H6wuB1vi9s3C40ZrWmcd3EALgH5wwNr3ZrUOFuds7AV414ZDoGbB9624ApRkA7uIcbXuFhD2cQpkNkC1AuPs7s0ZtS9At7jFwEacqd17M8uFedgyCgOM+0O7NQD7A425KUBwzjl3cwD83G1rFhpx7w7ulh8O61imKCIW5B0uPm1Dhb6rbIFbX+zp6oU42t7lKWgWt9QdOlh8O7kcu7l3dLd1u7kgVtf72z5oXza2R9gADaojjp0z5gU/v22UorjPgPTPm2t3cQ7gAGwiNe8AHkNR80L9PqtZQClO7kADwzQA5Ba3dsVxnwHpm1vq4+xSiuAv7QEA4ZHsjS35wAK4AsAZ8AvgL0APzUvbYAKU7uQdOQB+butYDne1aVCw+jmrPDOQ58AAFKAsGbjm3dT6IUEPfwDYCwBmo3G3OlPogID/d4BsBcQzagjUM3DNWRD3ctlC4h0oI2pyp9EeN+/OdlKA4BxHNudKV80B/ucNnAFRCmADFOAUz5vspSubcdkDny5hnFx80QsA+I4EQpsoWDjUcVDIW5s0rW9K8u4IPt036EiT3DfupSe7kAcugU9nX2oHCveI07huPZ9gVDY5eOOoXGw/cbBXYDiPsCod1cs+N++mBmrDLLhB5Z4YnspOv5hxQOQcfbga9ALCHQBtQKDjIdmlbiOQvUb7FBt0uOBwIZtT7PcZpQRqI8h6BcOznPOvTgqpz9nsEUocK/vsU5CFfNrXAXD37KH0bjQRriuKV+jxpeg8RxSyB9eA82lccOzTlYKdw42dxvgAALhfhnzOQCFwClcDtUndGeXdmBIkc9eRpQF6VyI8qVAKerQBzgWe4dn3tbI1uGQCmash1oA06V2aAUpStg5cfNrXzc3G17DYA4ODhWvo/k8fN5MhQbjUA62tah4ic93PIwI3ZiOzspTmeFeI1xwDs58yw2tUPZauyhS2eIjVmnKgjViw4p9lq7IGArkGfyaXGlaebnNaCGRzsoAFgAajQAC1K49UKDb1eOdi5DONd/DLuiGPjTz86cFPNz6NfR59nPmDQb2Ac8ADg4Kda0ALhS409LzLDXFa8fYgdMDQMW4ZDsAAZt6PGw02UAx16ZAKZ80KXC3o86DtBPYePeAd3OZ7TxpTWhCoezIUxTPm29telNmBwEBHAiNWe4L1ZyFqANLcxDZRuNeQVx3B+SFM+r7dgArS96AAW7q/RCg29XjYdq1OQ/EZbvx8k04K2zWgBdnnT0vMC9efZ42HZwZCvMRCoUrQGb+iFP7XjYdkDId44ZpWgAIU80MDkApkbclCts+jXFMiHqWHoFeNgpaYJHATvnfAOekDKopQwFBHH5POg/kh7QAA6haz+Wcfets+HG2zad/AAqHAKDfzfuOKDh3LOPvW2fDjba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Txxy7umen1bLyzj71tnw422+LEi2WhmHV6JDrt+/Jw+iqi2bclmAeGXxZJIvz7924djQG37x0XbYdMCIA08aBkacFKcuLyHDKWbXIkWUqH0RPdg/PrC4oFElKIuRaYYB6cUD7wuUKsdtplgG3z52z2mgZ7QCIAHOf6N7Rd8uhCwavdL/wA5uwLXzd/D7Kj5d8mLQMA2KR86vlDsi3VkGvi/ZFqodqttqqu7e00rPwhVfm/r33i8zY3iyRcHTsWJXSa0WQTHK9DMp4TeQ5DEMRS8eLjUPH05T8kQRI+RE5g+mBDcbRaqllBeiNceor9NR31gD9JM3UIp3yV+gUkT8V+LgWF78gKAKXkuyAdr5YBTBXAzf/ooDwG6iLXlQHzg5rd69eUXLVu2LZzQ3HbE6zAYqttgoO4FsXEAxO7W7Vs4LjuXH2giqVU5SMTMJI3wInQ1JkiLqJEyWTXIbWUuIEVRdA/ILCIfJqqWecg35MXpNQINvyhl0DTDTAtuXzbHaZbZ7VWRAPp8QqI5/J50G/mhbFsZztS33iGnZR+DuxjIzXNu+5mzEhzTjHs70iU07dF8YRnEUZy1iEFuGIji1o1D7cSKZ5QZeH4bgGISbhbiB+sxfCcRPEk+kxQ8RzyggM3NkVWKLyMkLhDyvxFaS09WJ/GHQuX/AMVUCzg4X8u6EBFy+8i+Y8o6EasN9pkWhFkR2vavF2uW3To7tvCWUHEpVwSro2FZUwcioIiCNKrcthVR1bEj4oJXCwKxKsJMESMwSDJg619V3inGghTsj09WwfV0ts61urIV80b07N/RsFu6/o22pv75ST36KXfy7vrSfEs0pxy3llOXTOwTiw3J2NvmdEzppJifUrEhc6lPz6VEEPuz7w3DieUMGVKG1QW07ypdhl088g/cdo/wMBpEGn6s3eZUuH80TLPpb+Z+tbID42HbMbRdZ7q27AYWn6MsboWSArfZKHcw3xlzyv0VtVts90qbi4gBbLQMRXUMN4O7SrJvLuAfR/e3GjOM2xkaW2bfmNqDdnNaZ83F8WDrx2rZfwMDpDsH6M3eZVEBD+aIlnalLfzP3X0fr2la0A7viWO7ul3GktpXzUn7NhKjuM2Y3UVjUHG6BHcSJqgwhpiCymIijD8EwSWJIgF0xyaAi/Im34HzBx+BsHb1ly66LVy8zAXLItrGbi8G0Ajq4FmcMEzkJOkxmy2gJW6WPA2yvtxHyDynvIa2764pYaeqFO4KBm+0eEa7yuRUCbxKUO7OV4TmyYnvOeXqlMuFotTUGDn0pCCClwtM6LjBRfXTMdE4yKq7abKaInDgunQEqE2jx1FdvFB2XMHjKbHnvINA0XfPmc2syYG+31g6GZFHm4YOP4EhGaEbwnKaXop8Mw5CDpKhVMSZpIJcwpxcspbxYdIqHDwKy3Ey+bckU8+oGe0/qxrilu/1OdCTqEOb5XesxXH8EgzBMPawBkbM06tQqiqJVYSHqciTSWZrFZrIKE/T4miNPfIZQkSNmSS6tknaK/dqxxyZ49o2q5acJgVPyimXvWQXshhiIBYFcSzBI6pGcHKui1YS4pbEzDDHUt3DhuECASAQYOoGuu8R/Szv4CA2DnT1c3Drb0bbcJQDvENPUyNc8393lDYxz+iEkhAheY0bMn4YcFYHCHDJCWyk6aSYlZVHz5QOiWmrC1SjSUVBl40osi8D4mAvogt3xoHiOay3JjVzJTf062tXkmIUj9CiFVgldmVMtRgqNBhk+RU1eWsyoWiGar9RQ21Ek8cFluGouhh0oOCJ9w/OIz0sYcsv+G4Z1XaedHfwoDeHzR1LzRQZSQArac4VglPiaIi6uZIm4pVZfaOllPRWHaKlqhsDJpLh5aOMNNlmHAOk98Db5lsXTDzRtrdRs7FFtJcvojFnR1a21tmLBkYqM0+0Tx7aothSbqhi7JaZwArqQ4ZAAVYAn7RyAq6XTHGoBkOIAGfNyFAxfv2TkN8Ypb6NKh2Qve9RDqzx2i81WatJfzr3UusfU1pHnKZW0Qhpi1IKEvpuS4UYkhVUSItgmB4pLNK0MrXxdBiJGWociFNESaqREmaJqBRkySMMvHTD1nWu4FmfMqcm6a0szHm9MOOZqzDiF9PMF+PJkRYvxzGa4ykajZtIaUCvFETnlVcUwS0RNTkdOA4efASSyBNPLeSKFHDl31i+pupaUTism8rqQUKhkWARrOMEHSB2VkbbC2bhyi4LZUggglS0+wgjWpjeQX4cKWt05Dwp7NtQT+nnL/TPJmY0/JqnVFOlzKuGTkXRieSUsysqJRFT2nTJp+USibImj752D1gQLuAafNgDXZYaEAAdvhwHmHEKYpQRCgXHryxtGHvo/wBio12hy0/RbwpcGiXT3Bte65S1ccRKW3cTpKqSJ5SKi2AzopmGdQY4Mygzy4c67S05T/lxqmklLzUFKE8pqctpoojcQwgfWEkyhqRtLYUDiaD42knWWTRF40ZIP+y4fsg98mDLTTIdoWQ3bSoAIcACtu7IdkLhxqNgrXaJ3cZD/IltDg/1oXoUp/oxiin0e+4jT7Rr+yUkvrE3jm9H3rEoiW9E1x6ZoF03TxWQgmGpWTomk9htwjxDH8cI5WHkuG3MyYdR4aR0IrDhdhNIpJZgq7dvhcOy7h25YAeY7S62tlbozcubQqQqEKMRti632jkIDRnpxrboVLXuuES0SCSCcgyoMhmTJz4ncKux8mg9tuNqVDsgHeHDjXg0RBkO2Po0qNsCAVERAGA4BUc/ZtW1DcRaua0HfxbzH/bQmdzAQ/y7R7wx9W05umGTkUafpAy6k1G05Y/1CRPAiKeS1eck0D6ipzAjx8ZWVNUcqcSqKurRComj5UqfcJTt6aVzrQlE8uDLTt2ywXdbWrl1zD2DaGGVY3LbTmOrCEnQzpGUHUE5OqKAVuhzOYCssCNZYDfl7a0loF3iGnreRSyi+bWnAY5ahKCY7fy6WxjyGHELqXzjLQ+gxK9+KEi6qrsvyPyZESbQ00/dC0YF86B1+KFtruvNOfCwBXFa+by4WqO1Tj4IQP6hTUd/ZaK/CofynpS9B+/Da2MFqXqHd3WEOyAW4hj81dkuve2a1deMbrLQIGpGQ7AKm+i27zos4VMCczoDrQA4z7Q7s1APsDjbklMUH2UAOVfo1r0qHHkGzqVpQb92fRC/mjfwr7A2w2YkMKMbS/jqDEiKFiB1aLoOiaGEuNIfeGHC/CCivoh1KJRSiPyxpPMuVeHzJt0rJj0ueJP3Zwo5bcmyzbLL530nQ5Ty48qyGusc+HOswAcANfAenqgHPl3cuH1veDSAh/XVB27vPhHI6hI5l0ZmgieQhsu8gb5rFEeKVp68OxKKswYLn/isHq7tkmykPREwJVgXgO3zT11Ee/3FOrIs4fGTW/o3lZcsXdPDBgwYmpMpy4cOHLAvHr589eTvZdunTp2y028ePGmWWGGWmmhBkBEKksenkJI3tiKh/pqWrCIJWwnFaTIJa3mZiNoyMxvCJ1ahVdLGiCDMJiYJo44linxaeVYcPH2YzJoxqE3MZxWScG4eZ+NHfM2jbb9nosWz9HjvInXvWjKn7QENll+eequrGCJ7LOzW7mOLuLCjHqo4giIOaw2ZPVBxHUV/Ur8fDu6fe/KxXGfAembdenHkNK1RDcYarFMkTUk3f3byZQTlEqXPEFAjNiZBskeJG3TswVOEzReeDxwZKmXDx2+LmHLbbp86bYeOmmmGmRGxDLWFVKBJdQDBCzFazHixB0FQtCqrHESPH5iIYzUoeQ09JPRWvPzZtQNPlqITRN4rqj0yfOmHp04/bfGzTwWnzfbauXXnpLBtAAEE3EfFPDATEcT3VzuqLGG4Lk6wrLGQ/SAnORlwrDor1DyKgWaUByQjOb0voVnDNAs+OS5lkvRSkpkbxwULNHGDJiFocNv3aotui7Scf8u2QLvmXXxQwLwWQdtdncoWAA6cg6ZoAUGwcuNtqfm+zPagkzfa7rM9pWRpbRDqCLSti5uWCNOB6tOJan1wVuYLBl1Fr2HVVDWmE8EdpSeuhT1Uk9+PMFQaei6F47b7sCY3wncf8oXdNh1FXn8HLnOfrXx2xG1npL6GzdYWrgQNats4INtG6xGjSxyG6DxrQ2BhtsLiDGmIh2CwcRXIcMpnt4VYPNmyxEqZPHTDsoSJF3xs2aftA6clyxZ2L5+/fPG2eww7cumG3jxsRAGGGRaGwbanklqDkbqThI3Hmn6bUv5zQUnrxuFjsVS1ihIi9AKxGnkUxSPIZhURDJso6VCicsJRwwSaeg+dFlEo+bYZYfu2hgkjOYnwmRqDorYWpEbqR0jNQ0usqz0grT6E67TGksyyfeEwezkeOhNsFRetlweOnjsXwM9t22zVkdbfBJ7bs+ZY8f0Y80OACH8qaQ3MPz+y2xdqLbRasi1cQOlxibqMhlMEYZyI6xxcDA31BsgWnuF1YqyKAjBhDAkzGhEZd/CrQuKAHL8m41pyZAahgOlrhtxbEWvvTjCutiAt34rrsSOtScyoGOTFhZAcwmqP4bNQuRQ4yiEwaNRYw6BKJmWU6AYjaZJvm2X7T1wXdAxU06aHgjV5pH3ukbTvmjNGQG9Xg/TVp7OClqcKS0iCRsDRG5l8jpEJopKI3qnGC8gP3xkscXU9biR8aPnmnRFwpfFvKOy5VgGa68UyeiU/rJhfVJFHwkjRA+1by7QjMs4ams1C0vxcICCbTonQTiI2/IthKtssyQjOJiJpSUir9soKk/aen3L8mXbK57Rtd22wC2HEXQC1xrCq9oNDm3N5WxMv2MQGvWA3WtWEcEm6p6kgKt0lWIEYotkQCYME8jV/LkH5r0sNfRAe7pUKU24zc69dOxnWqc0AOluIx1Hp8AMTMMILUKqTMNBCLaUTV2DjMViwCW2Z+KHXAfEQa+Mg9Fp35OjPbGM7TFpF3xBSZ0nZrTD3wUv9QcgC0Uw9E0WwfCsjJdlEyaMBuDrp8po6NGkOoAsuHKwUZeOHCqmHgBkRq7fs3aDldI/x2HFHXROWDFx/iEh3gAeP1jw2s+0XIssLT2se0WrJF3AZR5LMvRuwByABJ4wu+iWVLOMavhtM4KYhBUgQQyg7zp47qtRhivsuF+HQKVrenLgGy8grWnQBvYbj2Q9lQD8+wAYDgF8BwEOTIh9x4jUE+4WHFunvwNcW7qwOmesbt4hY9mfbQHtHhSlR4erWojwAefs5+mpqr05yOmFKmVE3JxQRL6Y88VopDcoYOiVUZILcwl4+tpENE0qGirTpoD50wuryOlsOmW2B+OKRR2NPKsjtvBXWEmH0pQXV5UTkRDRiJpUWFhXOlk1JSk0i5aMHFBSUDrbkmRIk3Dtt+ZNGnzlwXcu23r1tl2w0IUAt53qTn1vItZ6lrc0FS7PTX0ybn/8AB7F5WYzkmfYSo7jVBmgiR1FMQQwXB07PxClunyInqD8mmOgfk5bwKoR4afFyq4jFTHJte0/VrYKjHcZgFSCxKgzcbCpBhEBJOgMTrWtiz0rEE4UAktkACSAok5SzEADXUjSv6CAB6Oa5GgdwhXzO4MD+fZQvSt6jX0eAdnkyFBzYB4j3bch6ItbMi9fUgYQ1ASIiYoqJC8mkWYqhJ8bJvItllF7ZRy+WYDjlMLtttpi8immnjhl9T5NXCbDhdQDSkhnyJ9/16FhvkApYOI0z5nG9Kh7MDtuHV1DqQysAVZTkQcMEGDkCZnLMaa1iylSVYEEGCDqDShcApgRDgGLXHzADiOadAGg7OC+a3EAuHC1x8zhelQ9gZ2par0kJ46/9/XvDdLr7XXrC06yzlNLmEZmQqkyRnDF6GlkzzEK6fUN+jlIbaXHaAlpp17HCqsGwTSBd89VP8ENtC0YMi83frN3M81dMukrUjqIhze27yiJF+SclJizRRofW55xK4R1lSguF1BeJpim+Irbo47InH5NhwabKvXZhl020LpsGwAQ4PrV0i6ybOzJae4hbpUE9E2FjBz3D2cq6BYQFA14BnVGC4GMYwCASJGh86G24AVEKVrXlkApcfN7+fHHDkBC13aZ4j1jRfoKSY3UjGp2A4LLTDiaBmoPixwnEYUOI0KrxdRdxi/RWIROPG02MoefCRJrL86w2ceOWy7L0qaZc1pt1rvQ96ci6DpBpkLbqqeOtxBJkpgMENUK9q4TkpVmp25rx09MmzZCMpXxlEjn5rnGzEDlxUYlU/LloacmSbbgg9KlC+GbuWbk455fCW9Qky596dVnSpNFd0iNOIgkcvxsQmIqQm4R4O0/I6MaMRYmw9C5JRZiRFIkIlcu3SIUEg5VXZB42YeFmjD19cVxsotq+K9ctq3SWrqqquhY4bhQIzCQAQWBAkAiCJ+rFemxkRbRypV7ZJZWAGJQWYAgmQQCDAJByN04K2zxHAdAqHmWHGK8ccNHTp1O6ctNyY4V9QM+JQyWTzTgX5F9M+YcJwQ8UmBeC6D5JKxApEDSq8aesPHTDlNcGnrx4w8YYdi0w0DOAa7p3xfpp0X6o9QEApZRajeTsipkTAhYgolmzSYK5DcMH1FOOq5V35J4aSUoy4dqioVZelxMJxMy5B+47XlWK2u5k3U2lzXtp2g7eTa81SJdauo2e0UTCV1ZmZ0cRApwXA7MKR5E8EEYbNwqlHUoqrm2CiKKp8hxK7OwihEFVJSoVhdPTUlPUDml68wurZtIrXHQ3SXbCiICqyYUsxloCiJ3kRWdu2pRrlxmCBggCAMzMwJgSQAABJJngATU5RDfJbrFSPOCBfXnpsdPzT1ly6eH5iJKUSYaa+kYUlQCacTdW858aNOXIfSbZtt39Acw4AmlDhKMZZRzB8xYRUWmgT4qgSJUWLocPCy7dPWgJrkPm1FMMiy7fOngg4NPKMPWGhAGW2RHhBU3P+65WEwwkG9BOl50UNOGy716lylhhCVGHYs9jtOFtEIJyyTf0uyZKKDgyy357L7t+dtXB1QyLQdw9vMN30saAI1jpBlPrZmU3Lac2kpcjSII1hdTRy8ayzg0VJNcLj8+rPjBopMtpuCVeJlFUiVCiuGzAJa0pICnEKE4ze9fsgPeS01vEis1osrJiZUDYXBDCWEwwO+DV1t2bsrbZ1uQxUOFIbCuIiVOWQJGR51dgAMV/JEcdWbj5uaD1442cFMXELBdnlT0vNtalK9aU4NCtguIeaFwC+M+YF72r2c2AaWwGa8JRHHsrJlQLB0cqMsYujWX8ZwnCsyUkk2oK0vYjiOHFFGQ45TE92oIrw8owmpnCq+SJO1dIbNGSDtwyokmmwNOuxjAyzIEwIEmFynSZG/fXMNdY58OdbBCtrjcBEahSuAv5oX8B6CAWdyzj71tnw422oozqlHvUpP71XS3uyg30Oo+Iv0SkoVCav4bPmQfSPmX8RLTyM/IP4NhnCp/OPyv4F+x8qfP1B8n85O0Kc2KN2VT9G8Zk7vUtAM1NDcs/06TUfNn9GfO0ZOfLfzHPwH+DakRy1h/5x/Jv4Yoz+eH8sP438j/H4W/6T/F/lT+GHliXAdtZVdjs10LbcW3OOz1XJQBYFyTONcxIz1yMdQ2YEoOmtzcUsvVuZqJk/YyjC2Rg5aZ1em5Zx962z4cbbcXaLtfOnPX1DUxos05LkSLiNKuPTMtYwexJCqnCr4rFhQgWUjBQo4U2WWzxZ2VNuGvjpepZttsWGGmhYa7PxNAel3UNpSlhF8E6kNaUda4IuiGPDEUosx49gx/BClCsOPYeQEl1BJRNfzAmIJkiXU0tSXWTzKqSBswuPy4p7Il/jL+Dn4KV/KF11/2aUQ/7zIe22N1+l2dCmAXVul1aCylApAlWK7zME7tKzFtcF5g2LAbYVhIBxEg5MAd2UgVay5Zx962z4cbbHLOPvW2fDjbbjLXVoSkZvEJKk5B6hRjP5gko4Qpgu2YGiBxDKy2vw6nLiYnA9Un6WrMiRAvEJ9p+WYLO23r5ku15Zlh227eQ9/wKdurbfi9SGP6r5D6/4ic+HG21na+Gi3ZR1gdZrxQzvGEWn04znwqqLaI69xlM6C2GEZZz0i+EbuyrKPLOPvW2fDjbY5Zx962z4cbbVrv4FO3VtvxepDH9V8h9f8ROfDjbaPrd/wCjOTegr4SbGWnGQwRWEuYd0eqq+nBGa47iJe+PxXDsBLKr5dUdJ6Yw9c/HH7fxZ0BRgXLqjsWmxDtDk1++jWxcsIq3Li28S3yxBaYOE2VkCOIrQWrTByl1iUQvBtBQQIynpDGvA76urcs4+9bZ8ONtjlnH3rbPhxtscs4+9bZ8ONtuSNa8rdT84pGH4L0h6hSGmKcr+JIdUCM1lKDkuOixKH08w9eLyMMPLBBRIv3iyXadF2H7wuDZXsi9dtstsgA9TEgEgFiASFWJMbhiKiToJIHEisAASASFBIBJmBzMAmByBrbk+J2QHpvk3MmfE0Tigny7lPCStG0ZHkpMMLCiUQEVx8ZUDBNLKAJo+/dOQFpgqXAXz2gsu2WmqBt8PTLqOlfq4kXL3UVJhQVVWWMzk5SVISUFtHNoCoaJpS8qw2beG0g8DJsi2CmjHmHbt+DLbbll2+7IMvAAKq+trTPvEIJlZE8pNcvwhLTVA0u5vw2oQsuwNMqUssIOVY1hhXZbJqRVOTCCalxmaJPGWXjoyoIDLDRTstC2bLiAtBiugzTRrkVZaw7p60C/CF9L0TQNKpOPFUGV0u5WS1iyIIXSD6qorpww9R14iqR02mGVVSUzTCqogZKNvWzDgub8mWFy54vrdzpgnQPhwfYxWOlxyM8PT/ZwzzngAY6egTo56VJxDrYbuDDGefRazpujtq2tqV1FSy0mSNmFqInIoKiXLKV6USWYtUEVHNLymVIH1lMQXD0qkEQE2db+UFYmy26cALbLpp497Ig7ENvqyDnfAOpSTMtp9SsOKKjLqa8Kp0ZQceVkwwjKJtCVWBeEjBxLNgBog/eMM9posYBl67AaNsstVAIBtfUnNX8kNxPvAYU1q6ok7VpNNRaIRCgTFTICRZdl0SX5uKpJpqVBTaKhpyaVNP06IkmKl1pUeuWzD93Ebso09adkXTDEke5l/YrNBv8AY4wF/wChN7apedr4tlcCnZxdwsBjDG4VgkMViBunPfWbW1W1jDBj0pSVnCRgDZSAdTvA7K68mNqe0/SimXKyTczJtQfBc0p3Hm02UsDLqiJWII/PujpROelYcJg6bE8+dHT5Mu9ZZaYB22ZdC87LLQNBvjlnH3rbPhxttUE+EBk51KG9J3N5LTiqwGhz2NRBGzmVKvNF2qvZeJ0atxxAAIpuMXSGmq6u2gujFGj7KclnjYuq+SLPGvN27f8Awc/Cff6vu6X/APA0/v8AkV2qNpbpL1s2bji26qGtqCIKI3WlhBltwiIPGrGwMFtukRS6kkOSNHK5QDIgSe+rDnLOPvW2fDjbbQkhNUWnvVGkxQu6epuQbNxIgmI3kIRaoQYo/KRZAidyWdHHyGpt+SdfF1J0VfuX7wsIdth29YFoA7QbQvfg5+E+/wBX3dL/APgaf3/Irtyv8EyZVWNN2tZhdeFHy2xrAVGVh6ng8Ag9VWYDhkFB4SB67dPQKNmwfNFgeu3bwHIsdt2w0AshI2lmvWrXRXEDi4SbihT1ApGGGPHOe7fUGyBauXOkRipQAIZ+1M4pA7o3g1bE5Zx962z4cbbHLOPvW2fDjbaETfsbwWbmhjTHAsPaaSTJvVJqmmYnSQkoeepyeqBC51RcMtrcVkU5XqjqERlWjiKgQoTWHb9IdRBEpBZVSaimo5tLPcCS6+DKBNOGSEda+d4NrLmvqMVnrETKytLSZaYmQnCMSH3Db48QTD0zYUmZEMRtJxt+JdxEBJ/Azs2WdNsFoeTHLx2w5l77i41qzZN1kUNcJcW0XF9lcRBJYgEwBAESc8oW0uAPcuC2rEhBhLs2GMRgQAomJJkmQBVrblnH3rbPhxttwjqz3imnjRfNnSzJecwx1889YEdGJdSgCFIZcLqU1ERaJZfQo8CKDz1WTmkQl8qzLhoGTTsueESwqD4XQCUBh7XlkpFWsHcabxvTTo0nvqXi7VloX12REcgyTsTTHeLZ+NJWzAMxAiwsjECDKqqRGbRW0eJYsgBKjAikLDqAFxDjZ/HLhCh2ICR0iXzj4Q9+yIbgf+y0Vv8Ahw0d7ZvtTCxccJ0d21ctW3tvDYS72xMqYZWR5VhAPDKKutgdKilsVu4jurrliCox0MkEMsMDmPbVtDlnH3rbPhxtscs4+9bZ8ONtjlnH3rbPhxtt+c25eGCplw5ftlnr8s+cujLDIi2XePXbTDD9kAadiLblpoHjLINsCIs0BpnIdtc1fo5Zx962z4cbbHLOPvW2fDjbatd+k0b1L/rhDUf/ALn4/wD/AAUG0V+9qk7vSd1zIiXM3XG+p1Lz/iaZ050GT8OS1Jy9Py5OP3ivC0XxIaiB2uBOiYDwywnPYaT0cEpygC/OHYjItMm3DDl4y85H2m5bRnfZbqqolj0lgwOwXST2AE10JYR2CLfQsxgDBdEntKAcdSNOeV5JUUiqOmKKudabZJJRA4pG2nbAvHgFSJd4aMNMOwoLbYOnTYssBQWmvNC+ORtD+vDTvvDJTLs69M67EUQQFDkwVeWKodiaFlSET7uLESHoVihQLOk1WYdmXxRhJjJDeOzrDPkHr58YcMVbLPKbzPkVZMkgdTV84YUF1PlUZIrR80/aNGjysUhFtwonDJloRaMGDJx2+fPn7TQtPnjbTwREWq7VuPgif7GtOSzYV1tTLGrTXaZa/jHacQqwHaa7DIU7PZoxVsG2+wPa7bWjXGF+xbEYbiXmaRnKdHhg7vtmcs8tKoqKbNy4ZxK9tRwhsUzzyEZ1Y3nHqIkTp4Iwwpz1m9L2USdGkQuYShE9MOKkiFCsSxQZctmC8Por5XMlXaisv3Dp4+cpxVp4aeu3bxth00yw0Ibl5Zx962z4cbbVSPhXhlaJ6ftDJuGk9yrxGV1moRlASTL92VLqi04gmInqUnmDL58WclnJ08y4LPX70yXdumHrTxt86ZZF4zub9GR8Jbt/Ih9OGP2z0oPr/VLZ8ONtsztQW9dtNbuME6ODbtXLk41k4sCsBG6YkVYWMVtHDoCxcEO6J9kgCMRBOufDvFWUeWcfets+HG22l4B1GSFmpH8xpVS2nDLuOplSfO/Jk1IEhaK0daiqXiiJ42mgSjFEIGnx+HzTSgQPE2XCk5LvGjBQy6ZZFpy2DMC36Mj4S3b+RD6cMftnpQfX+qWz4cbbcgfB4l+b8VbzrfFxJqAgRJlhO1cieFlOacu0FYIRCiwXHBuY8yHsQQ4mLqWrxAnKxJLPtPSpc+SW1QsZdsA8dHTDAg8F9am7ZtrbugXHZWa7auWwAEZuqXVQSSuk6SYqegi3ccuhwBSAlxHks6rmFJIABOfEVcQ5Zx962z4cbbHLOPvW2fDjbbhneRa1Ie3fejWc2qJaIlFxVghDcJ0AQqeeP3RaLpmRQdcIEDIBtoq07OMpb1cPOFCInpNtg2UhlPWjxdoHpVkQry6dN0Hra3lcqIb1na/94rqaltM2dcPkJhymlJJhTfQlC0nYSiNwKxBwH4cemiiQlmDiQeJqLcIwykw4ppZd86ZiCLVaJDKo0Svcvsri1btm7cK42AZUCJJALM2UsQQoAJME5AVVLQZS7uLaThBILFmyJAUbgDJMiNBJq4Byzj71tnw4224+1w64JJbvqRz3UHP/AOeH4PnMWQ/Bj1qCEBxEi2ysRMB4UxoUx+pJLIlBFPfsv3zJkW3TTTsfItsi007hL3YGrPV7pW18x1ucN4PNZuea+XgUZi6RdRK809ZimaMHEU4wsvkFZUVVQOr0QvzUNpcTqZZuITi3EsPL0Ax1D5yJonR2IePFcw+FT/sUypn+aDk59sT5tn702o+0Ts168gKvaVwyOJKXE1VoMHjIMEEEHOpWzF+3bYyrlCGWQGRyIIkSMsjIkEEbqsRQfFCZG8JQtGiKBplHi+HESKElk65ZcHATF9MKqxADbhh4+YcGgKm3QP3LD56y7e9thl42DINDkfLOPvW2fDjbbTOnH+Z6kNn+UxK//eQhZtnw7toE/g/09p3zmm9vZkycE5JqzWTZcawjMMy8T5lTCi6OSUBw2zE83S7MPwYUihXVHELIjLhMTXAJKG7IEAcp5J2BfsFHDLvU3gr2EIJN4NBGgwJjM9ugiqC2StxgcrcSDqcTYR8zVlLlnH3rbPhxtscs4+9bZ8ONtjlnH3rbPhxtscs4+9bZ8ONttqzrjHRpr206680OZsQ6d1uJFtNlFMA1LGNm4khVShZ6Ti4mTdHjJMm6UmQaUCzsu+dj8eLdos200LLttsWRp2dyzj71tnw422qr/BYP5Um8E/s3Im/3spm1qjlnH3rbPhxttjs9xrti3caMTAkwIGpGQJPDjWt5BbuuizCkROZ0B+NHLOPvW2fDjbY5Zx962z4cbbHLOPvW2fDjbY5Zx962z4cbbbVl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NjlnH3rbPhxtsbKUcs4+9bZ8ONtjlnH3rbPhxtscs4+9bZ8ONtjlnH3rbPhxtspRyzj71tnw422OWcfets+HG2xyzj71tnw422OWcfets+HG2ylHLOPvW2fDjbbzeunRh08cP3bD9w+dtunzl87ZeOnzp4yLDx29dtsiw2w8YaFht22AststNMtMiAiG3pyzj71tnw422jO3gmlHW7qVUpWmtIWvtZ0Uk4QIxcXjwilSwT5iBMQ0tP4deQ6bftnl5E+SGoYdJiy5dsOmTHx0F1sWxdfFGAbq7FVJVGuERCKVBMkAwXZVyBkyRkONWUBmALBAfzmDED+SCc9NO3KoiWd2rvNd1LOSbEzN0Isymnjpbm3Er6N4p0QzsUHaAoQ8uv3pUHruXcSHFCFEntpyS6MIiAuPZgQubdorKIjxZDUwzEPpiqxtn9M+33rToE5ncWrILQgBQFBvUnDQInx0GwdiZFgYdYcgQ8p5wCK8DgHI9sT4uw8qMWO8cI75Dd7TJ0XS6U973MCaj3WJNk/K0iqkZPwtCDuAnxFelqhCtmyZhSiJqInbxqYzoyBByYRm2GUl46E2InGWy0qf6Vlvp/8/fi/I/0M6BxyP+Lnj4ddvMQuHuJYTbLWAjHaVtkZLZcBwE6VmwghsUI0CdFiK7ThIRrrbM+IdV2XaAzBSF6xQLJEQSwk7yRNaidbtDeW71KdEpZrb4FdlLJrTLKKIHMbQjoekmdYXzC8vsPXtHEx4gKn4oR/4YJrRNIiBYdR9GBwyjCtokLIMvhXlJTe2nHbthy7dOXTDLpy6YB07du2GWGHbDDLLLDDDDLAMsAwyAMsMsgAMgAADAAAAFG7dzkN8hvBpma0pcJm97mBK17o5m0SlWeVj8noXi53Hz05EEy0IFoqSLqMPNQ46dtS5emRT35lZaaZVnbr42yJJp4Zsvbv7Sdri02LUzD+rvX8s61E2LEuGCsDJapK5Pl2xAB5KNq75dUHT0iurXyqMQFzyYWbdvWCwFASQadtvPjDYM77KwPXSzfIvEl7957TMxSU60XMUAgqoVABuESazvqcla7aGADDaRbigB8LZSkSQQxLMSYzMiKgp3sE6ZX6d/hGG7NnPOmMU2X8sIF00Pj8WxisOTz5ORCZ9b1SopR+adJpM8ebZfqimQJsgXJvmwemXYtMMsA00zNB+nwbo39vDK3AU/hRMHoFf8RWc9wfR5dwzf0haTtQcQJsWT80v6d53xUkI7qHkmJZvySlrMqIEyHnJ06puEJPWYzhdaUSSM5UVNRUHSWWMuiLs6onjTDkH5ow8eV6/hEmiHRdJLdZThmFJnSHpflHHyZHEmSibHEsZASogGL08qqTMhwgpliMTQpCKQslC6iQfvyR5yXOu3Rwo+eljDL1y20wMXBf2YbTeQ2WQs18q6vjyRQVkMBohjLImeQIbV42Lbi4GAFoFSuHNiQYIJ1b2DjUmP6e/ujQ/o4ZXWEB/wClMwen+gvIe/zduyNL2tnSvrSSYtXtLk5YcnGkQIpJiTFqhDZJfKuERRWSxg4mlDIrqKkNPHposTMPmQLMvmWGHf43sC07BrjLRju5d3vFOjzSfE8TaENGkRxJEemmRS9EEQLul6SKuuLy4ryvhVQVllZVlCBTB9UVVQ+ZfnVFQPGH5s8bfvzJl+9fPW22pDpO6ctPencgtJWn+REm5FpkTGiihEadJ2V8EyxIRAoEHLwuROrZOCkFELqpwmXfPnBQyedv3xdy+eunLxhh42yPVZ+sMUa59XwFQSFS4GzAyBZiuoM8pjOYxcWRIQXcQMSxUrkc9FB4x3VWg+FAISwVP7s+aszkGIYw0NSx1Q/G9V8Lorg0aKGCKouS1epDxZIFGWW221aXqTN+FUBRevHDkmor71Idv2DsSk3b6eODtZ270NyFT41g7UZpbJ6eisJPRKtE49lyhwSkwoWKP3ZtFMw09OEXSIBJwXNp56FDiSTPkjLk0lGkt0cdPirOz9Y0YS+l1pN1LTHmtLZFnHLaXEiJpzGjiVMRpyMqIkw4agKCliLVWEFEhEKaqob9yulUZtPBlVTTxJh4/YemCz1h2LO0BOhbSxuIddsiZf6wjWi3T7I5YjQ/GxJiVsXTaNOWEX5qxqsws0/UoMJRfD0FPmFZtCBVT2XkIM+QTjzpy5Fp022LzF1e1tVw22tFr6K5S4XUr0YFslXCsCpJBKGDJJBgmNVIeygdbgW0zKGt4SCXOKCpIIbWGEiInStabgRtAjjeCb1ydWk2H1GFt3lGMZQ6ly2Ku004hQWtzNJKb4++UYHQjLBcumEXSadipZBJLECj+HoYjKCUo6TTmAIkHOspQSOkrP8A+FM7xeC58SgldOyDiOmSHIkJQnNyX0JzIhknEJKBtGKeTXiqDGSOspZdaJp6sqkSyo6JsHi5NSUCzp8w4OmXby0TLaLNIknILQpcSli3TxLSAIaKCTh+DIGiOXULQykOBb8o8YIoqMcJECwv3zbZgy8duGXhoy8emTDTx+8ePGoh9Mc8NCsc793V/AsptOJsrqyTNPactTI1epk64ni2C5oQQKDplpCqPLRlePwGhGCTtWgRKfq6KlFjgGoFUBeGPLrCiD/M2VS3sltrlsldr6RgQwDFxdY27ahWAEscIYhYBkg5VYXSz33COAdnwAgjEoU21DMxwyermRJkiAQJHZu8JlPKySm6d14S9k3LWAJSQCmaQtS5tLgeWUGQ5AMHpxtUltFigpmSENQqlpKKTMKJ9+/PHnxck6eGzj98ZMNvHzxtsecvg31tzPpAH/sjUKGK/wBFDOj1fz9/Tszer/sZmv6uQ0eaiQx/WriYBrRkONOId3EKt+5139OmrSBu/JFaVop0461ZpTGle+mo0tq8lpSwDGEEHm42nNMCYKUwkqqjNyH1560WR4rTial8bhkkLhWcnS5Zk2VduDpnW5ctWNttm4y20+qXEXLqz01ogKAOAO6MqhEe5szBAWbp1Y8YwMJM8yPGrxIVsF7cwpULDfzQALcAD+5GFvpP2KnXZ10+xb/5xK42yPfwxtHq8+EGx7GgA5kBugd5LNVRf0dEXazKg5CCU9MtgAOPlBahpHma4TCgtCz8YPvnLxyVci0/eMtMMDtmmrKfupbUduRt4NMDVNpQWtHMfOpezFQ0CVS9FxKNVBQgUsiQYoo8XvlconIzxw8UFVUXkV8mqCKjniz9AePmiIFjJV+/1ubTZu2b622Zj0F0yLdwKAEOrlAs55CZNUS06XLRYADpLY+2hP2h+aGLd8RXWm4xD+RLaHA5yieUt/oxicbW58qiN+oBFxuXP2ZPfw8/w0kOH9dWbfT6hpXla0o+4y/YldDg8pQveHD54xPStse0Q+0a6+jfeL6Td3hvft9Auar5gKsvk6aE+T6ZBb1PgSNo1bUzkNzJmMfVmHriDUBcfJ7DgqtJz109PsFnRoH4gXaei7eAxzs6Jb9FPcZUQBSWYhVH9asBJMAZwO3KtwpY7YqgsTMBRJyuoTA46zxirxVKgAhwzbu4dkAteocAzUMebynk2huIdhqoAFBEAZCoj5tAHhUa0rcBAK7V9Fr4T5ujkkGxIzZmjE3ZrRhEkfMFw08/eDEiWgMhiwPG3YXuIbdY6BN7jJfeOTEjiDpHyV1KwvB0IQU1F5Ob02pbkoTl7GrPy4kojaTB6qmL8SOzykz8qu1BgoovUpQfES5t+5T23Zd+267E2vZncW0vW3ZicIRgx7OrMAZ5nKIE1ytYvKpZrbKo1LCPfFVMtwHPbezys0wzfRdAGh6Vep+WJ+fKgqxhGUeTdgaXqmhR43L6AihiGSiVFE2YAOnCLqHyqCqsqBdMOFmjCm/LAfael3pdxfckotTOiWTsqYgnZBybLyca7LmClia8AoymTXEiCZkKUOJhyNoTSlpOUlxPVk+HYkfKSSSUyKyrEzxcowZLKJ509ZMPawvwQi2hTUd/ZaK/CofynpS9B+/Da2PTiF6hcKdwCNmAp1vbuuHP6MQrstl+kuMGQxbYpgTrH7EIG3Z4nbs4bbYwN51wICG+0A2Jsh9qWI8AKQKhTPS3dT6IB3hw6hjkPW1NuKJXyIjJ3KacmnmUGoZdQjj6R5nUnFCLDsv1+IEJRRH6wRUS6ktoZ48RFLOgnGjyU9MtIB1ZSVI2UNugYIHOvbDSvLkHS/ojQfDjYbhtyPql0H6R9a4wKOqaR8LTmGWgRMECtRIaiAqMOBGIw985gJigq6R2wVhhaH/jAG/jAMfJrj4v5HtvvKd1wOUYW4xkQJYoBORIZVYggSVIU9YDTUcyFQyl5wgyYAY5aZEgETEgkZTVayLdMOrnXaw4hzeRb9XSnB0jlBt63FcgNGUx5dIKZEiU9dP3HzcVYqUvmAwolnjJkDBliO0CayS6Ml3blwlmWnZNTJyloWkncjw/o1UtCRWMNLD+RS4/+XFto7PaXD2YKtMECjBRxNc7H7ERuF38JRJ2w6cp0QuHrhynJTp3DBJOcQgz83w4C1cwJ8F+0UR88lJOSSUrFGb5YXTtQlbLFLnJM2MEY4ZclDBFLiNzCsQnUiF1xRcniL5OQokV0lYOFjhY45INEnzBgYHYjJ7vs5vLoBnkhbrnWCnbtlIlabh2NpVGNPkZMKi3Hj1LjMiUmOUIsTHMunkLulBUhBaaMPY7T1f4gkmRCF3hxh2nHvGZ1sMQy7NfuORauM+0Xb7qrEBsZa2QiDPEoAyjqnOvQCm4AVN+2ijpEC2rdtCwiMOFhiY/mkkmd+dTKwnpW1RaDfKoO7K352luIpIE3gv4e096z5ly2iJEQiotOxfoyXFKKXjUumu3nkgNOm4HhWVhMwefPmDZdwyYOqD6yNogm9Fc0ZEwa4m/OXTtN7UYiIrBidj7TVFSNEMv0NYWVhaeoZRNLJ60tqBIiyilXCc6PKr0s0uqSWrKBQqTctinkYD9IEuvgwmt6OmpUSUkfKwrNzsPWi8rZlpc5JZxkqvSzBh4eIw8XiuISKVFKsmuyZt6po0MqyurJ5cs/OGyTokyJkZq4G3XGiqTkotRcnNPcqA07IuqOWqlK+aUSyjXVchGjxFOQ/FcOpqsgK0VmItIpESQwXjWIDsOKLSSbLlVI2yYOEFB06ZL7dWyo469prT2SGGFNqu3UUgAgIroQhkREjCpyG6sLzKYVw63AQSzWURiDAJYq0tlJGWZgE5TUeO9T3aevTUxrc0n6z9D80tNsuYw0zQAsoSc/nupRyD75zqi3EL/AOOE0GHJSTERVVLBFX3zhr5VNknzB3tCwSbYdO37WFfgQ+FJ2/Vi7s//AMV446B+1X+3qPPbS8SbhDdmQfOCC9PsVbyvXZD08ZjJLxegKUqxqzk2QmDGKK6+WxeqsOQqYkUwrq5B0ENRCLwySKvXTAIqmLTQATfixxhvf9yrJfd/aD5oaoZN6rdeUSx/BUQS0SUpHmZPSFVmDzBaMpgQ9Cio2okIWlTBa09fuE5XMPiDRaICjt0dYcPDDs04ZbLPMbouL09/oriRL3hZ2+ACiLMqtv7WFRkcyI3GtUKt0VvGjaLbNzZpME5DEW0knlryqShV0+fCiFpLUUc/rC3aLZFXTziacYZhqO3TbZQ+XbKmGGXjOlcGnbbTl812W2RBtgaNM0aANuyNxvu8J1bs/SDF+n+e0TyviyMYgn5GM0yanKRaixdhl1D0RQRLOGiRMydjKCIDVWFl2eg1UemS7pFfEWChgg26UH756ZcFIydKXwdjTNPTS7psnZFur/eMJ0VzjkHJ2acTJ8OT/gEpDxGIJhS8hyLVomhFFKSCwpFUYqoq5lymF1BVVDrkk7cOjaidMMPDLzryVXwcfSxKKaMtpromrbeIL6zLGPoOmGkIUXT5l2qwotKcFxCmxIQSYnSysjUw0ow8pG010TWSBZRTzBxNfGS7k6VePGTDGlm3fD273QXHOCFN3bTcCo+EtANvIkAHIgkga5xm7WyrW+kVRIJCbPhkrkJIfdJ9vKud/hIkXxPEsc7sXSDFcbrUsNJWqrUo1D+pmM0d+aSnJhIQotlEjoqEuLzt65TU9HKpUcRbE4klxkwnGFVES4meOG3cFPx2l0Sdz9uuEqXrqWZTQdphNQ4CQKOCspyphhbmC8JtumGBMtTZVSJyaLSsLIdtlcZjBlZYbFp46PMNiLQ7p1w6a9LmqPTfMCAtYMKJsRyXQkdSmAuKpttRIq0AjB6SoKRiPYXXEV2K6hLkPpTKm9A2k+UenU56fRzpFTSlI+lnIFdOm6El5qVkklqWlrfY7xWNdHSqoKSClQ1Ds1lMsmvWIZePYfPw4RVDidDpIsjpzIPU82iuoEdIBoy4Lmfk9tskXB3d7ZXabr9Db2jplQIGdA6KiqrALcBm2WOIspIxMQy6E1Vg1lB0j2ejY4iqsVcsQQ0qftgCAGygCCM6/HuHn34CN4JvVNBkk44WJgaMZGxmkRRKpg4uPInSJXxgrr51NiCCElaePTTxsy8etK8MLbT809fKanKt6rGWAWDK4ZO8m6xdP069THwlGM5YyC1Txbo7mC/0nwsuOZzQVCz2L1wskJEDozSnDbKM5jOA22iq6yYcsGDPy+wDgCzFShntADFp/RRoS00bvuUTuTWmeBfmrD5o8C1FK+qnXq7G8exF8XdlWohjSJTLt2YVD4OGAckyZZynoSMXaeFEFHSibbZcYHEgB/gsOKACoiOictW3+gSHK4ZwHcHftlcsG3s+yWbh12xJCMwCK7XGFtHGFwEBwggg5ZQIA1S4Gu3biZfkGEuBLFRbGNgZEtmYMg5TOdTu6GtO08NMMkn0ttQWrCMdZcfPY0XokCcEcQq/g9adoaoURyybCTCM/jWPm2SSI9TzhlwZYXWWH7ao+/wAWaYbeP8AqWLikTHoTiYlBaqnIUYG4dWi0KLaunNK6SjRK/TTDpBVVRJYfFm1NOTlVsqbOp7Bks2dLOXpZl86F6DxnIuIYoF8cqU4cO8MCN9uNNc+nSeOp+SpaW+n3VnGejKPXEbIUTNzfgeFH8YLT9BSyC0UUYQeI7iNoAaEitv1MkcfmWl14w4epDj+F5hpth6W9KOjt4UVnwrCoH6xjdjuMM+bP31xk43BcqskEthyEgZ4VGnIDjAqE8dz3vItd50ia3tm8JOHJRfH3Kmd0naSSQwhAauwXMlTRFNieKW4dhRPPuyjRej35WguPVlw2ZftoUaJZhhg83YQ0/acpI6WZTQ5I+QMuYdlpK6FSz1ymQuhFWvIvzBoGPlBVWzxxoypxEvq7YeXWV9dOqCwrGKvT50y2ACEDwbmven2D+CC9RtM/wAz+oUDH+md5jgacaAO0V2seTu9P0la09Cej/8ATodR0wA1rRWbhn8IfzHPwqMtPisSQ5D3x35pDOGJBjLyny/8c+KhE0K9n4p8X+MNfGPLOPOD/VQbrbFexMVRr1y9Zu3GxsqhSxvMwBYgQMKDIkDd1Fen6g2i3ABYW1t3EQBRLGMAEgAmTJPHOKmL1EbhlDTptLOp/dkaj483duoVcfPT0Ro8AsGFKQcemGm2jDRNclyWMkXKGSOG3rw0aTnDqJIGdPxA0VlyweF4bbkl3fMJbwGDpPriNvF5pSfmzOIpGRohDETSah0EREUYAIJCQ5ILS+8YhqCypmKFxZaWjR8qQgqGiCYUdEXTgq9bfPfIxRfpNm9QuP8ABBmo2nP9D8fpw/0ztqWsNB5cduy9C+701uaYJ1mpk6hN6xN7WfAb2CF2GnEoY3lYbgtFKxCqH0M0nxiCs9nPH7Dw6ilU5RIlyQoTIvmFh89A8WFx5N/e0hW7iTZL9jETii/Z6LEYlmtLdYSCROBAZ3TMUdgyENft3CAMP5O5jy/NFw2wY/WO7UaVC/JXVJp50ofCUd6LHOpGb0FSahCIJHwjCaLEMdKjKSmKUSGETS2sOUYq/bdPAeH3iWjqh5lz2QES5Ew3bsDtInvJ97Fu3Jp7vzWjLeXesyRkYR5HemeccKQfCqJFjs0sRFEa3AqwnpCOmlgLsi/PKB0w5LFnINALb14yzUK2kG1fae93RA8CTr1ganNGemmZrcCwaqzHmlHMR6ZpPTGmWvo8Hobh2+MP1WJ4Xeq8RKRJETCxAg6UFjtskyZUi6eu3Dhy7Y1HpN0z7o7Wbp9lzqYk3u+NIP4NZoFF87DHzs0cyBRIgacQ7Fa7Bqg0opTmDFF2UaFXh1QaLMAdeC8KC4ftAw28adO8xavqbthLlj8s166FYPjCXXzMAgQpYCYiY45TjtHo7rJd/Ji0hIKYSyKuWYnMKT4VB1udZz76uF92/prQdLGjfSrM+QZAjMtiXsdTEnKYhWMl8s/nRMU0uvFpBdRWSYINkYpMLiWTBkq4Eymkihxp32jAjt8fd2xLqYi74TJqKXdXsuIDlPPk3pIZdxZA0tIiaiyDkoiWgnTyWhl8lrzSkqvDr1Sht0lqSgDRlkSqgaNFAdMMOGRbuJS5ltLqUEGokuZTwDBUr5ew07OsQ7Aku4UQoJg1BdqSkbWFB2jQxDSamIiUwfV1I+qnGCJAuyaUjxw6+B4ZMv3rda2UEuJhlfhTuqSZZqA40LS5UtJUPJKbH5iFlxzBSgrMSs05uXiYSil4nghGlFh8QPumyTg82ZZekTbAugaLPgYh9nayuwr0124Uv2EwmMAItspYAIGCjKJYkA5yQIst1bh2k4ETFauMCJDGXQwZYg8TAGYkRnVnlYRkiI0hUh5fTSC0hLqafR1pGVSbg8mK6SplXhJSTFEiacvCxwifJvnxU4Ufu2nBgu+euXztthtpka2J7cTaitKsyopj7dI7wqONIEFRssPokXtOUwoZCbMn3S++ZLOmzqUWXDColPCzBMoVTSgxRAkTxSSTnDBJiMnxF24JuOxd5XuodMesSLjeqvUHqY1dSKS5PSOfIkRO5FzShiCoDT4Cl6oxzMVXi9aQ1WU8erBteLFomWxUzhE7QykJKSVLJLJkq8enI35Abgvdtap5ZJE5dPm8N3jcz5Yrp5XTEiMEPUFAxZNPHkBRfJKwXcu1fTgmngaIKRZ+UfC0VBgXrprsNNsh2tr31a44U2EZllrbrtPRXQvVBZcKhwMxiAJGkzuztFUXELzKGIDqbPSJIzAOIlSYkgwDAMc+kDGmX4SREDKmhKW8a0VQajGXLJcpF0GSKBVjEHTwOyYfMJEQSdLoaaZFkRFh45UDbbDY9ss9KvGGHjOxdE25BR5M6hSOtXWpqVmJr11go4sBBceTGLnE2CZYsOQOiSGDoSUFuJTL08iCqKAw8/NKZKHIaeGmz0MQYgq7p0ps6TD4MFpFGn6s3eZXH9sTLPFAH9r+N79etL7OD4MDpFGn6s3eZ3AR/miZZ8wD9r+PPr7Nshau4lZtma4VIKi7tjXFVsoYKylcQkw0TlMyZq5uIQVF4IGEHBswUkGARiDYoIyIBggR22T2R9HPER83uDlnupkahbZwVoFK+iFLUzSo+jbqF84CluGdAugiW27ylPFMoJYTPntNZEi2YR+ZB1e1Axogx1FpFVUobhaGHqOlKsPwZBRMrDjkpChM6WT3yYaMu1M+rGWjzbsy6Llt6altQcCaU5EzM1EzOcRGZl/KaHmoqi13CaS5WogYRXJwkUNGSCW/OJrs20SA4Bsw7E64aZJuTDx35V47ZdN+gGhMdxQhgsy4gwUCGnEAsiJzgZZRXKQC2FCWkwpiCZ0ykwSd0mq3mtX/AB1VuuP7ESIM/wDc3XL0D7+Afv8AhGX81RuN/wCzba/4RtNe2hgmnMDeDb7bQ3vJdMGlTVHFelWR+n4/L2LY0i+AoYlS9VVxSK6mHDBiCjE0I5hCFowSnDM24RfvTKJFBky0wKo7Lknxkm5cHJiN43u55pbxKae7ymvCyqMpiGkOdxic8VQ9HKEyprsSuQiSVa+WhpLfw2tnoeKnHjMvzpUypfLZ4mXaUCr0u7PC6MOmPFu7TY6La1F1SX2tHQAziQHZyWEAyAFbwNektm7j2Y4GAWyytOWEnpIBmIPWHjUzXLOPvW2fDjbaqb8FK/lC66/7NKIf95kPbWqXZKMWnflG4UFmzQiyytJ7TVAr9Btl08EbWAHYC1XzQGoViK3Se7PjvdhQJqGgiJ41CbTmcs8VCbyasIEHGocaRCR9CTElpGUE96vRCyYMOHhIXwnCyh5Jt28EBcO2nbW2z7dsr7Rs7LdGFBeDEq6gFwgX7SjUg6ab4rJdlvrZvA2zLG2VAZSThYzox0kfCuQvhSsSRFCu6+YVoXXlqG1VjUZKVwwpoKoeR1Blw/S44ZfOWTqe/LGWXT5kAB66B6DDwAo2yIAFNby5+DQ6UYvl9AkWKWsneUuFGKINhiIj7kjqGlu6JOTq0iEVI06JuzEhjL92VdvzTxgu7fmTD5h0DDLx+9bBp41Mfr90PSN3lEhP0Nk8YsmXB0HhG8Nx40elkrQzDUXgtQu4VXCeUE5GkGRwjinvmFgyJxwyiiaeNMOBcHC4MPGXsYhn4OVIRJR34p+8E3sBdymJj0SRV1qug10UcuiRVr4sXduHMjnTDou7YdsO2HLrybLDpkGHfYAApd0W9ee8lu3tVspbVSLwGBlLFtJzMrrH2c6qrG1bW2zvYcO7EG0TiBwRrGkE5SCDzrHf4GA0iftzt5n/ALomWX/wP+3UehvcTaWdBGpH9FNLWc2rCZkzmoHX4AeBPOYkuozRXqHEIpnxl4+BBlDB0QNnibKUWdpzTUQ/FC7tp8w8JPwF35KvBuJd3W63n2laZs8Z+a4t4lCMWQXqBiGVCWnyg1LsoEOmIdSZcyxi8udUCkZwRH6k9Wm1KNVRw+MF1cqRaIl0907TnZh0ZMmrFGmTcjSj0uz0l9PqHtaG8Ymcsy7UFNRIQLOjUXDMaSxiB4poCtD7biK4YIynh80qlijlXeKJF05WCLThWJkDYtvGC7Tl5GzolwWrybEiqSrK/TSVEgYgpGoA03wRvzXmZOktttLMwBUr0eTZAxinQ8eU76ml5Zx962z4cbbfhUjBkonHzRMq0eOFiJswUJMj2Wjhly4beOCrLVPNaMPWWHTI8BbrS237uWcfets+HG23zVJZSEV06frCqnJLl82Lp0+UzxUg6evQZFvybt4aeumG3nYZaa7DIi12Qaa7NAEQ9OuKqcO4C0q6at4+R1Ta99dUJQrql1drWouKoRiuDpzJIxZCUrIcah2FFxEJFZURc9VIeEscMnlZEhgytpCgUhdBhN3B0KAlto0RAcyz4Qxok0f6LdPMt9dWk6FoE0Y6sZTzql6QlUpSHTESVhSPHx4wefKaQxAUNlk2FjixD6YWNxa9WCaCycMIyOrIkQtqiIpCUc7Q3su7C0+SohHVDvLNGOpWaejzUVDEv4xmpGqJp4mizDEIzeiZNZYW371SR0JVS1dCUYiUnb43EDCCp/ISypGTCubhh8sm1M+ocybrHRbo61ISp047yreb671nUjNtUdRfFUOyr1QahYaCWUtVqH5mxAiOmzaNGsUG1tXdlG4OTT7MOmlNGgkHotllSD1IoVTnRHxzbKr9TNm10xUv9ZLKBGMDpySOk6QMwOGZLAwcIr0cQLDaBccWwyr0IVifsyLQA6hRgIkxI3TUxe+LipejrcUaiY3ilLaQonjHTjKGKojRGnTbgUdeiGKpXq6ultOXgtPHLSeoHDBQXTbQtuxciw0ItMiO3SG5l/YrNBv9jjAX/oTe3IO+H1Raa9R26P3hhPT5P+TM8zEAy6l8xG7MoZlwdMdiFG4kmlDbKAxED+EFhXcJTxZah5dZTWDbx00bFHUgcstiTf8Ak+l905CSVH2550dwIutG2USNdJSBCSy0QfMFzrKVEcOnkdRaJmHjp+w4NgUOPhLPm3L5h2+7DbTp4DIsD1qQdtlSG/rMAGciReYaid4z1gzXMRGzwQV/LnIjMA21I1jd41iW8l3S36YJObTdPZD1QzE0zzD0xloiagKIZdwqlLaw6WV5XRFdyvF1JQW0p4ln0l8iOWSfxd097QvnjxtsBZZZ2hs3rOmTeDbujRjHOqaGd8hrKmcrwjE8AIDmEF10nQ6nHXcZxWnQ4/MvVQhECiZcvCLo80adO2SrYPnjsHbbTDIi0GrNXO67+DTaEZlpEn9Vk/NR8rJjLsFJkxEqHfjU3o4+NQcsrUQw8mrHyvLiQMXoTj4ysQovk/k8ypuVRz8Q+MGCLoqaJPzHLX4Dvghv7cfUf/4r6nf/AIFbblvMCboI2azecEFv6YMpV8IUMbeBRIAXIgSBzNdNsEC2Qb1y2pBA+phgVxBiA2JiAc8wTGo3TN3ITdja8ZySLktN49vvNbSGdmrKaXMyDiKVR0U4VRzUcQejROYSyxt9FTl6acJ71UbKOTD1y6eP3bll627YaaFkJDd1buwoe3Xks5sS5QJyxNOoZszOGaCtEUVQwnQyoE1V5D6ahGSoOU1VVXRxgx8nMnmzL145e+XfvWBYaZBloKm/4Dvghv7cfUf/AOK+p3/4FbaRrQductwRrIMHpuaLpsaiZrOZJRzCrxYUjK9HsGFkaLHDbqJkAsYTpmSYgs4rOXzKeBh60mODZQHbLTh+YdPW2WNrWWGNCibPcuqCAR6Qa42YAchCjDMCSPbvqtxTgYO15UMTOxqgyIwgsGGhyGe7smQP4QPotnzqb07SWnTpaRhi6f2iuc6ZPqEYDckm1FUjRFIOir9dTIdTXbxy9V4iTlRDheIScPunjJuIU9IVkdKZMLhxKKGMUkn8Ju3ZEWy9Sz+oOYEbaX5zJ7t6lTEkxGsnZyxaqQvGCU8ekV9NIr0upfRYkHE50qFTDtPeLD9AXmS7Tlhdh9EUmDZArKZPfeNaGdMMeNyv1B6oJTyimC7R05fahKNl/wCSFgURX8uCYqMF3hdoHhI40VNMOH7ttp209Lv3QiDxy2yzwdMjej7hKLFl7EkzZ46PZgxC06YcvV5dlc5mKtPXLqzt0KmEvF88+du7+Tdsv2mGQEewzt0XCqXXuW9psW2cKLqXYZSUyVsriMjAHCRJBAEiRNYpLW1R7N11UsUa3IYBiCwkowYTmMgQSc86isUZhRX8IA3n2jeZMhJbx5DO733dcfvpnq0+45RDkLlpuTAcxPBcXP4chhOOlRA40uK8tIKh5whC/wDnBDkJvorimIGoaPq6GhGNk/CHv2RDcD/2Wit/w4aO9u9j/wAIm3M0AkE+G4R1INLjBJhyno0JS0kBPJsu7Zab8mVIJDsZXosOs+VeteSLkyh9nz22Q8myDxgWop989PCD9SWq34OZPCACMVpsHTE1Prywgko4hw7CMVuCZfUHpJSh+WYbUf8ABySYeP0989dFzIA9aLNuHwssg9BkOa6bX1e/hv27957th7rIV3XrKKAqs2FVAAEkmdTw2t4+mtTae1bRLq2wwM52rjMSSBiZiSTAAGgGVXMuWcfets+HG2xyzj71tnw422OWcfets+HG22PxVFkLQJDa3GUbxIhQfCMNJppYiKKYoViCBDyCkknYvTimsrSq/KJyYQKumReGDZwy4LuWAFp42yAVD1tNa4KyDlnH3rbPhxttUO1VxS63vO/R016T5Zm2Iq0vbtVVMzj1CxQmmxOQkszORV1BUlqFXpoo6fJqk+cRIhwTKUCL5+7Uixx9NxogLBZIPPm8l1o75CeOviOFnQBuRIaiKZkbxA6BHm1rEJujUOQHK+EzphtOWj8GRCqlHDKGUF0Bku9mqpMljAsOn5SUaNFMTKEPrpGZ/da7tCVO7G07FpUQcc+eczYvMlYqnnN86TAssTIjn4u07EXDDwXplMg2G2TBpPg2Hnpl+0QKPzymffHIhXF1SPcTsNrcWrfWsI6veu/mOUMiyh0eWALkHCAIkkxXSq/V1LvldZSLSfnKGEG44/N6pIUHMkkwAJrv2YX+ICOM/wCI6Jv/AFKdzbPhxttWP+CICA7tedIB2PN1uzLAewy0DQj+ArTa1V6IgANPKNAACyIs+S8mzXtMtAFnCYX+ICOM/wCI6Jv/AFKdzbPhxttWQ+CIiI7tec4C12gZ1uTLBkKMeYH4C9NzXZqy000NWmhb/GAw359AZF2Dttq9z/Zey/8AJ7T/APeahP8AY17/AJS1/P8APmK7l34G7k1E7xqUmniE9NkXycg+NJLT4JzeNHZ0rUZosPGiqbDKumkS5FuCoCj48cPArHCb18UNkU4q2RYMCB7ywMOW+LdSsbfCTNLMgpuajJgzr3XixBEmYGXJgRQlwbDU6lCKj6ND5Vo2cLIJFbldDyQaU3rtkWSrhRXEoq23Z6dcs1aDIdQG7NLybXkpcnX8IJ3ici3M2o3UEqAUaKNWaxBiQrxEqHfjjiDYKKqkXFWDj4mwfLFU5HIg9MMFvi7t26EADbKoy+D8zFmLCq9Aswd8jvQ47giK0w0ixRB0ZTzXYnhWJEY6x5I4kr8PLa2eSFhMNuxF2ZIKJMwVMMCLD1y2zUNue4l13uslq6lxgA2DaraiQsIWUHhO7MezRGtqqK1y2yAkjFYcmCVLAEjkR3cxWlNIk2vhH2tDTjKzU/K6c27HQYBm6jKC5DaRH0LTkS4vIlE2IFeG37tcIQ7LWKkUsZbPIpp66YIRApO2ijwu8bfMPmnjh11Puid2nrV0haptcGqPWVH2nGNIu1fGIdiE0xp/WJhmyROLC8URXEURvjSTG8tIGcpCU/aiBwylOCCgsvgF2/dmGXLLt29e64gH4PXG8qYQQ5eyu3wu84ltAMMlnpSG4HgGdSvB0IQ8UfmzB9+VRIah1YTkVJLvjxs0deuCBIu7eGzJgw2w0+fPW2sw/SLZ7f597vaP90hGP/GXZbtXlNp7lm9cuWxMttKMuMrhZgpO+Wjt8JZ7RDqty2iPAOGywbCGVgCQM4jPiQeIrm/4XQdPl937IAmJo8WhtT1lQS4iMCLYstmXbiT86zRJw8d1ZdGAYBycOuCxhoXAnCZZ+LAvC7t46tNI5VMIpCUSRXThwjE00kVSXJSnxV0mFyzpyQdFhARDyDsqw6Yc0EQ8mDNBHO0XG9W3f6vrm3cEd6WkJfMLk14chyEIrlRFUWHQE3EM05Xl3LxNbiRUNtvGXJuYRBhchdWWTL5plPfxYYWTDT5ko2w8i50P/CJtMsq9PyZIveQGZl6bNXWmiFU2W0zoWiyWEdLp2YyrBhROQE9eQ2IXh9TMEIoiYj8nKS6ixMUh0mWUTCkppigdhZl2rO9S62NqutdYIt61awOxAUNaxh0xHLFDBgJEjSSDGYRrthBbBZrdy5iVQS0XAhVo1iVIJjLfE03evMMIW/n3I0TwwDARorn4ohZebciDs21BAxO2SbZfNu6vWirKZF0eiy7bZB0INnGagy8fCztz4VP+xTKmf5oOTn2xPm2fvTbnXd9Jkzt7zvXDe9zjGW8bSu0gaaIENyo0apMdlWiCpMZbMkYlSDsVOyLoy9TzhVNGNI0iWIVdJaOo5OJFGDYOTlyIzkGRAZT+ivhU/wCxTKmf5oOTn2xPm2fvTbBjj2Xb7oBCXS7W5BGJFtogcA7nKkg7xB31qOre2S2ft28AfkzOWw9qggHgZG6p39OP8z1IbP8AKYlf/vIQs2z4d21b/wCDa/y6981n+beNf77J15tnw7trIGnH+Z6kNn+UxK//AHkIWbZ8O7ajfuw97fIXdtalt6JBs3JR6lpprc4NYkYrkNOtP8AwZG7JArCsdzTTj7pedxNMmBDZU0ZfrRVpPdkCqm6fO3ZkXz0s2w7Ye6X7iW7uwvcYKoF0FjoJtADxJArO0jOm0qokno4H/vOdX9uWcfets+HG2xyzj71tnw422rZD8I4RIpd+Tk5uuN5xMo+8AfipRqRJNPdmLB2KvoWXJgPme0IgA+SKPqAICANCIBt3ru/db+s3VxHcdudQO7jmXollSkQkXWYAimaEYirRPGS48WShN6hqkKKEIQOtQwbZSTDxVBy+Rzrl2JcwUeKPlXTr4z0ptNm4wRGLFtMKXCoynNsOECOJFZNZuICzKFA4sgO7RcWI66AH2Gor/gsH8qTeCf2bkTf72Uza1Ryzj71tnw422qr/AAWD+VJvBP7NyJv97KZtao5Zx962z4cbbU2L/Ytn9U/4zVbaf3+52j/FFHLOPvW2fDjbY5Zx962z4cbbHLOPvW2fDjbY5Zx962z4cbbdVY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VNPhKf801uSc/zXMQf8IGmLpn2eza2Re1a/RHHVkKj5oedniA39G1tUTLkHIqc6nA63OGS0ppsLMs1d5EEuFeZcuIPjtTl+vPjCWberkEn4oRVU3Caw9NoiKaeKSC+TzjZhITHzT8XieUadbX5Zr2RDFMU9WwX6B0HhjbtFLt+4SCLzWyABmoS2qGTnrhmRoK0Zw1u0kEG2HBO44mxCOyqnPwbOn6KDfc1r/NfIYUELDWYWp3PmjQbWC1aj3hZ9m+iTDiaU0zYclFGxSWs2Igl5GiLLKYiggJ8TkYCmCpw6okoMjM9DSsUOpcQFoYiJ+mrRlEUiRsiqOSTZI2VfuH7x0186W0hJFyZVI3XJPyXlPKpbmaruoimQry1lxB8CqkwV90ZUjbtdjg/C6Ilm4rWHZtbWjTtTXnx86yYWFR8y9B6fNtvdr0xxvXHAaer1C1v3vJZs9DZW0Wkg3JIkZM5YRoQRiieIyqblwXLpuRAhMjB+yqqZ3EHCTmORqvH+gq+EI/59DKYbAP8xDIXp/Wxs0AcMj47aC1OboXfO6yZPrkhdSG9olLMaU8SKCEqrUKfoR5awh8cPwyrFVtEf/LsBwlC8SFxJKhMsa8kUWXDoz5PyBt2YLtvHLVpenohwuGM+j6v1f2uzmKCFOnLu9Xw/wDN2odktsCrPtDKRBDbTfIIOoINyCDnI5nlFhtDgghbQIIIIs2gQRvBCCCDmOFVvIE3ee/slnBEGS4gjfHSmRIMl9CsOwRCCN+gtkopfJEMQqkEkJATPlFXl4fVT4kEogTK/HVQ8dUjXkvLnTRky29fN7TgXR3v6keNoNVo43v8rIugpKiqH1GL4TLaM5HIpiJ4XJKxMzEEPOFgjLZwdSX60kujaa6Uij50cIPDLJou8dvnLDbM+VuY3ZAfR5Uv6IUC3df0bbNvz+iA+jypnzemLB1ttZdltiIfaMo/+qL5iI3YyI1yOsaRlUG+xmVs56nobU588Ezz1rhTegU/S1d4JcbaJ9UwYz/GQje4+aFMcwC+NqWG62lz8HEiDRTKxV3g6jAhfVYYVZiMzCcrk0tVkMqTKe4mHEziCBfo0r4uSoLKsjBLtAactJZFy9MOWmDCi08UHhl41/QbimF4ZjiGohgyNYdQovg6LkNUhqKoTilHT1+GonhtcIvkxbh+IUFVKG0tZRVhNMmk9USVEoZIKBEy/KG3L4u9eOx47Hdk7tvhu+dD9wAf5k2QwWtYf439mrd9xsO1dp2Zrt23dC7OwW2bZS/bLrLMrFgBowggHUAxvyvavrbttbJuqWcNitMFMARE8Dr3Cq2H4H/geH+a8rrDxnjrsuFv9HwX6B47al3KKPpCQfhBesFJ0Gvkt/pOJ6PFD8Er1FW45iRMbcPjukkxGXxZamSeVI2OgzMJ9FrL4Vs8/acP2XpUh5NLcknLFqj9LJ3bdQ/kfGiC4ftTpDZtcf439QpxrzGrO2z5R6OtI0gImMxrIjSxpyknGJ9FNQ2eiyUcjpZS2iY7Dx44nKJ1BNr0GwqiqphGOH0lLPGUp6aaImDiYQMvXLb8kXbdYrsb9JZcpslsWrq3CbNlkdsIIwg5iCSTB3heBq52hcNxQ20PjQoBduBlBJBmOIg58yN+XRofaFQqzxsH5FfYFMjfZOQ/mpimfNpXnxvgdlvavAeVA4BUfNzjr6uydKjcAEKgACI+aP5PPAW7+XrA8OXZu3xwI14Rzrjpocr9LfvRp6IcOAdaCO0YW+k/YqddY3vp9i3IesSG9rV6iGKU2k+5D7Md2fN8aj3hti8ZwRBkyYUXYDmJCMMR9A8Up71IiaDY1h9JimFIjSTHYF+mL0OrhI8kK6e+7LPliR8mYLvOyHbdtdkKVuoblu4gMF0dAToCykSeyasjYXRiJwsrRxggxUY24w/YltDoc5RPOHAYxijHm58R432kWUpLydWlA4qrEp5aKqqomXp1QU1KA4XPKB84Yb8o/NnDppJemTRl+8aaePX79429ettNNtNi0IiP3oFgKBpXwihQDLOC4Tl3AkLk/k+GoKgWHEeEoSh4g0+eGBIocNoBFPR0kmJh++MCVIEizjyz589FgHjxtoct5Dztjja428aj37Rbt4LVu20MbdtEJjIlVCkgHQGJirM2JmcYgGdjA3SR7YPeYrDEaXEvIeBgECAoMQ+wINOwR4WQ0wGWgoACyBIg4ABABGlAZpenENsyb/W2xAR7QMNCyIBewAI4Zz4Xp37LgahgenG3T7cdQwoXyFhtQQqA1pULsjw4dRsONrwBoAOEDfu0Gm48iaoc+Pf2Dz2RVTj4IRfQnqOC/wDNaq/D+s9KQOQ91KhWvdtKPvDHW90ealNGTe79GBWdPBeMXLzVSERvpXunzSQMToTo4ESMR82xFhiEvma8WRIOpPMvIyBZA0+MMA06Q22JKJQyDkXp7QlGGJByWlNJCF1lXbiBYhyUEuIPlogqq68Jk05tbUkiDERETzqs8TyBAg0pGiz040TJFSrT4XBZy7Y2xStKZDpkLVrRjNeofn25LWzFdlt7ObjjAFBe0cDSr44BIJAP2WB1XhM1s94Nee6EUhp6rjEBKxplmNQeMGkpgQERrkKYxXDAAFAtStvrDwMO3r4s/cuX7RV89cPXboyy7ZeNF3rx2LLD9lhsAZbactCDxlhqjLQs9kbCO3uAiAhwpmod3NnId3O2djsgNBAac7d1cMW4W7gCm3Z7qwqjVurJ5yF3M09tTEoN63LCLZYano4nOuRHB+t6LZYRBMWHJlQUqkk1h4XQJipCTEsVO0uJIg+VI4OLiCUPEVE1E5whMQ6hrkJtEXNk8d9bupGU/wCUx12SG+LfFwNeSCITzSj5IWWW+x8kMpIqvxgAGglAJ/GwaqwLkGwEGZK1+G4eixMfIkVICNEqKa7ImUiIUkkspZkWfRF+QUixgo+7NWqC8dNU7Q0pW3PTOiLRcyu/OhnSHpfCJhYBgYiCQEqAXRYBoGwYFXCEvlAWQa84GfjHZBoRGla7cVrZ7+zoLVm5ZNsElektNjAJkhmS4A55lVJ3nKa6Hu2rrY7iXA5AxYHXCYAGSshKgxpiIG7KqhW8/nXJDfNaitMMs905K+Lph6mpczkQoojXXLC8sVmXULy4g5KYegVCIY5XUqG4nPEoSiB2mRyQVYhJEXJExD5ZMl2+iBai1si1eQcu3jDp0y+feWeMu2GXj7sA78q2yyyDbzsAx2XYttVb7DNQZrQK0Db5aBD0PwqmF0SF0JHhxGKAIFUhBSiKOmFgHs18gQTy5Yq5rRmoO3TIDS4Wt9iuM+Hdm3uDO2liw1p7t13DXLxQvgTo7YwAgYVLOZzOJixLZTEAVS5cDqiKpVLYYLibExxESS0AbhACgDPWqcm971Dyo0n/AAhbdwag54RAZhaVct9L5tQi9fJoazEhlOKrCzqkhkg8dIkPEFJZPi9WFpOLNOyJAw26YfNP3jLLhy9eMdmT/wB+vuE9UksVmTM/5oKszZYRCbRj61B63IvUKWTlE3D6oUWkd+/eJEGpp3tEFQkVOumXZthgXzhnyjLbNWRsMxLLKXMannCnGMv4JitRLlWCJdQiaE0JdOuCLt69fuybk0qJpow7KsGDJh8wXdvGXLL4w+essA29bEcfCQsiwxJeU2P6nMHdM/wkC+bW42tfL6vtCvfNu5YKX7huMl2yz6oiFSRdQEELph451oL1si3iS5itKFDJcCaMWkdQkGTrO4VCLAvwifcoSzgmDpcwNPaIodgqAIVh+CYPh8pIefT0ohQtCqSTQoeRirw3AZg28LJaQnlCLhs0YfmG3bhhp++evO021Jzoo3helTeEw3G8XaVY+U4+QJcriXDkWHFOCYygpsgsK5B6pkCzorGSEiGTzLwm5betvybl8XdtADtt4DweyHQASDkY1/lLynoHH8HEH9P+0o3p0+vGYwxBEFQS6NF4LhCF4RcH3jp6dcQxDySguTr1yyLDl6bdpRImwYeOmXjbDtt8DbTDLbbLIgyI11trtKsA9ywyDVUsuhyAgBjdcDXTDoNRuzdrJBwpcDfpNcDDXOQEWSe3WtF62Kjoz1b9NMU+xGwB/lVRVmgBnl38qhU13Ge+r3dmijd5y8kFqKnKvQbNBAjmaS2qIJCVE0YrLOE6JoxPq6M+ZWoWhFXR3zRkg+dvmnTk88elxaF0/YdvQaYC68cJlD5M0nqBUueIHyz8meJHC7oyTOlDLsXJkqaLGHTbkwWMOW23L5w+YbdPnTbbDxhploWR1aEhJFhiS8p7/wBbmDw5ZojB9eL0ttW7Zutet3rNy2hS29uHts4KuUYmFdIIw5Z6Va3cQW2tujMGdWlWCwQComVbLrct1Q4fwS7ueqh+qOiqgf1hJ53pSn+V8P8AfzXbJJafCA90dNqa8BQDAc61RVmdM+MYVlvB3lpCTdTDapEsaLSdC8Opb9fUoAKuCBY4qKBIm2aPni5Ao6eeVNP3JZ022xLYEhZGAAB+BeU9ekuYP40ClkUMY+zjt+knJKTCacJqCdKOWBBQIGS5wgfJQBChU4SOFXrD8sbKGnCQ7fljJZ+7YfF37pth65esMNum2W2WWgkJtkjFe2YgEEgWLkxO49OYMTnBipxWIkW7wygflF4Lr+TGWmcye+tnB7fAR5ByAc+/uOVMAFcWtSlQ7NK1Gt6cc7HEOl6CFuFMhS2chjYDFaiNeFBrw4dkBAa9Rty26q56UPaNbY5U9UBAajzuHCm1V7fIU/TptxPeoBNRWCo8gmRLn1Q/832bWoQDHIAqNQDNs0YoA1vgL89tWRlIqSMxY0gOZMwpOSrjuYsrzbZ+WUfRnLuEYnjWXR54ZKnGzsCRUtox1dhA22cJlDbZiH1BPetGSpd+035Vw6aY59ptG9bwKwU47bknPK3cRzkM5IUAdtaWrgtviIJ6rrA+8pWe6ZraofRze+K8h/JtUKVoPOwU2cAWDj2hC9MgFOHZoHHNPbTZA4jwoABagcM+ZwoFKgFOXEHBYQzQA/J42D8kBvfA32ucxlrvjecuAmZOk7uNZ1HLve/2LvXwNbjpam8GOUJHxuPZDnbptAJue9+nu09JW7g0zaeZ6zuiGFZrS4Ro/JxcgEpQTYiUsnP16bkfxWmMuluHYNU0Y8D9EXkw000RPmGXTb9os+Fgw5eumLg6klpi2nGkhaTiCwlKBZ4VUEtUJFz6cfKvmQZeljhE25fFjLh4y12Xjl87adNhUGmWsba2ZkHIvzayWlNio1lxB/Sgj/CTOKVAOVByHK9m619b1q5bVltG1FxGcEF1YEYXQgyABOUTlw3S5bFo23Rmm4HBVwpELEZq2WZ7eVQ3h8Jg3PH7Y6KuX8oOeYcuUvrewQ7httvTTVv0t2pq4ndA2neRE7ohiua8yDCyVhGHzsoJrw0VUX0Pw0sxaqg9W4jgxLRSIF0JAVTbLR08WZftl2Sznyhl84dPJHgkHIoafxlpTDYRGsuIP6UEf4SWHFAvxGgUt9ZDk/KaGlQmtw5K6XaAtERevCKuiwRDSUqE2nzlss9bKKBFKcGyzb0u+euHguXzAtuXr1035jbTI2C7UCuK7YKyJC2LoJHVMAm8QCQAASDBIkHOqk2YMW7gMZE3VIBgQSOiEiZkSJ4ictGbwCv6A7Wzn+ZH1I1qHAJNxkNR8wL3tXs9AHaqruOd9lu6NFe7slZp+1ETmXoNmlDMXzVV1lBISnmlFZYsRieP1xeRXrK1C8IK6OZaMph0s/aduDzx4WabFyYYdvWG2AusnCJJTJGk1TKFlFOUCZkkfTzxVybJHiRxyJc0TOFX7ptwZKmXD144MF3zDbp86bbdvWGmGmmdtV/gEkXX+UtKbF/428H9MURad9NqXbN1ryXrborLba2RcRnBDMrSMLoQRhyzjxytbuILbW3RmDOrAqwUyoIjNWmZqG4PhMG55CldR8VjQB/yhJ53EaZ/jehW1cUAOttskg/4RtulY7i2FoHhnUJFB+JYyiFDhOHiLyRk6Sbs8uREpFEhJKvDhyAi5QqyYPmy7loyafuCzhlsXr96w6YabZluCQki7B+BaU9LB/K3g/pyRbDe9Kcahy8Hsl5KJr8m2myXla0sNGHbaWwUl3CTo0Bt02w24MOnrpHYeOBLvWWXgPXbbtthpkBZaYEO2xRm2m0puXL2zqiCWPQ3OWn5fUnIZGSQIMgCVFl2CJavFmMKOlTlxtaAZmd2pAgja5s85KAwDYPHph6NC5VywLwyYbDs0Zdu2WO0I1G4j2QABH0hoyP2CMGrCuDD5bMikkWqNsppJoBPPGBoIMmzPZ8m6aELNMO2W+LLTDtoKhk8MQo7R/4YKDbJ1cMMfjjIgAuygNAICWIgLIeTdgy0LDbwAZaehWgMO2vJ7Zlt4e1+kbu0ErbLW7WgUGGcaS7DOCPzQcIGRxRNeps+x27QDOA9zWT9leSjSR+kc+EV8dLQEdGYZZTk8sXbZZ7Avwdstmm2RyDw032n7YCNxBp4LIDhkAtt9jY2NvOrso2NjY2Ur559JTFRjyaiRKnGQ7NBfuWG22ewItM9h4IeUYoLTXoNM1BttkasttAPOE9ZGxzG8uIlheT06I1khE6oSeukqLoWQ5bRaqpBppw9dOvi6XNmDY4hM4nPHjbtpRIG0dyeOF2HjlPiBEftsG3fT+xtZHe2cSOyNxRip8QQaqyq4h1VhwYBh4EGqUulLcy75zQZC8aSX0ZbzaREs5ZrcwFSPVBEiPT5C6uuK8SnEWH4aMRAfcx1LCaxxGfmUSGEEm2jJMYnkYv8RAy4BoybNmjPVP6Dj4S1/nvGnD/cwSg/+Bo2tGxHDRWIC7FWxKKJURbIqDtmr1w3WosNgAsi9cNj6bsWgoPnMCDVa6zLvzTk0/SVV2BdVKfrjLN3JpyNOwbLNUAGnbxkQEQCgsiI1ZZEGmHfr+j7tq6FsO9624EJg2i8qONYCh4Vt8DJs4A0rz9rS5bJuqtp1JlsVm2zLpmSVll3ScxOZOo1Np0h2dcIyOlhDOo2YKLNeeaLCaeQmhMeHURPhtDjKLHPbBQXU1BSkOGk1JLHKu2mCRJCSy7kQaZYKsgHaHTGuPQLpu3iMroak/qchxeiODISjwhMhDcw3FCrCKmVihOh+I4YcPmlRHeOjL0k2kxUrOzCe8ESz9+JQy2x5Ym4aY7Q5Zx962z4cbbHLOPvW2fDjbb3SilMDDGsBSH62ID9KZxHeScyc9a8oMQ2IHCwMgrlB5Rp3VX0T/gwu6HJt9oxJqZKqzWvk1CeczXbFPyapa6mvKD1b7XIdt0wT8Ho3PUCv2Tado1h9bN0ddt9G0zJ2Rw4eC5FoWBaSoqmQqojsRFtryoOExyy/Dsg+ZeA6dgxNFyzj71tnw422OWcfets+HG22Q2XZgZGz2Qf+TT5Vob9463rn8tvnVfje36RNLmlTc+a/SumzT/KSR7EWS1gJ3Fb+WkCw/CihFLtAmjCgobMSqiURLqS8CMKwrNJYKxs2BBpUUWioOmjpkXnae5l/YrNBv8AY4wF/wChN7SCR9L2AZrQgty9mjA8ITJgGJyzonEkDx9DKLGEIRCUcGi55yVXIaiEiooqqXcnSpU46cHyT907NFnBhhgHzl22x+mC4Kg2XEKoECS8hKGYDgiFU0ujQvBsGICVC0Kw4kFGeyVSkGHkMoRSEdOLMiLJcinkyxVyyIg7dMhbYtkLf6VcKoLItBFEQekLkiMgM9I1zobha3gMlukLliZkYQoGee7wr5kSywlpGZ90qxhLyBosVHJR2RcqUSwkgLp90RcvXz90TdnFRPNGHZV0/MmXzssy8ZcsPTD94ywDb14I4/8AgCkTb+MrKXH9TiDvr/hNnw42221yzj71tnw422OWcfets+HG222Ff0R4DzuHhWcnifE1qX8AUibfxlZS4/qcQd9f8Js+HG21aj4MCXcFHu9LKlXDosVLa01AuWLF3TDkuXcOWovduXDly7ZZdunTp2yy7dOnbLLDDDIMssgyyABax5Zx962z4cbbaplhImR8kmoqakxJuVUomo7W24mjdqWEu4RgFqMokbF8LcQRWMKI6SMQrjYmTAtKqv8AGz7QmH4i/HyrdcWszds3BhAtdJIiCcahREcIzndWi3It3UMk3MEGchhaT41rWbmiTRxqAjQvMWe+lfT1OmOyqKRhwvFk15PQDMJccoCYaOnU9GYPxagqz5lMJm1NRMFyINAXdvjxptl2DT54I+CDoY0TQs6cuIY0eaWYccuGGXbhyg6fJSo7py7YAAYYdO0+ESzDtlgAAGWGAZZZAKAAAAU6n5Zx962z4cbbHLOPvW2fDjbbXAkk4Fk5k4RJPEmJqmN4AxNA0GIwOwTlWvIVlHKiBTAG4IljL2DjYMC7A1CsFQ3DxjyY2Fjy6QmE3oMiAiHY7QMjUbbVcvhD37IhuB/7LRW/4cNHe1tDlnH3rbPhxttqWYkgpEzeiKAIvmzJWUs0IslQrNr8rYomJLiDo1iKWq68PIyo8W4BW4lRlNSg1XbUodh9RbUYdMppxo8hI5tp8JhLJPHGV+z0tprakLLWzMZdS4jnIcQsCr2rnR3A5BaA4icziRl15TNba5Zx962z4cbbYTMmXMFTfl7Gsq5kQ8QiyAJiwsuQZGUNKjrypBchuI04wlK6cZZDstsMmSRp8wy+dNu35d4LL8u8dP3Tt4xm3LOPvW2fDjbY5Zx962z4cbbbkAggiQciDoRwNZaaVz/pr0s6fdIEs0qUGm+VcKypgJLZdtilw4RFk8sn2HTDltbipeONml6LIhMu2GWTS9Eakpqxhlllh4badu3bDHQHLOPvW2fDjbY5Zx962z4cbbHLOPvW2fDjbaAAoCqAqgQAAAAOAAyA7Kkkkkkkk5kkySeJJ1rD5hf4gI4z/iOib/1KdzbPhxttWU+CKAIbtWcVWhGutmZggAgzRkPwIacgoFGQGlQFrzhaaq01fsgyyzaVMFy5wu/KG3Dk0VNOHpcyWMumHxcyXfsC6fODDl6y07euXztpp29dPGWmHjDTTDbIsiIbaxlDIySWn6GjkFyFk7KySMHKK2aiZQhOUUvYSlrDR+IzpFNTDkQHUKDEdFSzK4bTUdITzKq/KtnzBFLTij1+2XIlnbrJ7Za9ZugiLa3VI3npOjgjswGe2rrcAtPbjN2RgeGHFIjnNVivhUsSJEGwru24viAy2TQIU1djEi4bYLvzTZVIQk6H1RSMsFSrt6ZMNuCRV+9ZLl3Tx++Fnybl228aZZHtz+CYtzv+2Piv/aDnp/yf7TiRPA8FRu5KF40hCF4vLkHjx+RcRRD6SvuSb58wy7evirpVJm2Cz16wyyw8bcsu222GQZaEQZAAw78AUibfxlZS4/qcQd9f8Js+HG22Zs3lvXblq5aAu4JW5aZiMChRBW4monUcp4XFy0baI6OSmKCrqoOJgTIKMd0a8eUQ2fwTFud/2x8V/wC0HPT/AJP9uutGG980F7wCZ6/J3S1NlcjyPoYgJTmWspKlLGZMGFy0HpEQwvC55RZVYwhZES3790tRggFmE9wbbPvmDb0y5LNlyZt657Z/AFIm38ZWUuP6nEHfX/CbPhxttkUMyxltBZ56qQdL2B4TUzBN4QfqMMwmgoJ5+Revi5h4SfG0tPKGHhR4YKln7ZZt4Llt8XcPWnYtuXbTN1XaQwx3LBX84LadWIy0JvMAdcyp7OFWNmDhS4G3FrikbtQLYJ37xrWccs4+9bZ8ONttLTH03adpxLKTEc3ZCSXmpEKEDv5EXpjysgaOFlH8iLwXXyUqRMhKZ5O8kL56LsCj9z2BevRZAO21XdPLOPvW2fDjbY5Zx962z4cbbbEAiCARwIke2swSMwSDxBivzlChQgVKkCBYuSIkizkoTJlHDssVKFCzthyXLFi7lhhyXLl3LDDpy4dMMO3TtllhhhllkACuF8Kn/YplTP8ANByc+2J82z96bWReWcfets+HG22tpqyalBPaFGoDnfKqW85IHeKBNXbgyasCwxMOFG1VO8r8nqjcOxclK6Q0okPLvviR0Sfxkr5Z75B4x5Ruud+2btm5aBCl0KgkZCREwOFWtOLdxHIJCsGIGpgzFfC04/zPUhs/ymJX/wC8hCzbPh3bbm5Zx962z4cbbfiTU1ORk5PSEggTSklKJFU1LS04q4IpycnEXDsqSIECRV26LEyZMs6dFypUu6dOC7h2w6dO2HbDLIft5Zx962z4cbbaKIAHAAeAqhMkniZo5Zx962z4cbbHLOPvW2fDjbY5Zx962z4cbbHLOPvW2fDjbaaVVX+CwfypN4J/ZuRN/vZTNrVHLOPvW2fDjbbVUq5EyQkWUiBPkjJuVUnCEWrb2JorIyrl5CMvSkTxI/dMOH0QxCWhJHSHKyuPnLDDl6qqTBk+8dMMu234sMgAbV5Zx962z4cbbY2LZs2UtkglAQSNDmTv7a0uuLlxnAIDEGDqMgPhRyzj71tnw422OWcfets+HG2xyzj71tnw422OWcfets+HG221Z0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OWcfets+HG2xyzj71tnw422OWcfets+HG2ylJy/P3hm2fD84JTGc1uHOmfNsPh1G1l9o45fXjPT6tm3tnADcMiAhcfNzTGP3trKUlBsAVwIVpnGfN77d99m3tn0QG4ZpTPm91sXzs6/PkI25gF/Q9Ko9Bzbk3lmlRD0edL+iHnW6D0ttYzG7cdOPdukcAJjPKlNv14D6IBX0Qv5mLjawVrfZzFa8fDgNPV6/wDO2Ze2aiAhQWQyFKCPm2aqPQQ/J5KyI1AeYBw429XOOvq7VpXoABa+BELhnGfNzbpkb22b+T7QHzf3uashfNAzcc8H36jYBx3VEfN9LPX1bWZbrwELD6tRHzbBnkGfNtaw3Zj47uXPXlyFKQK+b0sNsjbPmZzmg39Hk0KAAXuFQ9HOL+iFrdAv6NtnX+oB9EPVr9HvtYM32SgeIVxmlK183NQHrm40tYg4T2TmMxkDll2juA3UpnAK1sPEKWGnDs91ADrQdkpkOQ1xQKWz5tK0Hv5ANNnZ53CuKBUKZ80L4rW/NnZuezkQEKD5tOXHshzsHmhn2VBAz59wzBEczBG730pMjQOLIDinLI9n2/RDPLZoYAeAdO64+bnv542dwCnAaDbuD8nNQ4XDrwQAqNArQQrilcXHzagFeFGQ2up7gI15RJJgagiOylNAOA1xULU/JEPoewACnGg7JyG9acu64+aFPbSvENl5D7Md1BHzacb1HjjYDNOYBSoBxpw7IUEBwABUOu16Uge2/Tu6BfpWvTkocvC3dyDwp7OIbIF6XGocwpXFb9n28AG9KbGKDnhcO7NvGtA6clSNd/drr576UL2493Goerf2U405bADj84d3MPzc6cdjkPAenG1BG3sGo94X2OvPIU7qCNvZUR79lTyzzgZ6fm/LwinBwAeV7ZC1K0Z48LhXpbZMCHLqGcVyzw7udA2A6Z5U7qWpn7b16uCggAX8L4CuGM87h+fapkGRnxA36Z9vvFVIjzyB+NNp2qCA3pe2aUrWjFuHH7AolwzUB6h3cwDlbgN+uy3AQAfEQziuWfzc6BsthoA8uQZ82/oDQa8PcFZG6IjwjTTLtyNKQBxWntAOlx80b591roAAPhwCn5PqDS9qU+wNl7I8BEQ7hrS1vQDh3fZRKNBkBtzAacPVDj7PzJHZnvyM5ce6lAMhbI25cbcmLcLd3LZQoFKU8Ar9Hj2bD0+oaXQBxnwyNun9zNs0ABoeA8MgIcvV78fnCkmN8d/nspRXH/sh0zb734V2AAR5050Go4x5o9fvhQZC1RERzgafRp9DnTNOFuRXGMfkh0z5oUHP12tXaOzLTURw0EcJFKK4AKU4BQOnNkL/AHpauyshTNajioD09UQrUcZD6gAZEKCNQ5W42oI+aNM+NqVwla07r2D1bj5oUvaneFOcAA5DQa8yI5acTv7NVFa0HpawBUbZsHhaldkC4hyDmGccwHGenEBxscgzwxnAXoHuDOxigBfHDu5AGOHdml9rVYDTWTGm6SpB9vjQAVGvLmFr05sjjI3qA07gQPeFw4W5gFL9b39ijagBwpendXDP5u7nsgcOXQKcs0C31XHAjhQnLtEQeQXPvjvFABjmNOHOmRBkBtypzpz2UOGRAAv5thpQAr5tAG9eFwGw0GgGa3sA5DI25s0rThUO7FAMBmrVKhS/CmWQEK/WA8KWefnVaA4dRpcO4L+aFL3sOBrjDgyHIACg07qV8zlWlQCmwH1AABWgdACvmcq8Apy2AAbBz5s/vfV5VHN6jXltXI56Eajl1Se3LL2UpQD0QHiFcZ9H1QoNM35iOKbOC4B140yFs+ZwvSoB0tcEDiN+ABbuG/m1qFqVDu57KAUEM2Z/J4+aH5NajURpXn3bZmTEcBMbzlJy5kd44xTtpbjivILXr5tfo8bc+4LbOD3AFv3vJnxuGfYDQ+jS4U7Q2DpcfNC4DS3m8bDs5n6Oa5xfhSvmWHFLccAO0qMpy1+R7848SN4pShThe1AtXlX6IXx+T7dlv1wAVEM49LzAvjNOgDsBXzbjeo45U9W1acK5G1qbKzfs5vUfRpyoPo2wFaUzfpBJGoEe8Ze/D76U61BzgAuFMUz5lhvYB52AKW8QpXvHiA4Cg380etK19nD0GlA63xnF/RClqY7PGwiGzAClOgVxao0z5ubjStK3zS1aePu8768nz50WctmHoiDt0w09bHs3oyAYAWQq0IgAMgOWhoFOGVwOhvXbt5EKk7ooKTAAVcvXXZeJ5Fhp4DthkRuDZpgWHrwQBkRd+TAaNNPWRxJwS+Wl1LRm/PLMfwzU3YgNHhQq0x5Ny87LsfMfvxZdtA0LsKCAA0DbTG279vnfSu0l7v1dT1LUFvvXCJz5KDA5luUexsFnDb6Vh1nyWdyZafrEeAWjY2Njbya9CjY2NjZSjY2hz0273+DdRu9I1UbstMkpEkMK2mmDlyJ3U4T0YJqknRwchBegGHItSmoKcIRUzDDkuox+Rbh9S+c0QtLRJPOvlBPh5+0WKvZjNlKNjY2NlKNsSi2HxWSbJkmDLtZTu0/T39Bq32fOeE26DRp2YAOyyDYNAw8EBCjLTwGst2NpBIIIJBBBBGoIzBHMGoIBBBAIIgg5gg6gjeDWkiBxk8VdGGQFlpoBZeuxCgu3zA9l67aAbgLLYDStBFkQape37eWcfets+HG2zFoh8iRO9Zd0YIRAw9Ol2LAy7UHHZ+OO2QoFO2DYPrCAfjGGAAeyFH8s4+9bZ8ONtvrdj2j6zYS4YxiVuAbnWJ7MQIYDcGAr5/abXQ3WQfZPWSf0Tp4GVnfE0cs4+9bZ8ONtjlnH3rbPhxtscs4+9bZ8ONtjlnH3rbPhxtt1VhRyzj71tnw422OWcfets+HG2xyzj71tnw422OWcfets+HG2ylHLOPvW2fDjbY5Zx962z4cbbHLOPvW2fDjbY5Zx962z4cbbKUcs4+9bZ8ONtjlnH3rbPhxtscs4+9bZ8ONtjlnH3rbPhxtspRyzj71tnw422OWcfets+HG2xyzj71tnw422OWcfets+HG2ylHLOPvW2fDjbY5Zx962z4cbbfhNKRIlQDJlh21SoO7tvBC1B8mwDTYV4CIAGb2GnyGoqTWRoDs42AfSZdOgAevnvmGvqDu2UrJeWcfets+HG2xyzj71tnw422xj51p39JO//AHtx/wC6Nj51p39JO/8A3tx/7o2UrJ+Wcfets+HG2xyzj71tnw422xj51p39JO//AHtx/wC6Nj51p39JO/8A3tx/7o2UrJ+Wcfets+HG2xyzj71tnw422xj51p39JO//AHtx/wC6Nj51p39JO/8A3tx/7o2UrJ+Wcfets+HG2xyzj71tnw422xtiKUxoQBpk07D8pt07EO8fJvXjXgz7NvtFjpQ4z2ixh2+AAq0DI0bZxdthoAbZ6dpkK35WUr9X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HLOPvW2fDjbY5Zx962z4cbbHLOPvW2fDjbY5Zx962z4cbbKUcs4+9bZ8ONtjlnH3rbPhxtscs4+9bZ8ONtjlnH3rbPhxtspRyzj71tnw422/McfPSxM0YcF2zb5wWfvnJVgRZbMvXTppt2XZaBhsWW3zbIO2RBhsQFqoMNUpt+nlnH3rbPhxtscs4+9bZ8ONtlKrXfpy+9St/he/Uhj9sAf+v8AUv58ONtm/py+9St/he/UhSghef5/jT/SvWAPYA+zaynyzj71tnw422by7wHHcF/NsPLA+wLc3Q3v4Xd/uez/AOZrbpLX8Ht/y73+c7fIzqzRR8IR1cyimNImB9Sm5zmfp4S59zRhmVsKxVH+o5+WLvlBbXkRIUTaaQf6aU8Fl8hF1wqov01lQIAYdi7cicLeWB+7tLW77APoj6oCI+ZYM9PVtaqD8IvU24j1mbjaThNgHpuL9YYqb8O32WnbbyammqFkdkXIOxabA48XlYBedpjyQk+wDD4Xoi5tfUwHEQEMZpT1c55cb2s2drnSbTbe610W2thSyopGK2Hb7CKDmV7AOZiboTBZdUCYw5IDMQcL4csRYjQ1AnML4SXuspYR9G8tYumPNEpFcvIwiWBonKlZNRidLFohhNZOIC0XLnS5VpwbLuFJPMu3Jlw005MO2WXzurDTIjBzut/hAUlJKzx3hsRa0dSuo+OpbzVnemxLpTT4samdNtOhGXDuL5znjaTDUPqimru5aEfkFel64eoCeUSir1wRTyTLl4yhMOitzaekXSL0/wApZlT3m2nQegQFLOE1yN4wXT6IjdsCKSXbNvXToXxRls6sKprySclEWGmjaqsHSaeVZfGzTl21Sr+DiakkiCNas+4I1NS+Ky4f7zNKIaidOJqNUgo7h6I1aG5kzhcP4eg82rlXLT11FzURRgVhsyBYq5XnsvHRQmDT9XQHSly32vptOzKb9sYmuR+RaFDJgXGOlOLExCpmnXIInQb2ltNZvMLTmAkjpFJJDBmwHo5GFQWbXq5HWRbL0GbzvSdvIi8zzWluJosiRxJ59BxaN24oglag4Sr2O3cTPIeZIsrDl20oA/YhBbEyJcOyV8m4B6NTDABFbuWtUWoeee8R30ctZwThjqYkAyL1IqUKyfhOKFp+pIku4edzx1FoDtHhcm9Z7CcSYRoYh9NYdMYKJJN0AgDq9kJKQkRFZffIqMlJHxkXYmQS00mQAx5HtA5F/wDFS7ryouQevfJ9vtC78q87Iee1tVD3An7KRv8Ay421Yqg4z+qI1UhyGg3t7bDS279IL2wqz4iXvByilFb8i5WVxNplqTmJEaDFcBt7SVUgBLeEMQxB6RAetC656AZGKlw17ayNf2nOZ8IwlpL3b67rLgZZgErEURTATJsJsvnENRY+iFfTH0GvE0/DSw2cfl0hMSVsTzsw7DsLTBcXNXPbbiHi34QVvEYD1Ey/0mRfufjSFqMmjDrMVy/lSc1JFBiOKIdbGKgZVSDxxLJ6lMlxGBosChpRLvP4SG6uruPK21xaZZZaaaaAGWWRbFpoOyAMgANC00IsgAMshURERBmlRoFNv57euzXBE0Y75c1vRJQQOrTG0h7tmaUg9M0wZlw27eGkxURFdSmKnxucSzLwu4Jv3KpEMSzPhqGlUm/Po5pp/ACq2dZKRqjsPK7a9yxgcbTcUXLqg2wllglqA1xhNotCIJliQDE5RWmzKlzEpsocKE4i1wS5ICAw4XrMQAABOYG+rNukfXxvPp0ahJeSz1C7peJNNMn4laikIwncfnkixeUglhIgqIl5CafQ6VhJMfqPzhiZKRYUdsuzzj4q8XWTo+UZLC6b0VvjdaOpzTRrw3O0pZHTVUYCl5qU1GuYLndDRNAhFWLx5DDU49OcNCknTkRQ6rqaU7FDjWJyAv4eOpJzsKzx78YEwXJvi8ieq6eWsOMtMkp5ybpyG9OuoeJpkxHCy+6OTlV1NzLo/JFdg6JlR9EyAcRY+lwaaiVmJXcFknJMysP2ixI6uODiL8cLC+T6luviNt6BGe8p3LLe8pk/prlOdT9XsCMyed6dlJbUXK8UNT705jHTcW/LU0JlC5epz1xCTKIBdtGZbYPKvlGDwsMCTrtFx7VooHv3GNyyRewBUCtdt9XpLSIoDCRmJbEVJIMCbKLcuBillQEuA25JYkK0Eo5YyDv3RNXyYniaHYKhxejCLlxKhmE4WRVOIoliNdOF0tFQUFFJvVBXWVdSONOShBNTSJd+cOmzD104Ll3T189bYYYEQrZrXwiGKp1xvFcK7tHdyajNdkMQIpPU6JptEXqpLmAm23IlhBtGErL+PTwsqLBl09Sy0WjBkQGCjTagzDr0q7aa26H+EpRFGEOboTUS3CJxRT3SxEcm4ci86mPjBV+xB6xNiESymTMGS3k3jtPWjwJaEqOWnjDhRT1QykmwflFB+Wfd5bsOWsoZVbvzSBDEjiKQXl+c0+yrisspJJYk5aitcjCC0SI4njRaekC7h0ciOK4gUVBZXzTbp28bUzRhyLou7cuy7npd71zaOgt3OhVLS3XuBFd2BcqqoHUqAApJZlYkxAGtZILaWuldOkLOUVSxVRhCsS2GCScQAEgakzpXFug/fjyV1azqe6Tp1Sbmnoo1funT74vI6d5Z4w5iQ+UItKJ5Gg+KjaLCx8+tlSbgyoF0mJIOhA8tJboT0POVcGDjon2ZvRJgxvKjd3ayJly2idYgqPoH0/zDiSEosh802QW4eXUxFemE9VTTjtkHhY4UfsMvHTwKUaAasiFQGCb4UXD6DA5Ld5akZbpRJzq3hDVfDsOyvUEllglF8SQ+QJP4ydpDZkox8eUyKJMJHghlMYfOzjCMciw+ySYcNL512dmp3wtt1xr0zfTHNHhzh4x6oUHoHAc0wW5dw7bZusHexblbqrgxLctMyyBkHUgzhIByIAmpKJOz3EUqtxoKE4gCjKpgnMqZnOSDIkxWJbk6bUy56br3SdNicMbRDMaZMYw5H5yKI0is+9VF9dMp835go5J8on3wdsw2VSk4gQcdofxZUo4csgDDtkAlODlXut3U+iFBDlzrmlobvg+/7D3oqC9fmnMmls/x8pndL2xfnS+0yPIePdcQGlh82vsHs8cbdOzEnZtnJJJNi0STmSTbWSTvJrK7ldugadI/+MaUL29mO7Hm55W4W5bR271zVuuaHNA2oHUjCCsgpUwIJQ4fIy4+caZ8tpilHMVRcgQyhJr1FZfFXqm7fNqr4wbcuXztoqnFjqm9eOSpAw9da01tb6nd86CFmJ4GnVNw8rTkhYmXMm5IS6hVZiuYz16fRiq+kkzAtl02DYdfLKWeTjaa+i+LodJGi6gVMsGfizTT5iIlMkdra3+07pWTT1dyhiLSBuuZNxYEdwHp3jBo8TmzqSXCD544SluME8wQR1QgiLiQ+eODi+ZJkElHhZSUEKWXzlPRKrTHJY39oBD2LB6TaWBQKhnoicsd1hlbCTMEhiRCgnTW1aMrcugraENLfngFSFQHNi0RkIA1MVNbujNYMS669AEiNSEeKaAozKiwvGaRMl1Daa6RkxLjCEo8iSHDBB2jOzR4UtltJT0hTKF3xl4+MJqkRUWqMnWWQknDnw41ALBbmA/3L22qYLcgNbG4Yn3NidGjSUSxq03Yc6opZjuZemiD2zT2aWnVdNNgwsLcCpJcopnjqKhpbhhwlryaRPkFOFSadCsyySG/hOH5knJbdFe+u3e+uxdhaAJQzdOw/OqK3b9knIuZsLLMITIYPkUc4vKyWVD4uowfEZtGTExVOKbUIRbEBYoVTThp8+YLOwetNn2gAJY2huj2lQEK3DHSkQouWmMC4H1hSWBJBEjNdtE4rloYrR6wwicAMHCyjNSM5kAEAEaitk7yveWyj3YMpYCm/OGA5lzBQ5gzKKywSEmVxOGTa2XXDcMxDFDo2ccxREMMlPiAlIbNlh+KnH5wTb8qwyVadNPHruNb+CO4EAbbtLeeCHXT8jdP9GfT6x4W20z8LI/mQdI/9mrCHD+thM7NvAK87bWqWRwFeHIOnqDev3ttQnaLm037dq8tpLS2SB0SvJuKxJkkRGEbt9ItJZtO1suzm4D1ysBCsaA6hu6oad3zvppMbwnUNMLTPB8hNRklZkSzlkcmjExKekMwnC7wsklIigqHWExtLS4sW14orm2o6SFQq7PpRQs9S2XpkDFXhVh/qj4Rdq71F6LdB8HTb0wzMPypmIpakoAgg7EqaiQsvPzELLEBzTVlJJaJRcgr6Wy7NKKAkGWn7BFg47bJMMOTDt22+YewbR1pS0UavfhFu8hl9roidMhiV8Pyog6MoXMKs1ikoS5mPSkGaYEQk5YXzSglioP2YeXYjeMozswIPWAeHW3DfxFh450Jvwd3Dum9JOj+FpmaI48hyI5wqU94Mg1QTkvUeRmwaCB1SDZiqy0Y+bBdfU3jl26VUFAZbVgLABTtslxes/HOy1x3Np2k7LtIPRko9630y3TauRbfDiFtbZzyGlwTO6t1s2RfsxjGIW26MpjTrKCQXLDLPPqZcK/oAy8UzqxAMDK6kYaNKKpB8MqSgabYdsNGTp5FIGjZhth06dumG3z968eCy7YYYZFoQYYBllkNswrjGOQdM+ZYc/XYaXwGVTLX4L5bjX/IFB/Af+p5N5M9/TkPLPwY5iI44CHKv0e/l9YU9gFYBiTA0Gc5fEjXfzrzzkSOFQ46ro036iTPmNU/RhKTd7xRpxcOoYGAFyeyjN0vNE6+ewkgvou+cjmFZmQ6hsOy0avIhKIvxNHKC0guE5o0Jg00/MvudQmL8J4AQ/jCbpqtOKvP7p/XnpWtu8RpwpxzqImBvCNTm/an3oGkFvBJg6Q5YQlIyCpqobaFLeGJnphA0WlvKc2sJZeHlRWg44wK8rRicVXx9uJnrJV+7eMO098yZAS/Yv6VVvbeG/8AZsD/APIawR0/r6dad+3m4rl17ptrtrKt25bOC9syqGU9ZVFxg2ETlK6GJyrthUCBzswLIjANbvMxDAESVUgkxnG8njWIzAn78JclpAUbTHiaQ26kCHIAhCJI2iBogfn6bPAiQojHF1VEmV/DU6+MmwIEH/xcuL10D572XYtsA12me9NzbrhmxvDdDkIal50w9LyGI7X45mJDJxJlekRIiwk7IQjELxJTXxYjFcWRsssHH5dgGzzx6vPnLx8LTRcuWd/iw4dijdC70+NIaiGDoo39c0VmGYsQlaGoiSDWjaDALKqEup5hLV00w05nw6fA4PJ5swVfC6eu3oO3rQu3jDQA0Eku690F/pbukqGtLf4VRnMEOxdG0VfPr5ijLr4588VppY+IfNgYvjv4v8m9v4v8aCIX/wAboD74uVEQdBrs67QL4LLtC2ejcN092w/5SUwQLTE5KHBkRpVbhtdEY6I3MakdGlxeoBnOMCZJXTjlvrlXeN75T9ALqYlDpahzSHN/VNMqc8tmJgwiiSfVAMxMea+cMWohiH0uDCMJRKvrigXLQgdWHjxMdPRAg29bbLu3ZN89a5qDfuaugv8ApDu8xG1qyumZThX/ACkL+/u24h31cxpsyl38W7XmLIuTRrUHNmF9Pxw5BcmyUQOIVNR0oGImnyQMprmIDRJQcJjRRMNnlYXzwk/B4yntOAZZaeg2z3UO9K30dA/kEcXdKal4e+ukCfbti20XDe2hTtF62Ld3Cq29k6YYcCGS623zkkQTMdorQW06O03RoxZAzF7/AEZkNEBS65QozG/2SK7vbXlN/Wu/m06mpoK1N6JmZbuYHeIb3UTC0Tw2xMlqLm4tZUncIDEcDQaBxuEQhkg2vATaUBLhEyP5cCoPnImI79XurrUlAXwhXd8aUIQmzEaDp2mtp6CLJhSsJsJYoEVRGBrVUyKootv0t4qO3/ZgeEg/wIpOHTwEUsDTkGfLeXlc0GT/ANUOouVETxhqw0jqejaP0iYSjDKHLhTjonH76IYOLQ3CyoSjdhXIoyO5KOzy0rL6ECc0XePHbcPtGReiBtlhiBXXWI/wU5utwrYNLDIh+LaCgic1rVHtj5jVQAKsMs9pigi1XyjNNr7uNn2Zhddi207OC5U2WZWuiQyALhEZEECd4zrO2qm7dBRQFs3IUMLighAAQ2c8QZyPZVrxRUCSQnHlVSNOyScmEjSioHX49lyUJEnDZk2afNAwIsuy5d08evB7NmGGhALbVjpW7zvejb02LJjm91jJjT5J3SlAUbnIAY1TasH0TqS5FCunkU1RMtQ3A0LvDIpqo0lKxFZZQDUJRaUIlFFEdL8TIagffJ7izarJKcvJSoiK5Vg8krKceSVMk97bLs4nqJZsmeKvGnYu3rLL8s+eumxdPHbYMttCy2y0ACFWGRmgre5bm9bmfCe72T5H649Hcwo3MTDTJHTYid3K+c0ErZpyVSz4o0SqipDEICqG4aS4aR1JdfxItJcQfN50pF5dwqovH4ql9rN0Naw9KLHX6Y2BN0ZDBEAvgPWxdGC0hdBVLHRw84Dc6vRi6YtkT1pMgYtIxHDrXTQaOfhDXaBS/TgpGAaaffHfm3+g1k6MPg35YHwI3yuMr/l/5JoIFBO/9NQK1e+VE3+N20zNDed70PdYxfLQzvUZOafJwaUY+jYnL4dVGlB7FKYuwqsqJBSUioxPAsTtlm1JUYSEc+tPIfJQjCpY6RT113DsSr6gmuk1/uVreSb6xp6CM53EyqwuMv3TYqDzWfK1uH/igPGPKuPjIQm5TgNNuwbYdGfnELty20y9aJPmWBdt81Tv0Fb3PfHrUsIS3hZOR+hzR1AUbF5gqkjZSROxM6c0cLJR0/TSDK5EqYqRPBvyiTh5TiNKTl0vEqMlQ+2vvFMxLqKlJyXaSeVyQp+qttrXsoFwbQbZMrIufWVwBI+1DBo00rZRn+XGzC3BkobQeI/M6EliwOkgjjlFWpE4+SVSBBTTjLo6nqRMsokTjgQbLmyRxy6MlTLlsGey26MOHjt67aAQBphsBvUA2/YFwvxEAuHC1x83vpUPzDt81GSE5ASUtDRyrBFJRE0ikJRJ0Lxp2TTU0q5JkirDT3yj1pgsVcunLDT1tt4LLAC2001VofphkK5AOVAEberSubAIV41wHoZ6g9sbjlPDKdOyuHyKj+3h28n057taVKXMeeZ5bWogjJTew/K2UsDlCipMaZi+4AqJ0tD6adNkChVJRmDpN/EEQKZ0qmpjBskSdtHV1VREVUjphLWlv5tRsMNx/Ivdrac9PUGLrkDsCuNXs44kNRufRzLp29T1FcgaEX0DRKhv37t47fPkqIEuGjjkfKOXYmHQOTz/AJB37pRV047y7df7xabEEL0eaPJLqhGCJnGU1FbiROlrFrMZLK2Qi1RSWXLbLpTNFYiSYhhhoWGW1dYli7Syr50qMpbszZMktq90t6ioSIRxI/UHKOZsMnnLL9k9C0dQ+eMEmmmXbTRRaSWjjpZh5Tcg2wyaSV1PT1Qm22Ds0TcNiDO3GGe7fvW2vmyLZUJaTAty4GVW6XE6sSCeqoUAArmSa6cK27VtxbFwvJZmxFVIaAkKyw2hJaZxZCoW5nbyne/aLURmZes7dmS8mXItFKNGphzK0bTeNxGqQKnOgdtmV9QgGJ3cQRC9SiLoG3x40fFFh0iWZemlOLk504Dy0yWjvWHIjXVImFdQ+niKmolgWJQfEDZQ8XYT4ng+J09guK1BkaIrL0y0iRQiNGHHxsoBg2SOEzJFYRj6mhKaYqHMI1TbwvRVpAgRZjDUHqBlhDRUslHzRWCnUSIkQTBjLyBYWxR4Tl6mGzURRGcOi07KAyXT/kwu0adPFc8nkWnpp3Cb8FxlLMiHNP8AqunyswGpSpkrqd1DPY+08y7PFgIlCMEppZXcml+HiIOXLIQ0cYVUWD0dRdui5dUdQE2ZIOm01kiZMluNb2m3ZF03ldHLK4QvZKBSrFkVeq/2cLiZMhjmKFVey1w2xbKsoDKSFuYsiArE9ZRDSuUajOak23gW+J0gbtaOIDl7qSGabK9MWEzcZQ23AcEFYpINJBFYfIhlk6ZfLyQ8KHGTpdoQc/F3rDblthtl7UW2GOAf4Ku3V/8ATdR3DEn08LBTH8Wdhz0/NZOarUOl8BwpSvmB9dOm1SXfiRehIe+V3FLpROu3LxJnXDpxSBpt2AkiMVT6lQhJJ40DTTAuSjZ1OPeVfvGWWGXJMy0z2xctshG1PtFpTcS7aC47ahDZJIDsqSX6UAxJb7InTnU2Fs3CFa2+LC7Ei4IJRS32ejMAxH2jqeQq1lpgmKgTxlfCU+oWJrZKFZuQZBkawgViQi7Sl5xDEVQ4nROkMrCU5NHHacpPU5YItniLRl+8JGmXpVttl86fs7dIbYNLpikLl34hQTZtQMiPm+cIm3jkWrXD9Z7PnX823m9kNs52+WuObju7GWdmYmIksSSY3a6btK9xFCqqgQFUADgAIo2NjY2pVqNjY2NlKpMbr3/HWW9I/wBTKf8A/wAKunDa7PtSY3Xv+Ost6R/qZT//AOFXThtdn2Uo2NjY2Uo2NjY2UrAphlqorhTYZq9R1Aqb7QBVv4u8eAWfuwsI9hsXrpt4AcHQND5rI7RizB3lMo5dbx6Ru7OVoImMem9PqVyrNaGI6Ti0MNy2SURJQZvr74gumTMRFondqr0tJmIHLlhPhs+TF+po/bNMO2zrZKVaLXQPoZXWBZBuiYae0GlhcOxfg1cQuwLsGw4iLIAACNhpq6mYwRWfhYe7uafHHLIo2lE/CihV4AeQW4mlXrGfJRR5Yey+NfO5FF07G7wDbkAFnygCHqejr72gyKQA9/ZgZ/RdyjxzKxnuiuHbLSuQxGa2r5EcVUMvgZy3zVp+dESq0GSdmxGCA/YLLsKSzjuJUUy9cOjLourIULKiomv3pZ+w24MMOjhVy8bcPmGnT5llp28YaYaaDavDp33heqyf3wfDUVrbjWYThO1IQ7Aeoo3DseQdDiFDAIZ2AlU2Qhg8nI5EiKQwaIuS7DTTx8UfgZeC20/YeMj2Q7v1qb2Td2Sph3Uhp4mHqngSFp0IcvpgQWqy/UU2MmlglFCzA54EtIevSsMGE0TB35UIC5bdnmy4smnbTT5lntCzBxoJ/wAag6of9T3V3/viUtvXvXQbxVLgOHZtpLqrg4XU2gpYA5MJaJzGcb68+3bi3iZCCb9kKWWJU45gkZgwJjI5VYh3Qs3Zkz63bOkmb834uU48mXHkuDSzF8XLIFQU11TCLYkJAbNgSLlCrLxkoULOGWXBdy7ZduWAZYCldvva/N5rpO3bkEIsVajYxUmYijFo+4lzKeB0oIomlMU4nO2WzbEOw6BkiUJJpZ48LlTUSxOqw9CxU+bIpj5ZZVFBPImtNbij9iQ0N/6kpv8A37xZtEbLCFIZn58Kj1NOdTLsIhP6cNOsJRBpHg+Kyrt4gJz0lCkmTjpchosccgUVTiO8mLMqNU915M4/JRSqrEREnxY3BxcSDpbi7NsuAg3Lws2w7ywUtbxM7CQWMKYEjExEmJqAitev4gcFvpHKrAJCvhCg6KJYSYMKDAmK6TTN7dvY51FGor007juazyW7587aQogn3OtAlNFERpryjbtTYgeLoZhEynlzTAN/FH6crRQmPnAuD7hTMOTTt0yxjf8A8c6cooR4X3oW7g1IaIkVZU3COSnOhv2p5yZbNGHb96y8ORGgwzDrDTblksY+MI0Dm5kRA7csOToJjTg0AOLJXLOPvW2fDjbbUc+ZUSonjJuZMqJ5IKJEkpY3hBaRo7TYiAswmMID4k9bNqjRw0HYSDqIDsFhMXXTbg2gqJEqsEjJY2Rcv3Whs3wJXanL6w9u0bZ5FVRXAOkhyQM8zVRcskw1hQvFXuYwMs5ZipO+CoG6BrWUy7mJAs24GhSZksosQo6l/HCIRiOEYvhlRLqqFECIpOmXxNRTj5Vpt0+dPGBFltmrL1w+ZelzDt0YcvXTGZ8s4+9bZ8ONtqvvwUuKYuUtDE9IGMrirFMp5WaspgwrJOIFJw8LuHsKn4ag+JlYgku2nTDDkg8XFkxFj4qw9fCXV4wVAaFjtMsM2guWcfets+HG22li701m3djCXUEjWDoYO8Tod4iqXU6O46TOEwDpI1EjcYOfOjlnH3rbPhxttiS6utFmmiZJoPLAFH74KD5Koegxye09Jr+d1oAduosffUTfxIkYMh6Tt2PkwELC8bEGHdQpejbQCIcgHlUNTNNNNtNNNCLTTQi000I1FpoRqIiPERERER57a1nQ00020LTTQtNNCItNNCLTTQjkREaiIjxERrsm3K+ueZEaSc0VauZty4Wfm5MKWGmmeMwIGiD5OSlf5Di6D5axLEEOK/yUvEVREU/k5XTyhv4gsJqgmG/I/FzxI0VePXLcPGkSV++T1HaYZI6nk/e8w2XPzgldDsxiUqou0Baf38PJpqIk12fcw+px1CiogLxgsWeNgXerSfDpN827Fp+wkdsGXO2L3sFwWxbuXGKF+p0YAUNhkm5cTOdwk1otvEpcuiDFhGLHJMTlhRt28xVi/Y2jR3V2tWPNbWniMYknBC0OQlO2RM8pjaa50FoLbPNwKrTBlkwhmj8RQaCm+Mny6GrpkSJT34obNGXhVRdqDDt58TEqAdow1qBkLGcYqEu4PndKKK5gJItMqkDQ1MmDV2MU1phh49bBQhlLWjS0TFl25fPGgMkXYssOnjY0ZYaELpcR1R1YQ4lZyJ5Qc5GhG41VkZWZSM11jMcjI3Hca27sbctx9rk0Uypi5Zl/NHWDpbltHkOPSziIYJj7UDKaDouQX50iVUyblZhuIotTllLem006SUCzs8ScNvyJsqbdA2XMOnjfziOvvQkpw8vRcm61dJShCkKnENPieJyOo6TpuHobPxOKkENkV5acRk8TUc5EIoqwCGWUDJd8rCkqQEGDAkTXknSW5jGkiZGJZEa5Tu30wPrgaDEHCc5iN2+RHaONda7G3GhLeM7vZSOFE5O13aND6gfMuCREiS1PyRNHDpw09YcFShQq4jh4/MmTL94w5cOHLDb189bYdu2Gm2gAf3yZiuO1jU1qthxf1OyOmrCEKmJWMwbICAiUPOZt6cWVaGDhlUczkMJkQKC6LcwjTkV2EgiRJINGU4oZMJLTomDZRh0iEqFIeTHVZTh6paT1gYIG4E5zESQwMASQVgTmCJEqMsvvA5wI3yQD15t6Onrxy2y9dNtO3jA1ZbYaFloB6CH1hgQsNQ20eU1Lacj8fPZVEZ/yTOTQcGxIP5blJqwIYj5yeB+JUST2D3K83ELs2BoBLCWbTgfeXAXPY8oHZ23ZtYEGYIMGDBBg8DGhqCCNQROkiJrYyGtfKDIlzAssm3bNagAMsv2ApVtkMA8Z+mwFAEB7bIdkGgYyLlnH3rbPhxttp0u/eFn7ow6Gjx02y2yPARAbgPNloKstBxZEQHO23XD1l+5cv2B8186YeM8bNsg0FRpkK0ELXra1pqK9e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yzj71tnw422OWcfets+HG2xyzj71tnw422Uo5Zx962z4cbbHLOPvW2fDjbY5Zx962z4cbbHLOPvW2fDjbZSjlnH3rbPhxtscs4+9bZ8ONtjlnH3rbPhxtscs4+9bZ8ONtlKOWcfets+HG2xscs4+9bZ8ONtjZSjlnH3rbPhxtscs4+9bZ8ONtjlnH3rbPhxtscs4+9bZ8ONtlKOWcfets+HG2xyzj71tnw422OWcfets+HG2xyzj71tnw422Uo5Zx962z4cbbRl7wqc+84lMelQ73eOj2WuqkiulIzbmuYmBNGDpcPIINpz6GGYMcpbEVzOl20rsxC5PRO2caIu1UCLSMWAy2TE24ZMyacs4+9bZ8ONtjlnH3rbPhxttV1LqVDshMdZMOIQQcsSsucQZU5ExBzqykKwJVWj81pwnLfBU5a6jMZyMqp/6kN9RvudI8VyNgjULu1tOEvoo1JRk9l/JZL/DUhxX89IucKULpD1J+OwROqJE+HOwoxnDRf4/FZtCTGvlLyrJwXBM+9KdXfox/hLf+dD6ccftnpQdLj+qWsPTvta2lfhIH81ZuOP7MhV/4R9L21rvlnw7s27uXEeG3DbS697aLZ2raMNprYUjoZIe2rnFNkg5kxAGWsnOulnRbdpxYsy4eZ6SBhbCI/KcBnJOc8TX89SGp573bfAatZB7xeR+h+VUxU/QZFL6XyfASbN6AYNggZmJ79/Gp00tMTQm3C8Wm1DyURwka+OQ8DxG/ieTHbg40ZA+7YuLbvybe8XmvDszDu8H0qS70uRGirEOl5YI0BTHhWYReMEk2RU3sRKKqehSYUxnKU9TTztKKl3BptNfPXZp++dFzrLAi4hf+CYfzJOr3l+jPikBtXMs5cdB/MHOtNrWIVGla3Zt5vEKUrRkKBfGM52tsFsm2m0Ndus17r3EODAzfZkgWw2SqIAcDtEim0uMRtC2gW3CoRjxAZMRm5UySZJWaq2TI3fm9F3tM8XCfvJVuB9L2gaVMzlEylaYpIRiaXojnyxCisbIJURrcUEHjT4UWImSfxtOiaKnqEvI6If8pCkroZWVR7EhSTneGbo7Tjrz0+wHKF0VdyLjmQyWUK6Xpty7SXRRWkg/RyaYUSEVOSiRhH+VICFhFRXSjCTpTSHrIJaeoISqgrqeRVS+2N4DpP1JasYLgCHNNuuOP9Da/CkTKC5EcXwDBBiNzkcI5xJ+IF4bUCTiYkuQJFiJ3sqjo02dUQaesi5ZKuu20+2iw/Sat6l/1wbqO4D/ADPx/A0/0z3XutnY1rAbqHZru0i5HSXWuWQXAzC9Z7ZQIfshVUAiRnnULcxYG6ZLJScCKlyFzEnqqwYtq2IknQ5ads7rSV+9YkizM+UG8LmxKSestoEJw8nyAnJDrxVU5rx44MmlYFL59qp10iGWi8PI5NGdPRimHD0VH1lXfiMbxMSTWzr+O/cbyanBLjeUb8iLZhypmTAUKTI1PKizLyJ40gWJ4Xh6PUdufepdTZVYMWlxJIpsUJrSaspCgyeQzJ0q0RVU435XyB0q8eZuG5q3qNf8cHajg4h+p+P9B/bPZqPjx21x8H0npqvjTVRvVdPmpfU9MrU040qTRg6U8HRNMA0YYYePYZmNqBgheiZKQH6itBDjyL2IJR1A4lMrCuJNlwWJCpn/AIqBp9RZF7ZEe1fTC93o2uPau4ibTyrFXZoC/ZJE5DPfVjBt7QyvaaVt4lRHSPyiZgMijNtc98gAZDqLeqSd3vWrmaSdpA0pLcrpE6LJkwATMTj1NiqGXcyCzs4fMpkWyxfp7pXZiN4KgnuGTpEhAyCnOIjS1FtGieYUPpxhQJmO7tL27O0taX9FTehRGgknHMn4lh5dS5tvIyJlXyrN9di4o7LxbFkXvSbtwLCsoA6LOEVoi9dPoSTEqH05CMlwQU8w77pipFMRJC8SQ6VWlOHDS8grCMWiFGfNlVhCMKqe/IuVlKMuxdPC6olvDDJ4i+YeO23Rpw6bYFgWQaZgD/SLp68N91vZ8V/mj4xC1q/5I/CtK9NuprRS611bL33uAglriYbaHD1EVoAVpkwJJzadBkrhkCFxaVSCAqMSzfpsRmWA0kwNwGdfg0NbrnXdu29VqVBOnbVYgRzuuooXIsimJZOTZTja5MqWZkySNniKFBTAFypB0aWV56SLmowh6IENNPOm1RYiiXJ5YcFDalrPfgyDnrNneHbkONZVSWmzMyDZTannMQTTi6X0uIxjKGJaIITw0wq4rcwF6HEVRSoNSQSkBdUxUYiNJxME9EVjovviyaceOdtfpF89OG+63s41v/NHxjStrCPzjzi2dootaMmtVu7W3gm6QgGH95/vB59wfqd1TQUjzChqcOouZB5ANQ/DE7JDIpuHTaGTiplLXUKKEuP1YhEKUuFDhI6Sdsk3rhsuYMu3nJdVrVkobFy3aNy0QemS4LZF21CopYkJjABUfZkxIrotnHdDi4jXAjg/k2TH1DJYgQWgmDGcCdauOzzkrLrUdJ+ZEiZtoTMSS2mxB6zBUYI4vXhV8YSFoqJZ6/IH3IMmUxXTnoulJGVSjbo4kqxQkpE3jo0VcvGazEq9Bm/k3ZRNUk7oOnxpz1V6V2FA2/lnBOpNwopEXSvKqCqYPGCZYu7foLBJz2TDDRwsizGUIYPHvlJZTIEhdQUjLoza8vQOYU4cBoFvNC9cUDx2rJ6kZ9T0QvhOWhCQaJOibKNIqMdLsRxDFslkuYsYJ8pooXnMvtYR1ytxHLgqruYPW1dydhiGzbpSU0YycdmYeQ37D5h6kkGy/TtS2/yVxukDm4lhLlp8DAXGUEMYhk0MMCQRIg1hYZyLiDCVCNcKXBiUlBMjMYWjKQRwOVfd0v7orWDOnWBAGvne9z7gac0xpPP2VSQunWVpIy3KKWKwWNsKCGsmGjKPDyW7Nw2rOSi4UTUdGVT6xESTDq7E8fL7SK6TW5Kd8LX9K3158w0xzSqFP9D78Br5tueQxWm0kfAK1sPKnIL+bnHXNWaBtovU5IOGtUunycGnSM1heQIUnTAMQS9iBahhpPdRCmJURkmiJw4jPFVPUk12oOXTwWizR1OOlgeXeF3zICxtuNnW3ZvW7clriuGZ2LPcuMkBmc5kkROgWMgBNU6UtcRngBCsKohVUGYVR3k7yajg+D723PeikecJzJ4WqE8ZnXG32j3htMa+esl3Tx832hduXTx81Rmo9l2x22gAOyyAtUAaM15Z4cx6L9KkFaItMkq9LMu4gimKoMlKnLqahL8avEl9E6i5iCLl6MTLas9Q0lGS23rk9ERos4EmmFGQKOXANsNvwePG+oAuAZr3XHFQ9Gt+AWqPdtrYUpYso32ktW1btVAD7RVbhDXHYaM7EdhYkeyqpRz4Q1uLlKb7OoFTkrHCpPN2jp0Pl5vqemKCVGZBJESmnraelp8YnYifLyaTKtP3nZcEDxdhsAdMvPKMuHAO91B8Kr3WAfzzUd/tQJ+P/HSgeA7WS80zWlcXGtKh6Na9Lewdopd+N+xM64/9Rt7w/wBFEN1qNA8Ld2duZ02u1buXBtFjqq9wgbKVxFVnMi/qYiYOvZW6PZd0U2rmbKoJvThBIAgG3oOE8tK4O/gqvdYf0zUd3fggT7Y4BGgBTNA4YGu2ki3whbcVEZwu9QifJKNk6eztMUUVqcKbphghOmSZSFdgHainHozJRE4X1Aqadg0w26PHzDLLD1+w77DJh/5SXbcpjXdTaFQz/GFhvh/2WoceyOOHLgIjWsoQVD81rcKfRAO8PbcLgRNru27dw7RY6ypcAOylsJIDCD04zHEAcRGUSXsozqLVwQShi9GIAgadHnIzjhrM1CRvxN3PPneZ6dZJy007xZKWEIsl1PZGm6dPzkWoxQUAwjEIGjJAdlCL6DIEj5QfqoqURpz74qZTSRJok6ONioMv2HLh9qH8HPwncafx+90yGP8A4jT+6ZD8Cw/cMVzYWoA0vQe7OM+aI/n54Dat9os1Oago4+EE7yPTlGE3o5iKRUrpJJ67L2VSqtGDcGQgsvzGnLyqkiJDf4gmaa+c0QB5VkKssq55lnssv2g2X7dtbqOWvq+0ulkm1cKAlUcqWE6ABhlJk6a1NtmZCuG2VtKXAdA32jbxRzJPzrRmm3cLzwmrrunzq+3vado51IJU45buU5xCUnIgnK4KJM0Eh/LFDQYmdIKzAUuSxFOLQDBq0lGHrESqhgVFVBt2lNOjT4wR5M+EfbsvQjpB0EwXNPTXpwgyUswD2piX0HHInh0/Fb88ZhlWgCa6koo750sRApk2ipo+iJRpupbyoPiLhph4x2Wu1dnAcfnDuzb6u+2do8d5lu7YB3nGnxD08zHmBF8tkBEmjDk0nS/BJJGOrD9RhyHYvh0umPHS6WNEmCRhzF5ky/eMuhMA9JuGXYgy292pe2G39WvW7VtXuuGIe5hNwu7Ak9IwkTmdahNofprbOzBAUBVZCwAB9kZcN3Cu0pVCH4L5bf8AeDB+QD/qeTc+ZnP15pf9sfTEgCVMILUwppRxB8toBhku5NxJG8fxKiQdCEPlTBssnlzS5EsRG01FSXD8+bKknD4+dcO3hs0XLMC0+fO2G/qw0iOoahyH4ccP3hlwgIqUiOTL1llh6YdJRFwRdv3rLFWGXj1hwDxtlirLLTQgzYA2wmdEmJX6h5YxZJmdEHp8fSwjomTIRbCCq+UCyetkyCoQWihc2+SzZA+w7cqaYRN0cG3IttlwYeC26beu2+8hgpwhceE4cUxijLERJiQJiTGlcwGYmYnOBJjKSAY3HKYk1WW1U6bt2BqN1nR/rhgrfxQZpcm3MCGYWhBQM6etaenuBDhSH4ahOGoUbS3ETpEwCETPk9adwunKSqnv1AST867ciLhoCrgWcD/Qz6Tv+uvtQ/8A9k/lt/yw7TEfpEe6P/aQSu/8KzB6f6Mvvflavbv8N2poZ0sF9ADen/TnBssWpratESAphChnYpf/ADohAy7R2n6Gf+V15R8mVeCYfC02TAsYDyg0fBYGfJv2bllLl97GzHrY3C3tpBLOygmAFGZMnl2xXfadHZLYu3tIXFbskAKqtEmTEDLs7TXRQaZ9Jw//AJ19qHDv3n8t/wDlf7/uO0tO7ejnSPIxNU5DoW+Eh/eBzJmfHbxdhBmbmsSWc7ZtOW2IcJE3sFwImkpgRAvGkd26RTkQCkpZV40waMqp9p12BevGfv8A6RHuj/2kErv/AArMH/jltsuTu6D3bUgJlwjOOT2k+AIDmZAii2rQjFySpRq8UUNRekjKc9NFnajExwk228InTZdpgwVfuxdP26sVEKdFrZ79t1YW9nXcSL20scJgNAcFSYmJ37xJIza7bdYL3SdwNu0AT1IkgzBOZjOJ41FfvXdJ28MWt6for14aL9LqZqSR9OMnjSIro6xOCUkrkx/FRyIJpum0Y28jyO4YXm3bKLG5RSZPJSOeI+UYYLCb8t8YdONwONY3whVUfOyDjc/SNhh6aEXbC9EesuTysipjXZFoDCgnw7Md4tmnAiyDAuk922/FttkQAHYNtBNjqFiNbg+QU8Iuho+8SoihWT8y4kQFN06cPnqctocFrSmkn3bk04flXzwmeKuDDLsw5euG2nYMvnTxgWmBi43A+p+e+r7d1whOnUdMI9M2ZynM+aSEeis+kQ4iGH6SgLzomkExIQqjIaO7YJFhF0y8dJzD57UW37x88EWtpa0q7QUS/tNttox3yE6Do5To0Ob2mcEjDABIyOYmqBybIZrdlxaK2xi6TFDS4+y6qYMzI1isUlpGnwhiPJry3MTIk5u7ZHSSKx3Bj6aSW6i+ZkYTNU5dl4iTnkelYUWEhZiyGnMQKUMMKReGhOI5JwVU3pZs8cByDT11wPrq7f8ABTu64ERa7A6V2RZDss+l8c1sdoQEKPBEWfJ1ZaYBlmgdgWhabBm2VkQC9AzalgpT6IhxDkOciA0icnruvAnXvT9Le8v/AA4jDQ6apVhLMZKjLRpZCNQB9Ot6C2ExRj9KYhsf48QstJ4QEutNfN1kRPj8qsspU39nfBbVHuXiNp2e4xuOpIRHBYjJFAAzIAk8Cai3eTExZUtjobiDApzZlgT9oyeJyGcmtn6+NDka6xmZZHYS1yas9GZaV5WOHiy1pgmQtS+cx+6icIVfOTEdfJCgn/Kowi7hg383RMMPRIMxEug68n8ceduuMEH6H/8ArqfW+HfrEiz/AN+x+/cO10JRadO04+8fuHZtyySNtPSr5hlp0ZdMuGheOHrLbt4wLD5kGnbbLTttkWWh7TDQebtSM00a1Jd6xYJWJi6ZfgqWleb8Ew/FJqCVqIoaVdMjskQiokkoy6aRnwK+jtMM/GnCRECMebF25bceRUHNHotg8YYy21ba3EJw47oJIYbW7MLeAEquzkhYBEkqJnLeavs5cq2uBCMwbCgFjOZujOYygnhpWZfM7Q/b/DU+t+/+nEiy2Av/AA7txEOn1uZg3RA00DLPwqbXALTQgyyAaxItFpppoQBkAotVqNaUpWtqbbX+cEyRH/GfWnkaBj5Z0n8aX/mS79LYGvCu0fe8T0s6vNaUr4BgCQ3wdaEtCsSQrMolGy1MqUCnp/frsVw+Xh5fRXsEqTEFyklCoMpD4+sEV9sTK6pE/jqIUAUht+Lk4U4X6qlltC4wAhBa9IqWOUwzQo03kARkN9brmQC+Ab2L7IQIw5wJJ03cudW7dBmhSO9Fz6aD2NNcGrbWMEyHUFsprrVFMhZmC7l2MJNRU2bbggFZRUASW4rCJSrMSC48iJ4IcQge+U+JOwY7njqMkOXMDxlMOJnplxDkCwrEMZxC+KFmzZt0hwukG1tWelijtkHhkw7IETDTguxRt+8Bl2zQWgEMpDiN64x3Vr5teVM25bNeOnT9024funb5y9dNunzl86YeOXzt6z2Hjt67bYadvGHjDTTLbtoOy2yLQNMiFQ29hECKEtyBoJJaCTJkkliMR3nkNK84sWbE2Zy0AExAiAIGQ3DXWarkxZ8JV3MsfQ2swbHcTRvGsIRESeJkQQpFunaJIjhtdTnosNPSCyhLCWcS1Mk9aYZF4UOlXzhsWWRaYGgUhRmjMb4I/NCJz0WNy/nVL8+pvmjCgnSvh2e8HQw9fiw7dg0ShJwqGoZh9yyw7Z7JGGEpET+208fNFGn7148bu7zhgWCWJRTSbZg+FmHjEt44eMtsw6kststMwwpNMNA0BEBZbZap2RCggIWpQB2rs/BPIZhtY3aEdmleHkNVMs6upouWTCkkEDz9lyxLSSbbLll8ZLPXrLtlp48aZdg32AabbaBkBaaEeC+l571qzcOy3S6XHDNspJQW8GUG8dQeKx35ddtra23uIL6YWRSFvgTjBk5Wxph3gzyio4pDT/8AgmGn6I3EXoMqZhTAiMm8dvSBudMuJwTZSSLbp67fu2nMGxebPQI+eu3zph46OHoXNn3Is9lyadsNvGW5pob+Ey7pE0aQIUh2YEzivxh8lw6hJhWRsXECBcXzwumppEs7YJuipIo67Tku6YYZdly7kGWWWWHbAAzx18JAhqHEzURuXHaYgIqe6P6wFNwddkUoiTdnXARxp0ZB0bYLlnTJh0APXrPk3rLTFHjwOzRpqtq4IFglmjTMHQqy0AgINBDqQAgICyINVAiAgIDcPREBuFaBtFlL63L1lDs1sWWtglNmKly6K5kC6IiY1PdoIuNaK27jrecuHIDXwcOFsJEm2cjE5AbhFfWVlZLQUtTXFxRIpCKjJ5xVWFZTMuCCalpacXbOH1FQPGWnRUkRJFHD00cNP3rtwXcO3j588YdsNNBQJ1EyZnlvy517w7eP6cjEUOIP0SosBS40KCllhLnZqrMm4odx/FTxActujSgZWnyA8i+YcMpDBJOPP4hmhLlBesNnCas4YsF72LRxvOdfE24H0uyjnHLySG7pjmECqhP+N0d0YdTbUFZNWnjC5AC2QE+9UotR1pNFIPwokILyEYUUmhiIlMhQNOExELLEvWlfTDKHRxIaXWnSRkOhDkupco/yemOnrTL9WWVEy+bPLsUxIoMuHTSpEsTLBg2srZ9p07YenTbx2VLlCLkqUL6XbbbU5turJYtySxya7cKkIUgyEt4i2IxicKAIBNVtuNnXpFIa68ADUIkgti+80YYGYWT+cK6OkVExWMpTQPFRFp20RiJDJrxJp2122RKLjplXLj2qj2gF0eYFkQpVgWBpeo7b21lLUC5AssIBZw5Kl0w65fEirh0wXclyBsuwyWLl3Ltlh27cF2SwO3bt2yDLpkWXYAyyDDIbN2+WdSjuh1RmU9qkg+0V7isHVWGjKGHYwBHvo2NjY2rVqq57/ubO9g0VzTkTvBtG0eH4l0kSXhMnDuoLT06TmVaFmlkxFy6fWo+migFyrCmtwJGELqUNwS1EyapOFaVCjDrK6jnIffRKbWBmB3a28p097z3T2mTwkep/Ji8mfEEab0oVk+WMRvJ6NzBZt82grztywX+U0FU+LnDkFRqTJl0iMEgu/eunCWvJcSQ2gd+KqUmLqYpIi2mkFhGWCBxKV0hVJl1BMVUxQLvCh9NUiBt2+KHiB4o+elThM06elzJd68cvnbbttpkaJe8U3depjcQ6mB3qW6tA+901vT7f4e5CAworEOQBDiwpODK7CcWIRZ+ybiHT1EJtly2lqjD5hflAvsJZ0kqJ/wAnw/EBBStubr3/AB1lvSP9TKf/APwq6cNpht9hvsJc7r+XLiXsvXCTNPWzNNJFmUco2ReqROECak9eppKaE0CSa9YUHENOFBh64hWFXD0quzIXSr1ISHpFHIxLEsP0f5Pb6kxIveba5N4rJyT59XmDqolNG0Hyal5EhphWTIHmdNKLZMLjL+MXqX8nn4tQYLGDokdkyaCUT1COVMugJwu4XJrZ5SQ7UO5P3J8xkKYz/elb0p+rTT1zTTVgmLA0DTFB0pHJLnFJ06eJ0cxynPHTCe4nA4T2CZSDYNKEyqFIVCKpqamppGNCJAhLhSpMNyHLzePQbpGPRVvMpqr0eTlnDHahNKGIKjMu5bj2T0FxGlpgl4Ni84UdkiCSfPH3BlfLy2TkwuVliWUGYeevCii2oQtCsyGxsbKUbGxsbKVj8VvfIw0ut2ulnHVwEQ/HuW3PC9fxlhwA0FqwDt/OX1BSi1LzPmFrM3+8FOVY8d0ibwqBUiTEIsNnHKZGOm7S4rG5YRxELunxkwKEabTJcFYgeESvyWTJkJzvjjB5ph+2X/omzEMtMQ60QdNsMmVc4UIOO0z2xCr1l+288mDTLTTDDLkGXggLNAeAHbYbaYa20NAck5Xy3lCjyIheD0hxKpHhU1BrMIHyjlTTVVCUnBl0vOYhdHnb5leMxO8PqR2KTaoyZMREoqiofVmzRo+aePPS9HbKdoN1ixVUAwka9KQcDD/k82I3krrnHFtl/oejAALMTiB/scriX+3gCeAO+KjIW5V7tDXto7jzXHBmlvSjNJQnFIqPI/dTRiaQMn4jmY4i1NgdWKHSUVxWowofiFzH0CraU3DisJlUeH0dYQmy7gx2Chd5tCRoJ/xqDqh/1PdXf++JS2likRumob3caXvCYvkvPqZxvThOiS8wleB9Kau+F9AEposMQxFBuJ1wmdNHj71aNAQcIUPQqouCSAsloacGUmMj0bmCCArJkTugn/GoOqH/AFPdXf8AviUtvUYNjU3La27h2Taw+GCGINkYgRGTagHMAwc64VK4WCOzoNo2fCWkEAh+qQd6/ZMZGJGUVO1uKP2JDQ3/AKkpv/fvFm3Ge/70PQmryfV959KeP4ykJrH0UQY4iiCpoS+acuTMYQ2krbIOoOitx5Um8eslvnAsOUtXYMvGHSarrCEvo8Tw8e+SHG/d0jOWW2nncd6V53ThiT5oSwllINYiuN4m+R16IPkRATo2ioTh/wCRYXS1uIVLyINs/wCBUhJPnXlfxRZ5QaR670/fqbq7Ufu9NV0jZMapfnnNKZUrDsNwTC/4EdRcO/La0+VUoy7J/LcVyiQodTe04LP2/jCsrkCgdjstPwbaYZas72RsVtLr21Y7MjIrOqtiW2CjJJDSGAgrnOVVRbh2lmRXK9OysVUlcJfrBiARBU5g5RrX19HeuX4Q9M/TJJydCZo80k6roRmfCJBehaNk+aiLJOPzyaaMvk5hVj5CXI1QoRYU3T8s/PHy8IIKOVeEmQckSHxwQZb4S3hs6t8fqD1IaQt3drTiGU+jaTuu2MCUFrML6VzbcYRKpwS8iRIQojITCi1WiZVNKLL/AOU2Sz1Ah6IEaE1xPNNl4jRlso6fkTXbG6y36u6t047vXShI2c+qX5mzSlpKpPhuNoX/AAI6jIh+RVpwpqZh6S+W4VlEuQ6pdhyYct/GUhXPlGu32WX7TbLTLMfG8r3sm7+1Ab0rdQ6jZRz9+dsmdNMbGledkZfgrnUg/MtOeRxCywwY+b0TS4RYqiPtJycdM+RhJDXn4eR8iLoH7x06b5rj2js9udtZ2boA9s37eYZkF0NhAuRhLYpbIAzpW6I4vOPqwVR0pV+ifVQxQjESkkgEQoknLdVzXSRpSk5on0/y/wBN0iUN+iS9l8nmHBR6oPnRyIIiWFI2+Ul+K4qVHRYoCrEkQKhkwfUTYFyxd35R0QTShBJIkCBXpHlnH3rbPhxttERJvfwbqXUBNSApKSj1U/O2ZszolTYPgeGfwHaj0H5ciNXfAXTk75ZiaT6LD6b8YfCDHxtXVU8g5r2n5l0z5wS78s4+9bZ8ONtvVtNaZQLLW2RIUdGysqwBC9UkCBGXCuB1uBpuK4ZpPXBBOeZ6wBOe+sZipoQTXYAI0bNumWuoA6fNXt+Uyza1+7bXu2zogLiZS34MgItueyYZCmfJj544yDppsfzctY7aVSuH95p+xx69v7DfUt/wORjtCRoV0ab1SYu7x02K8mt71+CWAov0/wAHv4ElGGieSpxuBIeU0N2CfCzqc7pcamA/fJJZ4DhzGTog7iEXrDJ12y5Mgy2zYL1gyhiXUDpO1NSIg08hpkXTnkFN6VcLqMTmT5KHCEQx/AK/CqMcXziUmLSmVRiygql3ymYTkdVPOSbD54VTjr9lgu8h+05aeN/Zp+kXKnTTDEc7p9Bl7KqBUSXaDHbCdqxjSZhRFQSTBEkrPiConwxBC0veTYZbfA+SktKevBFoCLtijvbivpO0KzJeZOhKzZZ0OI3AYJR0yjOGOHedK6bTRaKhrSt0gaLqqww4QJGJW36xnFRNTH1UKklt0DF2juDZcRlKCc8H7wtI0AaqTMilFUjuPJnLESBFkbzOmpLpciJ66iGKIxnunwQpQwRTl04weOGVFtBLPikOP0pyW+nqsLadF/TenQzoZ3Iu9A0xaq5SKUAxZp2n+lbvx5CMTIEZQJEKMedm5gTChqMYhjaMCqwilVQmomIjJRa/fKpsqrPir8yVZbCamGNytLodEE7tMcz5xxfMCdeombR3UrMjVIwlF0OKiWpZ4oE1hFmNBkOkVFl2gpsOqBMXTpEcrTBlSIq0SuvlVM+W3bCY8JDb8yJS8OykijWjo3guWBAqlp8RajpXSaj59qriIknGSzRswEFxqZVZIJS+ukizZc2tJrRYunvzr80VRjDbp2y3zHZ70AXFZg1lLa4EtO1vCzQuJmQW2gqS6QuITMqCdhetzKsBFxnbE1xQ04CTAVi6mGGBswpgAya/Br7VNEEmNNyHqln1oM02zl1gT+R5fwxLeWEc6cJaxPOGcGoqMoWRk6HYDVHsRQaoRoYZhs0JUlEjw88fKCGgo7CKVdtrD1ESTf1d3JuiZH6d9M0Qo2qGTEhprTj1BxMQnFqGQ1yVcvFiUcNRUXbV1GF5dwDARhBfwND8ISlLxGtJiJ8hpJYn8qKS+fSxKoxpKTU7R+pHQxvXIw3jDnWjKiJ931MmEpUQcECaXYN1UKeod+1KgoroqO7jaPmISlNBaLDxaacUrTpcYORIxEK2WYQjSYVJEk54jortGyjUHIrf1amNM86JExbMXdmSsWJmJ6FDKfF8jFfVWgKzqDTxg+zMhGUVmNIRjZpPbiNHBPQSr9GQxNimKEQuxPp5hsiad7R+Ve42z3GKK62lFtQHyGJ2aYLXPsrM4UnezCsx9hEW8qhirOS5lR1cKAaxbGZ4sOCiuTZM6QdKe8t14OpqyQ0wafpSbvLQ1GplJRIrlTJKXEujWsvUoimnD888GIIRhhGPr0jJYmS5J4wT+OP0GKzvxd42wtEYlMuYVzSWZ6Xadrr+Eim5uTTjCSUsHcvNJzEezWl6qF0WPIIhYxIOOC6wswWqGESJAJxUyTevC0PvCqEqKTSoYKu0km9VGydN5yLkjv4NN8opfyNk/De5NhOW8s4cIwzC6KVDXK007JlGWm355QNCyy9UltYPPTSwvLBrtnVhaPH1Q68emzb541najuoIwmlNne+H5yxtB6bKneOwnp4QIDMwAfX1OO4EVJOwOpJZ5bitEXIaREJ2wVjFpHV0RNSYnX3a2klDJVWMor18DI0FpiLbJZbpOka5cxL0aEnZ7yqozEW1JW2NCJk5kmrM6ywNwdHgVEAbGwAvWGYmRmzAFiMx1SoyUCob9QknZEnt2rHSrpr3KUzIalxBkhzMcQVrpm+u6ZZRag08IQRnESIU+1cC0Xfhti35VaTHMXqaclOE9iI046+JI8NFk4+WT3Np/QLHcUTQ0M6OJjxwqmF2M470vSGi2LFw20LZtaiRflhDCmtq5xsREWzampGTJ403hp+/eNAAAIAEQ0baCd85PXTPEOi2b+rvRvBkkCsrDEtU6Y8pJeTYOzynEjoqG2kQzD82wiRtKgyCUSJGSiSWmCel24UlEykNqqc4LKbB0w0bmh0fSdiTTzpU06SEi9UQ1uJZKyYlzKpWWobE+KGsGIAhZMhZhVTgUypM+7cqLhLdHGnBks7bLvXzxwAvGHbL1vXZrbrdLYHRTZVTiW0gxq0wFt7gCYZpJkwxFUvOrWwMSswuEjC1xjhKjMl8pJAkKABvAOQ6O22ggNC0kExaEagy+Z9jBh6wz4MgAB021fnG2200uJUiUcCAg07cs9sKUo8a894HsbaaDh3cu6uWv28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lnH3rbPhxtscs4+9bZ8ONtjlnH3rbPhxtspRyzj71tnw422OWcfets+HG2xyzj71tnw422OWcfets+HG2ylHLOPvW2fDjbY5Zx962z4cbbHLOPvW2fDjbY5Zx962z4cbbKUcs4+9bZ8ONtjY5Zx962z4cbbGylNrjOOTXT1c55d3IrjOOTXT1c55d3Ja4zi9hz4e7u5FcZxew58Pd3clKSuM45NdPVznl3ciuM45NdPVznl3clrjOL2HPh7u7kVxnF7Dnw93dyUpK4zjk109XOeXdyK4zjk109XOeXdyWuM4vYc+Hu7uRXGcXsOfD3d3JSoTt7Hu252a8p1buaZEp4sldDSLpAn2dmpMYpMRYi5KVF1AMxZJteYJQU5hqB4sKKCwBSXiy6bLrp2HCQGDSYyyfF0+NvSU2FcZ5+i1wp6uc2t7lrjOL2HPh7u7kVxnF7Dnw93dyottVe44nFdKl88iUUIIG7ICrFyyqp0ScP9sZM8c6hS3Ie7enVu0ZHT1llO+LJXxcuTP1ArE2EI5KtXi5aSScPqMIwnD7gkrPougeCDjhZYNoRt68LkiJ8kyXel2mVFt629dOZqagFK1sP5LXGg/0vNOFh6hWzq4zXs/kjkKepz7gD8nklrdWQyzypX6AfmC/o8lq2lpFtqCFQQJMkCZzMEnfR3LsXbVtYy3RTK4Aa5EBHsD0p9DNhpx8bNARtm4dn0Bza/oZv0Hpt6VD6g+jkB7ICI+ZbI3t3bNEcXxSvmgFQGnNjrm3HFNtDE5eePDfUD2cY004dw7+dNARqyN+AeiIDUKX9AL/fs7QkbsDdpzv0TawN51qCmhF0q4ig/WvO57MyWKXASxGCnEkPojc0J3RsBSPCkQwLC6WmqoJczEQuLmH1iJyfx8mquvj3xdyTNHpt6jbp6oeiNPUtwtbvtb1AQt0G9GRzbkxTwH28smtq723YHFaLFM4ALKVMjfkakOVV1BEOAGy3Bgw7MwKaAiNM3ZoPmj05OwtQbYDryaA+iIAPIfNHj2f3POcX51qFH362EPo86epYbhe3G1tkryvavoh6o19EOAiHCt7AIBtsMuI5+G/CTvnwjMCa0ytKZEQsNh6XHzA4hzAPVvaEXee7tSd2tfV/uxdQUsYulXD0IaKZ3u5mzOS48WIvTIkiFDYmfI+NhJwGUh6BYnS1JV+S5aLhcHEQLELk/j5tKd/H/iz42aIze8q3qACFWQzan0PALd9tm19ER429EOnqW6/+btS6i3kwN9mVbIwQUZHH5v6Sg8DmKujtbbEmsEaTkwIOXYaZWo3rdn8nuAfoB0zniHKvfvDd0Rql1N7wSVWv7S1q+hXTLMeUkl06VcLHFSWgx2sJ5341NYsvrLhhSbMQ48LrEMTTUUJkoeRjb0t2X5xw9YMNFXpawlXnwG1WAxaluxbnbPO2yccBelfNZ9v87HlW9L8A2rctJdULcBIDK4wsyMGUypDLDAjUQRnB3Clu41tsSRJBUyAwIOogggzppVcH9L43+Fv5NZC9BCw/oXJc3xb/ABKeHP7EDd8b/Ebfp1cMVuNP0LkueFP9Ctq9eVB2sfX5Y9UOn7ncfvz2L1rS/wC9DhT9zt0+rjtT6rbMDHtMkx/sraMuH5/j2Vp9Yf8ARtf3G1/kVxNoRk7q4klKGIIV1nanyWrKaShMZYiBDmMnwEiS8cI0BG4ahBOSoLaREFNTSZh4mxAlROuNKb5y8NPwiRkq2+FyScO3XamKCGB6Dm2fNAA9o888PX2f2of/AHPw/NsnClP7UK+Pk/s26UhECgswUCMTszbhmzSxidSTO7lizFiWMSTJgBR3AAAdwryxSlRr0t9HNGaW5D3XC4cU7xjTdGur3RFqM00y5VoXQo3nDALcKw4rxqbVk6FSCg0spCiD5bOoKFEauWJg4IPWO2RQ1F/5Vp2z8XFgWm3fbdLY/tb/AP2vY9n9r3fudv7/AF2l4dXQiQyFTBIJDiCAYyyOvZzgrFWVhqpDDtBke2uMt3vp3jLSZoq03ab5gqsMrcaydlmkQZEitBptVPwsfUyD809fGEQ4uIkPKxki2yYYB28UERMMCLLQNlWKdoeyQGthDNOF/o0p5o9ftpWobegWpzDj2eIU/c/q2TFLd1r8KZYrX795AEREUdVFVRrIACgbszHjE1JYsSScySSd8mNPDKI4V53CnHlYaUtT6IcOA+2w1CtJObcz67R3g+pXXho+19wfpniDUOVSUFQTnsnSsdK5WEiKHARMyhHTMSsKyM8A2twImrIGiKWUNugduioGBd/GWX1mAKcvAP8A8n9/tSghgPq7uPY7/vnO9bt3wguBuq4dSlxkZWwxOJSCIDEa1dLj25KxmsEMqsCOruYEHMA6c99Vwg3fG/w4b6uF/wDcuS4DgH+hTrT2bH6Xzv8AG38mqhj2aW5cj/8A8p1C3UOe1j0OHPu7vUHmHHiGy2+4d37n1DxDbL6pa/T2nd/9VX9+H7/3vZV/rD/o2u3obeWmnV8+7VMkYamPBsnZXQlOCO3U0pqw1AMKIUx5kl0cuguI9jZLRSROJYvcoZIuXJpDuIVd0bVGE0q4clyQGgLuXbDthkGdpAA2zw4D6vJnr0zw4en3C3/5Pu2LfcO79z6h4ht1KQAAJgAASSTlhGZOZOeZOZIz1rEsSZMTM6aaaARwiMsvZ5BQOuMhj0eHY5fWHTaGTfBbumc+8GcaOXcn4qljC46eNRaVN+MRmSrxWkAqw4RYTGXpCGRheCowE4ttCTe+TLqoIxEe0wLSiwItgxM+FeX1B09Xr97VUApwGvcPTm7HkPj31pdVL1trbiVbDMGNCrAzqM43aA1a27IyuuqzGU6jCe3IgAdleQBcBHpS373PmdQH66UCmxURpw9ndnzfvfjWnrjh9XX95sU6fV/zBp3V20DSYj29nfv85xSTIPCPZHyE1rmbUEvJlyqmXLdyosJD2YEvozgh0rPCrRx2lvIrhxRQWFF4UYeF2jTBET4GWizJgu0/ZdC6B86FryjFZfT7uKN5dpUluSlDp63yqvK2WyeqKq2ShKHtNia9Ti6quGANKx1hpUmIoHBfHTAA9fA0ZaYBoPxbDDIU2tXBwEO/0e6g/rewGQEA/te6n874bYXbNq8yu+LEgKqyXblswxQsJRlkSATPDThdLr2wVUrhYgkMiOJGh6yndIy41W+/St986H/z9qM73/maIergM1jfqFs2HgG2ZS73aW96hiYECxJGO+xi+OoRh+MYYXYqgl9p3Qkt1GMNpK0QPrkLPVNzGT98nO4gS3BpIbPOnL56UYNtGXbl407BkbB/Iaf2v/5P78dgMgIB/a/m8nn752zGy2QZDXsiCJ2naCJyzI6SI7dYg8rfWLkRFv8AuNoH2J+PCMq/EdLibJmijIgAmCr9wyIgIMgL1007AWhZdiIBVq9GBEArRkabU/8ARBumN/ru85YRLKHTHqo3fcMwRFkeH5krROI3My4wOPoqUofhqGDRpyoremgwZLlmkiFEZywSdtsuGHrp8/ZZ8oYeCNw4LXAPFkPzu7bAcApb96AD1v5Pa12zbvG27NcVrYYKUfAwDYMQkCTOEanceyoS69sMoCkPhJVlDAkThIB7e+q3oSO+FB0D9WVu273ABg6Mq8P9LBTF+ffsoSN+FCVr+jL3bdf+82MrY/0sAUtzvTG1kKo5pfh5of8A3P37KAjawZqPmgHL1KY7r9dszsw/s+056/l3P6JOXdGuZnOp6Y/2Oz/ck9uUVrCShCayVJ6VSZPZbhmJZ2J0vINJzeiKCSz8tBq7MsrD6c5jdYhYsZR0Iw4h1QiVhRNIzl+ipD52nPS7LxNJtsiWdbOAa0zUeg+rw7Hf7gtRwCOR7g80OlfoB4APW1NlCtqAFAD8kKVGmfMDmP5Pt26EEQJJgAAkyTmBJJBk5yTGtZEznx4DLs7uGg3ViEfIJuK4EjWF094Xcn4khKI4fIvjgvnZN0bWEc2nF3hptwWMPmC7t8YYbftOXD54y6BoWHL1ujsYpNx/u9Jxbs/R/E+n2eEUy0i+L1mesZzQLKkqlWKlqGnaFEkIS6h8kTMHIvgqCFRlXcm4QUnplwwjPCTBYwSacnn714/dFpiw4c6VGjIdKV8y3L3cFDDNbiPq5C1fo5zgQ9vCjW0a4l0g4rasqwcgHwSCIzPUHISakOwRkH2WKkiN6zGfeahN3tm7ZnZr4mtu9Y6lJFkroZSdJU+Tk05hlpirEXpSitoRiI5TLDBODXUMwLFxZQWALwIrO2nC2bh4kD4ynMgfF29MvCc2DQ2ZCg4v5o5Gg/khxrinXo4OlaCIfRyFr+gFRCo8qXsNNkaG4BcREQrVm/DmxbpYfZsW2ivccA4rpQuZylFCCB2DjnkTQuWVFMQmLDx6xkzxzpgUClhsH5IjcRCv0O/kF+OzqiGa2AAHzBvi4+YHK1aZ47AVGnUfyQwFKj6Gc8+4KbKyI1CvGv0QwFOTIUGtePsCm1qrXgQPghxGQUngdkmfd/JB54INADvyrbt4Wftj2WWQ7D1hkG2xABByDYBnbdu2kTZV2eKvCr2vYfMNB2uwAiw0FOw2yHZ9JhoAaC4VEBARpYM6gxdaUiIpp0eyrJLLBcyy20HbMuGQBlwedgNG2mHjHYZet0s985oQB6wA/Oeldn6O90yjqXYk7hcUQf5QGITqcUaV7OwXsdvoyetb05odPA9U8Bh41mmxsbG3lV30bfgVUpMXUxSRFtNILCMsEDiUrpCqTLqCYqpigXeFD6apEDbt8UPEDxR89KnCZp09LmS7145fO23bbTI/v2NlKgi0t/B3N3npN1pRDrSgCHIrW11hTPRDKOUUXm0FXlJIiKVU2wcMRNACQygOFsyqoLbL4vLwYkXFctATg8YOJhcxEKdCy9Dc7uxsbKUbGxsbKUbGxtjcUroIKW2+dstPT5toSaa5YZBtps49dti6baYEQq5ciz5R7ag+a6qDT1kdgBJgCScgBqTwpprWEROd+VImclGBForD7hpt72WhF00onGWBBkQZYoLbhwAXFtvybfbYAHbXlQa8K4zjk109XOeXdy/EnlmyzkRfttPjZl68NHX7TPnPjZhryj5toQZ87zhFkBtUArS9A/dXGcXsOfD3d3L63Ydn+r7OqH7bde5yZgMv7UAL2gnfXz+1XumvMw+yOqn6o395JPYQN1YpHcKEo+giMYEUzBsmnRrCkQwkoGyIOwOlSURpBtHNmSYmHD5wBtw4OvHpfy7l658swx5R08Y7TG0TZTdPo0lN09PbdrabY9VFpqYkBzbRINjKeCgWcslYime/fnm24mUYDgtkXCKROmGmGHqXCR087KgHaLHHwC0Mx9cZxew58Pd3ciuM4vYc+Hu7uXQ1tHMsJOBkneFeMQHbA8BWKuyiAcsSvG4sswT2SfGuBt39pFVdNOgGQuj+epeXkxlSXUvTMGR2WSixuLJcRKJiI1lYacly0Yw0iGVdLacKJdl46WYbJC0/dPAEq0www9a3T+g60iW/Uraccf1DZZ9P9C2c8u7l0hXGcXsOfD3d3IrjOL2HPh7u7kW2iqqBQQihVkAkBQAMzyFC7FmaSCxLGDGZMnTnXN/6DrSJb9Stpxx/UNln0/0LZzy7uR+g60iW/Uraccf1DZZ9P9C2c8u7l0hXGcXsOfD3d3IrjOL2HPh7u7lOBP0V/kj5VGJv0m8T53DwrQqDpZ0wwqtJcSQxpxkPDkRIh0upoq8gyfl+jrSQpFHjL0qoJionw4WPJ54s9ZB6XNFH7l+5eMg27bZaABDfNcZxya6ernPLu5LXGcXsOfD3d3IrjOL2HPh7u7lIAGgA7AB7qEk6kntM00RAQoIVAQEBAWREBAaAICAs0wI2HPLlrZXSHhEwLTsGhKvRFpy2ID5laCLpsRAKNMVHsiNO2wANZBsGdl1xnF7Dnw93dy83jDt8wLt6wDbDQUaZaZEQH+1yGQEKCA3C9KTUVqHyLX39nv8Aq76HkWvv7Pf9XfTOjEPMCItFXnZDPk3oNWHky8ZYERDl2mahxaHh88UM6A2cAPUHjunsr2R8QDu2UrFfItff2e/6u+h5Fr7+z3/V30yn5EO//G//AOEdZ8dj5EO//G//AOEdZ8dlKxbyLX39nv8Aq76HkWvv7Pf9XfTKfkQ7/wDG/wD+EdZ8dj5EO/8Axv8A/hHWfHZSsW8i19/Z7/q76HkWvv7Pf9XfTKfkQ7/8b/8A4R1nx2PkQ7/8b/8A4R1nx2UrFvItff2e/wCrvoeRa+/s9/1d9MrZQjoiAC5ZY9ZptgQD/YA0P1ezb6hWH3LtoGzTXlRC/k2GWmXdQp6TQsg00HQAY61ARDZSvhICQ2/fsHH7IgXctA27AWRo+esiAsgFhqw7HzmhGzTQAxfz+zn9cZxya6ernPLu5IyDLIMsss9llkKAyyyIAABSgAAMgAAHSgdOTq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FcZxya6ernPLu5LXGcXsOfD3d3IrjOL2HPh7u7kpSVxnHJrp6uc8u7kVxnHJrp6uc8u7ktcZxew58Pd3ciuM4vYc+Hu7uSlJXGccmunq5zy7uRXGccmunq5zy7uS1xnF7Dnw93dyK4zi9hz4e7u5KUlcZxya6ernPLu5Gy1xnF7Dnw93dyNlKTzeX9qPu2PN5f2o+7Y838n+1H3bHm/k/2o+7ZSjzeX9qPu2PN5f2o+7Y838n+1H3bHm/k/2o+7ZSjzeX9qPu2PN5f2o+7Y838n+1H3bHm/k/2o+7ZSjzeX9qPu2PN5f2o+7Y838n+1H3bHm/k/2o+7ZSkoHLj+Twt6n1fXySgWtj1eFvU+q3fyd5v5P9qPu2PN/J/tR92ylNp0+r/mfemdinTPTlTP4vuz+bZ3m8v7UfdsUZ5D/sR92ylMp06+j3Z/F5D74stAvUP7XjwH0A/P3bLRm1ht0H67f3M22UAZD6P9qI/aGylNEA5cq+bx5+gPTl3bFLhYevm24epn7gOzvN5f2o+7YozyHNfRH3Y6Y2UplKUsNgpgMWuP4vp/c2Ker9XKmPMt/f8Aa+jPL+1H3dPvUdkozULDbo17r/eteClNoHLID9HOK1/F93u5HZxaoh6vdX6AAH3oGzqM8ht0a6Zt9WO6uxRm1ht0HNul8f3L7KUygVxYQ/JpWtAuPY+oADPPZOyFKUCoXDzQ6XEOxx6iFa3C23pRm1ht0a6er39Ol7FGbWG3Rrp6vf06XspXlQKANAt6oXC2aM8K3qPOobJQLDQMfkh0uPmhxG9R9lL7eoAyFPNx0a6er32x0vY7LNrD4NdL44Xp/dspXl2QsIAGA+iHDs583rf7jsggFqB32DFgqPm8a3uHszt7dlmwdnHRrp04Utw8bAMs8hH2D09UKhm2PG0z+OokCI7Igad80rxoAgFACv70Arjj2fzBx412AAOIB4V5U+iH3rXp7AyyHAfAenq3xT+/ZOwzYezfnQb49XvxT3AciDzjty5jLLxpXlTFgHvCg8OTP93PKuyUDkHh3eqHX6/Z7gyyFLDboPT1Qxege+ydhi3m49Ub4z5vfy+uyeXhlw5cvEz2q8qBTAf7Hu6fm52zsdkPuyH/ALP39g7eoMshS2Brgenq9PvWygyyFLDboPS3o4t962ilePZD7gz/AOzsAAcq97IdOgc/t5DT2Blm1ht0Hpb0cWx77HZZtYbDXA9PVxb6vBPmB53eZNK8aByDw7vV7/r9iU6B4d3qfeo8re3YYt5uBr6I9PVxn7jZQZZClGaewb4z5t+PTuraQY3T29oPw9tK8QAOVah+SHT1QEPq49dgGQEeABbgHT1Ov22tTb27LNqgNug9PV6fetgGWQpRmnsG+M+b0H7jYDE8co5R+wdu/mrxpWgAAcvRpy5Mj962rWi0C1A5cAvWla+b9Xf37eoMshwHwHp6ocvsr0Oyza1adB6V+j0Hp42ToOEnt7c+W6leVAoAUAR/ehevZH8gB7sDSuM7L2QsAAA/60KiFhEfQrzpxpUKcdvSjNrDbo10r9HpjHjYozaw26NdK/R6Yx42ilMoAiFAxQagyHTNGPqEAtWmwABmgY/JAOWfMEAGtKBal852eAByHwa6erfj08bKAM2sNujXTNu/p0vZSmAyAAAUCo8BZ7q2Fiw0zfmNB2WgZp/a86Z/F5sGzqM2sNujXTNvqx42KM2sPg106X+oOl7KU0AsFuGOzTl+52GuwAV4CFw4X4ep9VuOzqM8h8Gh5dPv7R2KM2sNg/JHpm1/v7FKSnTFgtwt+57FADhgKAPZ7vU4+HQLUdRnkP8AsR92x5vL+1H3bKUgAHK1Mdn6rMB9Q7JQOV+FvH+d7O838n+1H3bJRn8n6munT6veOylJTFhx+T9v4vPhxtsAHTh+T/8Akw+z2cnUZ/J/tR931e/Yozy/tR92ylNoHLAUDze6v0OnX2bfhMODLkw4VEt58XUyVBdNUEHZp0FBbKGgAGe26egAs0aaoHaG7Fe0z9CjPL+1H3bHm8v7UfdtndtJettbuDErDPiDuIO4g5g/Cr23a24dDDA+PEHiDoRWfQ5EpSIC7fZYaKqBWjB9PejR6XeWAWmK0F6XaaqDt6AAOAbZYasOSbaNMkRbfMnCRkwnKLpkWXRwq027bEBFkfJvwY7PlnQ9kAaYaGgsiLI1ZEWRypLjoS/ZKxQ5Am9FvsOVQq5eNpr9kOyDIvgBp4+LPm2hvV35HLY+QYCm3zO1bDe2YkwXtTlcUaDg4H2TzPVO4zkPbsbVbvgCQtzehOvNT+cOWo3iIJ2RsbeBY0WOOmX5R+5MuWwAWXrh4y8YEGmWWw85gRABFhplqg0GjQCIXDb324a6qNjY2NlKNjZjx67cu23r54w6dO2RabePG2WHbDIZabbaEGWWQ4iIgAbYApR8V8o2Uh8s0smmbNGKi6TXA2DtNvxAGn9K17LkAZbD0HwjbayqzsFRSzHIKoJJ7AM6hmCgsxCgZkkwB2k1lS2uEEEm0cPPBCoiwXLuw7Rg0+oIsuXDvLTTQ0AWho7dgINPGmQvtqUBOqp5taWAH4y2DTJEjdtymlhGrLtgOyAC/EKeUeUBoRERao00LLCgWMGzYKawZaUFEAaZdtCyLJUo7FoWgdFHHZBlhlgRGjYh2hERGzQtNNfv838n+1H3be/sHo7oiL18A3BmlvUIf0mOhcbgCQuubRh8jats6QG3aJwHJn0LchvC8ZzbSAJxHm8v7Ufdseby/tR92x5v5P8Aaj7tjzfyf7Ufdt69ef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Hm8v7Ufdseb+T/aj7tjzfyf7UfdspR5vL+1H3bGx5v5P9qPu2NlQSco85j4E+FO5WDHh0DpscrBjw6B02OVgx4dA6bHKwY8OgdNlT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Y5WDHh0DpscrBjw6B02OVgx4dA6bKUcrBjw6B02OVgx4dA6bHKwY8OgdNjlYMeHQOmylHKwY8OgdNjlYMeHQOmxysGPDoHTY5WDHh0DpspRysGPDoHTZrTDLbIstsstMiFGmWgBpkQtYQEKCHeHALbO5WDHh0DpscrBjw6B02Ur5IJDly98unvzaUYqAi9TjLwuAiyDQB2nbI+TFnsttsiyDLICy00yIUaaAfpulSMCoAy6Wyxxln0WT5B12qVAey0+cUeN4EO00Pao0PJnsv5WDHh0DpscrBjw6B025LmwbJdJLWVBOcoSmfGFIBnfIO86510JtW0JkLjEcGhu7rAkDsIr2CJo1Bns9mGmhoIeUFypA3Ua0GjL4HdWahTzKWDtA1evi8WYyMB2W1ZPIgLIstCST2XrQ1G4g0bFsWWqVAGmaUrUA7VGgOVgx4dA6bHKwY8OgdNsh6L2MGSjHkbjR7CD7audu2gj7SjmEWfaCPZXynqX8cbYeqx4+rvGBFpkDpl424dtCAAPknDIssO2RuIsh5o8QGo7fRdOnblhl26du3TDIUBh2yDDLOMMsgAcLjbAbenKwY8OgdNjlYMeHQOm3XbsWbIi1bRJyJUCT2tqe8mud7ty5m7s0aSTA7BoO4UcrBjw6B02OVgx4dA6bHKwY8OgdNjlYMeHQOm2t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bHKwY8OgdNj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ysGPDoHTY5WDHh0DpscrBjw6B02Uo5WDHh0DpscrBjw6B02OVgx4dA6bHKwY8OgdNlKOVgx4dA6bHKwY8OgdNjlYMeHQOmxysGPDoHTZSjlYMeHQOmxscrBjw6B02NlKOVgx4dA6bHKwY8OgdNjY2Uo5WDHh0DpscrBjw6B02NjZSjlYMeHQOmxysGPDoHTY2NlKOVgx4dA6bHKwY8OgdNjY2Uo5WDHh0DpscrBjw6B020zOKfks5GJZQ7HS22yqKz1gtDcHorgViNIqOvnzBZyTh6HS7bJs68emXjsv8ZeiWTnL946dGDrlt67BvTKZCmsjUZQ2qH3WkOVZwKuEwmXLxJPhcItNNUaPGjAOUuAmjDLDp47YLsOV9LeNvHBlyedUaa+r9G+qW17T6PT056X270d6r+rju9u36b9PXL1m1t1y0QL1n0N6P2WxtXpf07ftE4bq+idg2qzszlRt20bIjC5Xp7J6K2narYvsU2XZSSBtO0lktuV+0tlFV720MNCLNt1QwLjIDNdLRpMmXsuSQKEfRtCkGlGmBbdPYkXk1HEwAD2eyUdHjDl6cbFoBZZdFXb1622HYYYaattzSZ16ad3xt6nweqxnM0+4aF2+KS5l3GEQNMPLUdsGXqUQIv+0FGmWyxt86EBDz61AN1QBoR01QKcBbPwO1M+LnjbL45Gs4lB9MeIVAywAAybMO11l4guTTDQeUYfp6ISeMvRB4y0DTDsWOtk9OT0ko5T0ogSTCBdkGC5JPKuCZRwwGGHJYs7duXTIcGWGGQDltjd9OfRh6MJt2Ng9cvW68uR2q9t3or1N9HlhqU2FNh9bNv2mxP72z7f6MvOsPcs2WmyPSX0f6KtCGbbdsfewazsVrnCYNruMNwPSWiRmVU5VG+Gsdt6ANkdJ2tVTcD6JlPkGaeuGwGlBYaexE5aFkcgIsM2pUNgNYShb9R7rjx+1/fWxYP4p8e7wks2Nuf93HqWMh9G6kbi/rf6YLR94ps6KTzCKJ/NGlX+r+i/4A/ftl0n2KB7B2VGoGsFQt+o+1xBb9r++tiwfxTY8MbL+jBULfqPtcWP2v7+3QP4psbSVbGz93HqZ/Fxb/wt9M/5jt8jN9X9GfwFv77u/wCT5nsiNT9GCoW/Ufa4v9z++tjH8U+PDGMbL+jBUP2n2uHH7X99bFg/imx7vCSrY2fu49TP4uLf+Fvpn/MdvkZ1+rejf4E399Xfl2+RnGr+jBULfqPtcWP2v7+3QP4psbAawVC36j7XDj9r++tiwfxTY93hJVsbP3cepn8XFv8Awt9M/wCY7fIzfVvR38Db++rvy8z2RGt+jAUP2n+uDH9QB70sH8U/uxsn6MBQt+o/1w/7QD62LB/FPj3dBpJVsbP3cepn8XFv/C30z/mO3yM6/VfR/wDBH/vm58u3yM41Q1gKFv1H+uEP/qAPrY/0T492OShq/ULfqQNcAW/qAPrYsH8U2PDG0lOxs/dx6mfxcW/8LfTP+Y7fIzfVfR/8Ff8Avm5y5dvj31Gt+i/UP2oGuC3KQD7pj+KYLeGMbAav1C36kDXAFv6gD62LB/FNjwxtJTsbR+7j1N/i4t/4W+mf8zUfVNg/gz/3w/8Ak1GuGr5Qt+pA1v4/qAvrYt/im92MZofovlC36kDW/wD7QL22LB/FNjwxtJRsbP3cepv8XFv/AAt9M/5mo+qbD/Bm/u7/AC7fIzjX/RfqFv1IGt/H9QB9bFg/im8eVMclDV8oW/Ug63gt/UBfWxYP4pseGNpJ9jZ+7j1N/i4t/wCFvpn/ADNR9T2L+wP/AHd/l5nsiNj9F6oW/Uha3v8AaBfWxj+KXHuxsfovlC36kHW9j+oC+tiwfxTePdx2kn2Nn7uPU3+Li3/hb6Z/zNR9T2L+wP8A3Z/l2+RnGwGr1Qt+pB1vBb+oC+tiwfxTY8MbL+i9ULfqQtb2P6gL+3QP4pcbSTbGz93Hqb/Fxb/wt9M/5mn1LY/7C391b5eZ7IjZ/ReqFv1IWt7H9QF/boH8UuNgNXihb9SFrdx/UCfWxb/FN7sYzSSbY2fu49Tf4uLf+Fvpn/M1H1LZP7G/91b5dvkZxs/ovVAP6ELW7jhIF8NMWD+KbHu2A1eqFv1IWt3/AGgX1sW/xTY8Md9JJtjZ+7j1N/i4t/4W+mf8zUfUtl/sbf3RqjaDV4oW/Uha3At/UCfWxYP4pseGNj9F4oftQ9bmOEgn3SwfxTBbwx3bSS7Gz93Hqb/Fxb/wt9M/5mo+o7L+g/8AdD8qjaDV4oW/Uha3At/UCfWxYP4pseGNlDV2oW/Uh63At/UCfWxb/FLj3bSSbG0fu49Tp/8Apc2+z91npnl/7GePjyzj6js36L/yz8u3yM42/wBF2oW/Uia28f1A31sWD+KX70xYaJ+i7UP2oetz/aCfdMfxS48MY2kl2Nn7uPU7+Lm2Oz1s9M8uNk8/HlnH1DZ+D/yvw8z2RG2GrpQt+pE1t4/qBvrYsH8U2Pd4L+i6ULfqRNbWP6gb62LB/FL7sd20kexs/dv6nfxdW/8ACz0x/me3yM31Cx9/+V+Hb5Gcbf6LpQ/aia2+X8oN9bGP4psdengoaulC36kTW0H/ANQN9bH+iXHuxjaSPY2fu39Tv4urf+Fnpj/M9vkZ1/pfZ4v4+fJ7Ijd/RcqFv1IutrH9QN/boH8UuNk/RcqFv1Iutr/aDfWxj+KXHuxtJHsbP3b+p38XVv8Aws9Mf5nt8jN/S+z+k/iPlUboauVC36kXWyFv6gj62Lf4pfvTwP0XKhb9SLrZx/UDfWxYP4pfdjG0kWxtH7t/U7+Lq3/hZ6Y/zNR/S61+k3sqN39FyoW/Ui62f9oN9bFv8UuPDGwGrhQt+pF1s4/qCPrYsH8UuPd4SRbGz92/qd/F1b/ws9Mf5mo/pdb/ALI/gOXnv7Kje/RcKAU/Ui62ccJCPrYt/ilxz7tkDVwoW/Ui62cf1BH1sW/xS+7GM0ki2Nn7t/U/+Lq3/hX6Y/zNR/S1P7K38kfOo3g1cKFv1I2tgLf1BH1sW/xS/endsv6LdQt+pH1sY/qCP7dA/ikxtJBsbP3b+p/8XVv/AAr9Mf5mo/pav9mf+Svn9p5RG9+i4UP2o2tjH9QR90sH8UuPDGyhq3ULfqR9a+P6gr62LB/FJj3eEkGxs/dv6n/xdW/8K/TH+ZqP6WD+zt/IX59vkZxwfotlD9qPrWx/UGe9LB/FL7sbJ+i2ULfqR9a/+0K+tiwfxS493QaSQbGz92/qf/F1b/wr9Mf5mn9LB/CG/ua/PzPZEb4atlC36kfWuH/1BX1sf6Jce7HJQ1aqFv1JGtYLf1BX1sWD+KTHhjaR/Y2fu39T/wCLq3/hX6Y/zNR/Sz/64f8AuaVHB+i2UP2pGtbHCQz7pYP4pAt4Y7tgNWqhb9SRrWC39QV9bFg/ikx4Y2kf2Nn7t/U/+Lq3/hX6Y/zNR/Ss/wAJb+5J8/PtqOH9FqoW/Uka1sf1BX9ugfxSY2P0Wqhb9SRrWx/UFf26B/FJjaR7Y2fu39T/AOLq3/hX6Z/zVR/Stv4U/wDcrdRwhq1ULfqSNauP6gz62LB/FJj3eB+i0ULfqSdav+0O9tiwfxSY8MbSPbGz92/qf/F1b/wr9M/5qo/pU/8AC2/uNv59vkZxwhq1ULfqSNauP6gz62LB/FJj3eAGrRQ/ak61QoH9QZ90sH8Unuxz2ke2Nn7t/U/+Lq3/AIV+mP8AM1H9Kn/hj/3G38/MnlEcX6LRQt+pK1qf7Q762MfxSY592B2P0Wihb9STrUx/UHe2xYP4pPvTaR3Y2geu3qh/F3bP/wDtfpjlws9vjyzj+lNz+Gv/AHC38+3yM44g1aKFv1JWtQLf1B31sWD+KTHhjZf0Wahb9SVrT/2h31sWD+KTHPlTwkc2Nn7tvVD+Ly3/AIV+l/8AM9vkZv6U3f4c3972vn5nsiOP9FmoW/Ula08f1B31sWD+KP3Yxsfos1C36krWnj+oO+tiwfxSePKmOUjmxs/dt6ofxeW/8K/S/wDme3yM4/pRe/h7/wB72uXPt8eWccgaslC36kvWkFv6hD62LB/FJjwxsfoslC36kvWl7JEPrYxWJAt7sbSN7Gz923qh/F5b/wAK/S/+Z7fIzj+lF7/dB/72tcufb48s45A1ZKFv1JetILf1CH1sWD+KTHhjYDVkoW/Ul60gt/UIfWxYP4o8eGNpG9jZ+7b1Q/i8t/4V+l/8z2+RnH9KL/8Aui/97Wfn5nsiOX9FioW/Uma0sf1CH9ugfxR42T9FioftTNaX+0Q+6Y/ijx4YxtI3sbR+7b1Q/i8t/wCFXpf/ADPb51f0n2j/AHRf+9bPz7fIzjl/RYqFv1JmtHH9Qh9bFg/ij+9MWGh+ixULfqTNaWP6hD+3QP4o8bSNbGz923qh/F5b/wAKvTH+aqv9J9p/3Tf+9LHz8z2RHL+ixULfqTNaOP6hD62Lf4o8eGOg0X9FgoftTNaGP6hL7pYP4o/djaRnY2fu29UP4vLf+FXpj/NU/pNtX+6j/wB6WP8AK7fIzjl/RYKFv1JmtHH9Ql9bFv8AFJjwx4KGrBQt+pM1oBb+oS+tiwfxR48MbSM7Gz923qh/F5b/AMKvTH+aqP6TbV/uq/8Aedjl97zPZUc4ar1C36k3Wfj+oS+tiwfxR493gn6K9Qt+pN1of7RL62MfxR492NpGdjZ+7b1Q/i8t/wCFXpj/ADVR/SXa/wDdZ/7y2f8AyqjmDVgoW/Um60At/UJfWxYP4o8eGNlDVeoW/Unaz8f1Cn1sWD+KPHu8JGNjZ+7b1Q/i8t/4VemP81Uf0l2z/dZv7ysf5VR0forlAKfqTtZ+OEin1sW/xR4592yBqvULfqTtZ+P6hT62LB/FHj3eEjGxs/dt6ofxeW/8KvTH+aqP6Sbb/uu/947Py+95nsqOj9FcoW/Un6zv9op9bGP4o8c+7A7L+itULfqT9ZuP6hT62LB/FF7sY2kW2Nn7tvVD+Ly3/hV6Y/zVR/STbv8Adhv7w2f/ACu3yM46P0Vyhb9SdrOx/UKfWxYP4o/Hu47L+itULfqT9Z2P6hT+3QP4osbSLbGz923qj/F7b/wq9Mf5qn9JNu/3Zb+8Nm/yvM9kR0/orVC36k/Wdj+oU/t0D+KLGwGq1Qt+pP1m4/qFPrYsH8UWPd4SLbG0fu19Uf4vrf8AhT6X5cbJ5+RnX+ke3/7tN/zfs3+V2+RnHSGqxQ/an6zQoH9Qt90sH8Ufuxz2P0Vqh+1P1m2DhIt9bFg/ijx7u+ki2xs/dr6pfxfW/wDCn0vy/wDY9vjyp/SL0h/u23/N2zf5fmeyI6Q1WqFv1J+s3H9Qt9bFg/ijx7vBQ1WKFv1KGswLf1C31sWD+KLHhjaRXY2fu19Uv4vrf+FPpf8AzPb5Gcf0i9If7uP/AM3bL/lVHV+isUP2qGszHCRb7pYP4ogt4Y7tj9FYoW/UoazMf1C31sWD+KPx7uO0iuxs/dr6pfxfW/8ACn0v/me3yM4/pF6R/wB3G/5u2X/L7fIzjqHVg8dB2zumHV+muQDzjB6R5p25YC1Raadrr1oGQyIgzYArTkF9bEhnJl0RitSi6XR5815N0Vj6A4rQmmnlqu2jDtMOknPZCrTTZgy5dgAenWgbSK7fkPJ5BUKvSKmSKKJIwyLD8meLOTZV8wOWXpcww8cvGR4stsNB02svrf6j3jh2r1F9KbOhy6T0T64tZvJ97D6U9AelrVyNSmG3iHVFxCcYqfQnpdRNr03s7sPzdq9Eh0Okj+ttu2VlJzhpYCZwtEVz1CMwYFj4p8egiMIZiwqywDTx7Dy0nqolwEQZ7Jl2TfvXpVsGvNadmWHTxhrzWmAasGYcrBjw6B021jHOinTxGpoVglBgy4ilhpp6Ui+U559L9dImGg8404dojLtEfGW2qPG359HOPGngdtpoWmmxa06pQrqykFU0mHnWqeWpW75ONOHMPTrRiQNM1aJmXPlk2Nmi7Lbx42w+Zerik8YduS7ok785n0dn9H+qXrAQnq16ynY/SD5W/QfrhZ2b0NcvuchZ2D0/Z2naPQe0uSQFPpW56vG4xwWrVx8Ktx3m9LejwW9Iejxf2cfa230Q1za1Rcpe/sD20222ozJ+rLt4UDE7KJI6w5WDHh0DpscrBjw6B021LKmdsvJypxo5Biu20pJbxsvEEKrDgUqLoaOOnrTh8UXUF+2Jom27fsNuPjDsTBB6+dvHTg29bdPGWNtbeF6Q9Hbf6J2y/wCj/Sex7TsG3bM2C/su12XsX7TEBhit3FVgGUh0YAq6MroWVgT0bPtFjarKbRs163fs3BKXbTq6MJgwykiQQQw1VgVIBBFHKwY8OgdNjlYMeHQOmxsbcVbUcrBjw6B02OVgx4dA6bGxspRysGPDoHTY5WDHh0DpsbGylHKwY8OgdNjY2NlKNjY2NlKNjY2NlKNjY2NlKNuVp4z6XUCJEmSEj0IvMDUJGBYX6ciPGxGHpfoTfZZfRzMI66EGU1IJMPGX5Ug8eOjSk0LhhgA+NEHKh9zUfOo9KiHEZBgpM+c85pnqgQhKSEGHYvxUYhMi6dv1pTdstsC5h2GXBhhSWDTxp24ZD4sXMPyrgy9OFtpaZNOCXIOGVE0qqbUaTdjsyyvTYmWfBp6pxTEL7tPWyhR8+YZfFIZSHj16WRExhlw6Yd+UOPC7o0bfMs/Z+jtn9E+rPoW165es2yJ6RO13b9n1Q9WbxuW7Pp/bNkcW9q9K+lmtNbvJ6seir5Fm+li5av8Apv0ireitlvWrWzeldp2P3vRmwWltD0htqdJaLMux7K0gbXcQw9y6QQw2Sy2TYSGv3QbKMAl5k+FILSbDsqlR9MuPlk1Nyf66VdhEs0onYAw8INCwINI8CJb1kSsJw+UYbEoXdkHTk6YKs+TevXBFpwlk+uNjY2/LvT/rF6Z9Z/SNz0r6c267t22OiWkLBLWz7LstoYdn2HYNksrb2X0f6P2W3FrZNg2OzY2TZrQFuxZRABXfev3b747rYjAVQAFREUQtu2igJbtoMktoqooyUAUbGxsbeLWV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fGXYhRoaJNKC2fcECwVBgXrQi9ftgFfJFnDANPjD0Qv5Nyw20AecIAyAiEgEkAAknIACSTwAGtQSACSQAMySYAHEk6V9nY25ciPUEZbbeOIWSXbl0FWWVBXq9fN3EO26IuHjLt0IUqwL4y/qAh23LIgLI6pPzRj5QaaafRMfcg0NmCHkU5lkODLPxF04aoAWq0002OWmmhERHqTY7rZnCnaZPgJ9pnjFcz7ZZUwMT81AjxJHsBFd87G0eTuO41dtdtmLYjEQGtHiyoPWf9g9MNsCHQWabZYkzoj1MbY8spOFZwyIVcKZRy87QcQ+MFmSxuohgWjDQAIAPZGrQNWOxXBoyHlmPgR7RVBtts6q455H4g+w13DsbaPhOeUOrTbomuOhh482IMMvnr0H6U9bGwf4L7LtsqLWaGnTLlgBBkTTQ0ru5hth4yy2w0y2w2yy2w2w0DTLbDQALLTLQCINMtAICy0AiAgICA025XtvbMOpU7p0PYRIPca6kuJcGJGDDfxHIjUd9cuzw0wQ/M1RdTCglWMytniilngQ9MmHGQcPDrQMsgykxomu2QLRQhGmGAKmGDzt6ccFxB26evibL5NNavk5OtaWohVJOTjRXEDT1hQuD4+jsNiCFHKMwDQOoygQ28aFlQSjbDtp8ZJMNvDKe0D5lsB+LHXRHvTbnXUVp/TZ4Q6QMpqi1CM04KMNLcsZhkgadqMNrroWXrJU09cstPjUPKrbp0XWE9th+7ad9g27LvDJZ0w3+l+rXrdsm37Ls/qr66X3ueiVUbP6D9YWR9o9I+qN1ieiUMoa/t3qy9xj9f9DEudjV7npD0Otra1v7N6Q+Z9K+hrtq5d9K+hbarthJubb6PBW3s3pdQBiJmLdj0kFEWNs6ovELY2wtaKXNnyrY20JIKbh2ZaArIsXp3zdmzLpSahWaELNuxc/EF4sL1hyrpztptsXqDELlw2fSTLtt44aD4w4cPjLku7NmN97ZelvRW2+hPSO1ei/SFtbe1bJcCPgdbtm6jot2xtOzXklNo2Ta7Fy1tOybTbLWtp2a7av2ma3cVjhsm1Wdt2e1tVhi1q6sjEpV0YErctXUPWt3rVxWtXrbAPbuI6MAykUbGxsbedXRRsbGxspRsbGxspRsbGxspRsbGxspRt+c2bLECpk8dMOShMmXfGzZow8ZclyxYu7afPzD962LLDpy5dMNvHrxsQZYYZaaaEAAR2/Rtx/rSX1xuWSHKKDzTRWNNQ0bw9JxGfuu2LwilRIZrFqq9ZYbdD8nlYecnCSg8F4yDlypg8EaAIh7nq16Ff1i9P+ivQq3l2VPSG2W7W07ZcBNrYNiSb23+kLwEnoPR+w29o22/AJ6Kw5AJyrq2HZW23bNn2VWw9PdVGciRbtzNy6w/RtWw1xvuqa9NIMPmJ3zDjTWZFhUwBBXeKcvNPCUdZfsMIMsEY6/IqsWOyRhmhZYjhUcmW3j9mj8sUZUijp69TlByyzI5tjUGwkhwFCUNQTDJRkjD8JoSXDyMUZBirlOSCbkiVB40ww7ZeP2nTllsw+7DLT9+08fNh222h2yXb5j139ZV9afWHavSGzWn2T0RsyWvRXq76Odgf6Wer3o5Ts/orYjHVN8bOo2jb7ygfW/SW0bbttwG9tNxj9NtN1bt38mpSxaVbGzWj/tWz2hhtIYyLYRiuN+fdZ7h6zE0bGxsbfJVz0bGxsbKUbG3LMQ619LsKr65C8QTbSU1ehtXUkFbTniLFb14QV0c6/T1Ik29LID4u9bKnC75w08cPnrltp2LTp48YFloY7ZWbwZbfapo1KTFnGUDTm7WZgswm29g5IcFhS3SiZZgkWDqPCLuMHjIkQceTaPv2n70KNKQtvRaEVKm42Nue5d6q9P82YmcQbLyZCbEsSmipw64SiyVERR68KkHXlzb0HykjkioA5dee0y0/BtoLMMtDbbh+C9TE7lbeIKUi1CNvjEqy8RxuQcwt824RddgokQAtLac6+W3CC7iNr4uplC5ryjSu09feT8i/bel223TSlSybGxtqWb08pXSKh9iIpnRWRh4qZaeu0wiIPTq2tmHLLIvC6MjE2Hygfadi8csmH7twBMj5Zy8PmSrl4y82UrbWxtEevb3KWRU227hqU8cLJNlvssmlhWQofevGAaoLxkqUGIgABZ85hlswy0ICANg7GtNkS03oun+NFMqjxYQiqWRk28YdOlRfLE1SGWHrxoGHbswrI5h+dJg00Ids0dRiyeXYq9NHXDplpsFKko2NvyED5FVIk1NLOlFJNUCzg6QUCBlycIniZl2y+LGyZsu28cGSxhy2w9cP3Lxt09dtstu22mWgEf17KUbG2hp3alJSaefmx+FNdPIvzv+WvkL4khq618Z+b/yT8p+V+Sihr4t5H5bTux5fseW8q35LteSednd5E6XUiJNRKNi8Knypc6WbaYaYabLmnLD9y2LDYA2wLTt4yIsNgDTIjRoAEBDZSv1bG3HWuSdMcyFkkzHcvTCcWiAYyQEQXqonOlMr8RUC6q9Ms/FnrTDHlBaKOew8rVgAaAA84dthaVZjRNNuQEuJiRi9Jv4liZOVTKo9IFGCJRt6TiNZTHIuSjtpphyAFSTgGgZaEGmwaby0IbKV0HsbcMa2NWURaWCMuzcPwmixU1GpuJy5phZOnibJJlBcoT1y0XEkFXgmBVngPAeWZByx2fSa27FhBaexJCcLxE/cOyz9fh1EWnxZ00026LvVVNLHnjh00357Tt02/F2w035zTLIC1cR2UrItjY2NlKNjY2NlKNjbDpiRZ8wZfx1HXyf8rfMuDoniz5L+NfEPlL5uIh5Y+T/AI98WOfE/jnxP4v8a+Jmvi/lPLfFn/Y8k1zlpE1WfoqkCMVz5hfMP5pLCck/FfnR86PlD5QJPTnxjy/zdh34p5HyXk/JeRM+U7Xb8oxTsipXX2xt8iIDT8igrZ0q88kZJpCkaLveyw35N+XJPnrl52HjLbtvsPGGWuy8YaYapRplpkRAYy92/qOnNPs9N5zNmMvnW7hcpA71CZ+b0KoXxFtYfRWyotVhpDRmjPxhlMJBQ4JgHPkKuAdC8fC8UqUvY2waZsRRBCMvI1iiFIeMRbEyBDSurIMMFCx04ZX1UiTevySU4Kprp8oGHp1+ww4Yck3Lwy8abBl0w02IBtEdGG8m1JS9dkHsfaYGoHdKjZh2mPYwTY8hl2ovCjLlo07INrScSZONlmTDhowyXF405ZfOReAyDxgWlKmq2NofymuzWSoFCp8houiw6ROl3JskdKQZNMyUNlDLtl8XNFTDlDbcmC5hy2w9cvnTbbt67bZeO2mmWgEcMJ7zLUOoxW/gNP00uD8cFnpsuZgwmTjg1FZd+QdNvzzl/Drgi2runpJw7ePjbt4TZbLOnbbx8ywwy00ClTZ7G3NWl+bM1JvwYvL02pUKsolxNid8kJyErJERoz9RSWEpLOsK7svEpMkceumzhw2TB84dtFhbJtsA2L1h6yzmU6p9Sx0/w06ieZkQMpJc69elkZLKuHh9dXzjhhh4+Ko6Y4/GmBcsvHQmjT5ounEfLl/jx0sBhyLxStx7G3GckdeEgJ7xK7g2HFKIIZio408ZR0WN0sokPl5p0w28eO0g4mqi0lvjQO2BeO08wfLKJhjtCVKP/JP/ACWc6s50r+n+Si9M2GUpHWVdJVIeIuSC6ydaTnjtYVyyc/begnmyRntunT9pt12DDLPlAZ7YNM1ZFSuk9jaLibOsSaqXoplbqGhovDSBGsbxo7RVMmwmPVNELp7JiPSrbsmVUzZh+w8eDDSe+F69MvW2W2n7LFHbYMs9xaeI2XZkSQlhHkTvCz2IIqhFLWVd6TLMlCrZ007Fp804LMC0w4diIea7ZEQZ4bKVuXY2NuaFDWNphSj51LUZzweUUE02ZIHir1+dB6WOE3zZcyXeABIQB45fu23bYAIh2mRoIhfZSul9jbnWHtWum+K11IhmHJvQmrry8oFUpHSyj840ZUFE6+ZcFCjgGybDIvX75th2wDTTIdpoKiAX25m1d6rpoSPnpJ6XUGOIWew/HRVCfLba0kmzygy2pRg/QjHxEy4VCTpwyBJ2yLsHhd+LL+rwRaZHsApUkextFXvCdSM6ZHR1KNGlbGfzXTYoTFUwulvm7Ci38efFlhNKuG/LREhK78t2HBh677JN6XZa7fabZabZZaZlU2Uo2No6Nd+ruZOl9QlmVgBEgdXdxmTiswqNRgmryg24bQn0PuygEBRYlh9l0y8ZVTAmQMMmhbFhz5JpyDLYPJCk0y2cTk849Bhl6aJFTLxl2Agwy2/cO3rYMA0000DANNCDINNNCAUAWhG4qV+3Y2jd0+6rZoTO1ezokdEjiFmILgEzNB0hPU1JNlVtpmD5gJ0MpPx889VDLgwLSaaeibF2SceWM9l6wDpkBdjhsm9SM6Yr15zHkuvxn8flogqcxi6TDXzdhQr8UcoL4GUlj5YJIRZff/FGbdoyqvmn+TLT4b7KVKpsbG3wYqWHkPQvEi+5csGHyGgrCw6LvWmmHb94mJ5k67cvGmPOZYetOAYbaZ84GWhELgGylfe2NoVIP3lGpGYbB95AGmEY4dpTRZhUbg9OjyJmE1s4D9omwfaRU86yTaNMljIlmTAuxfgXfi6BsHTzs5n+jg1qftJI0/8AEWbH/vDspUvGxtC/Fu8Y1PwCmuViOtKZyCkgyddppdVi1FmFDiaYUXzgyacp7k8sJhMq9OvSxM2YdlWHrT944KmXzLsXbh60zKZI+YJya0o5fTHUU8qknoyhoguGk0k9evipN8bZaFpw4ev/AMc8dsdnzWnnnDx2UramxtrWak3pdSVhd7GEy4mJQ0iMvgKFm37L8ydUz7bt49dpySmk3Rg+pHnjt08eeQKF3gunLt6ZMNOSrl8+d8dwvvPNMERr7pDNmo5hJw/fgXcxDFENFHSA020IMumnr5EWlxRKOHjYgyJg8mFi7gKvTbwu5ZbeMqVIdsbflIniSmSJqSabLKCcoFS54gfJP3RomdJG3TBgqbKGXDTbkwWMuHjt84fuW23T502w8dtNMNAIxXbxzUpOuQ0RStISojT5qFIjRYlNrLr5uQmufHDCeeSnJN55SJEFYeF/IuzL9nsFW3DDzt1esttMsCypUrext5umhadOmmhq007YaEbBURZARGgUAKiPC23GaJrPhlb1QmdL7qCl1wul1ReS2opeKKe0ktPEGFj8UvXoEmWPjgMGC5Bsq7ZFrtMPnjLbVWAENlK7Q2Njb85swyUKmTTTItsli74w0wyIA00y5dtPBZARsAtAzQBGwCN9lK/Rsbcc6V9YsN6pzsaEkGDVyFG4LKoZoy2rqBA6ydZXHyo5dMOAJMMi7acClti8F5UGgesdmgsjXsbZSjY20ZGOpOSsATIh2UcWxp8kzCix6gOECH/m5Fh/4+9idUbRkNn5WTEI6hlfjyk7bLdo6pFmS1PLHBLlxB6O89lKNjaPPRFrAjjU+pzMJRdDMKIDuCSUOGU9uHGFdls02smFxy/ZOfKamoMiy6ZS3IufIA5Grx72xaAWAZ+LoD1YTR1LKE0CsxXELOXUHkoSMJPzcSTaY008W38QuzvxsTSoog+ZBlLLeRBgHQsCL0Whb7YAypUk2xt+c4cKJ5Q0fPmi5EiSLvzh06cfuixQoULOmnxk0aMvmmHJcuXcsNvX7962w6dOmGnjxpllkRCPqYG8003QapmEVAexdMtQcP2igP4KRizSK8NsvPJtO3SsuqKMB5003VlybRyqoUNCLDRZ8+cvAfbKVIbsbRaEd6xKd0ZdO4rlXNiGir9407cnGSSCoM0AWfPeOTKukPBZYZaBp8yW+NPGAEOww9EQAe6pPT7lRPlFfrcsItJRA7JC7YVUxph+nryM8fdsHTKqiH3ZdQKO3zTt6wWOC4bIHWnL74ibMsunjTKlbh2NjY2Uo2NjY2Uo2NjY2Uo2NjY2Uo2NjY2Uo2NjY2Uo2NjY2Uo2NjY2Uo2NjY2Uo2NjY2Uo2NjY2Uo2Njb8p46WTSRtQOPWXJQkXfGjL1rDty4dtPHjXUQYZGgBdoaAFRENmulNNaw+PY7ToGSvjRgGTKkaBt2lpoN9lsy9ZAO09eiFWnRRwLTIv3tBGrTDp3V48ZDbh6IYkWYoUHiktHHhp+0LQOmBEWS5V0LQtAXKOAEWHDljAMs1abEO29bePWmm2v2RlFR2MF44sG2mmXbbQuSBYRqySIO2mvi5dkAEWe0ANC8ftBZ4YbevLA0ABi23sbPYFpQSJuESx3iY6o5DfxPKAPH2i+brEAkWweqNJ0zPHMSJ0HOZNjY2VllppplllkWmmhBlllkBFppoRoDLIBUREREAAACojYNuiuek2NvvK8MRCguCphZRz6a5O1As2bcNOe20yww8adtMtee6egw2Ai6fMu3oUbAWKsNgz8HaAQwkEEcQQR4ipIIMEEHgRB4+6jbb8t5qKEJGHKaqvXx6G3jTLtpy0IvX6V2mv18iI1aFyyI9p8Sr2Ggq24B2+FoHuoNjaHRbilXAIPiOYO486lHa2wZTBHtHA8QeFSYFDRY8WLnCb92ZKmnLt+XMOWgbdPnL1kG3bxhoLCy0yICA+NB2/Rty3ImN3jBhuDFF8LTl8y9MobTwQ/FPmAafGyDIiNew+Y7Ztyzhh47MAFRfMgHUm3jXrZtOUOmqnip0PwPMGvZs3BdQONdGHBhqPiORFcAaq0F/J6OoR1aQwWfiSS3idAk90wmy+bZW5dKxtySTIneFHDNDCrByi+LtO3zVXxgs0nFXr10QIvQa6YLGS50sXOFH7oyUNuHRkqZcNsvXBgu/dsvXL9y8YEWHjp67bZeO22RFlthoGmREBAdtjxZC6NG0LxDB8QlWTqFE6MpIKsVHs1ekFQo9JmQdtNstg7fMunzTbh72RacvmWHrHnMMjtwxpIW1h3LxZlbFJkTMXSJjFdlQrPXnaB4cTYff/wATCk7YabeCBEyhPSpQi2DxoHrpOabAaCAj+sbJtR9ZPUe1tF0m56X9SNo2X0TfuEzd2r1W9KNfb0Q7nVv6Rek7e0ejTdckjZPS3ofY0As7HbVfj9rs/wBLfTrIgC7H6ct3dqRQIW16V2UWxtaruH17ZWt7SEAzvbJtl5iXvGep9jY2Nvmq7aNjY2NlKNjY2NlKNjY2NlKNjY2NlKNuQDZcI/3gcp0F6Hl0yRskI0mg0yI9os7iSPFdzARR0+dj5jZxymMMqJMW2WvIAAv3LTD0B26/25T09MAq63tYqk8AGnkKQbp+hYs0NxdFl+GVWJH7tkcsstmC7LxpkLC0ANDem32fqm52P0b9IPphTF70T9H/AKWWy4yKH1j9J+hfUm8QdQW2X1o2hJGcOa930CsXtvv79n9GbQyngdpu7PsBP8jbGHfUhmxsbG34pXXRsbGxspRsbGwNaDTPCo0CvUaDTvoPdspXHUZ6HNIy4rRXH0Zy1LtqCworsYRWum4+mKmlWjigZNLS6rGWC0ZFE5PLtP3xo4+ZLuCpIq7FoHTpw4dssMwVSFTdPcYasWIfjKHWRkfGEXxcjwmlHl6JUphHJqhlRGXjo4sFVgivNtMNgkpL16fU2m23pz4wotN9h40Ha85Zi61NXEXxPIiCpZHZawSkr5uF40bdvzfyU9aIGxcGhiuYpoknlDiO07dfH3CHDhF2YVyDygE4hYbLM7dARtuzoEVNPsMy6hNSJp004SeHVt1MI6UbdOIqXld2WBbT4hclWXxl1D5kCZIoi+SZOHIecp5R87ZUHj5YdqqldXSy0gadZORWWjiW8vPm5FBQodIl1T52xyr+TKqLkXBx18SXomVE5vyzoex22yjTx36TpthrztoUY/i+ZkCbw+YMUyfhNzHEw02M4sZQYYMJKsuOVFk7Bp0gqtNpiIoJamY+JIxpQPsiXPOActFmX77yrh28cvO+dJEUa4YUmInyMnRBT5VgdDTjxl5MiI3Bs08JIyW5ZcESaJGya9eJEWmDpwynOixFUbMRCVJvjBg6/cuE94Uc83S6/Za1n/vvmT/wVxFspUmmlKZc+ZnQjEqrP6XBWW0Qp8Rsp6ImFIciKG2FBGFMJmRPtFYkWVo0YaA8+Ml/Ll37lxR0DvyXlGG22oopawh+jp1tzEPzPUDxuBYKeRAoukB2bfFweQtD0QOYfhaECj5w07bTipls46Ul0ySZLvzzbtXeunpRQVGTrmwJtA1H6XMHd+arludCdC5uJpMzIUVx09fE2mnRYUqKlB0uqEKvjgsv3STEUPKxZ0bQflAPJLiaQZZcmQF8rgmqVNtDMvoEgsi5TYQg2F4ZIOHHxZ2VQkFMS3QOOwLtp20BMs5F4DbIiD1p4LbT0WmmnrTbTbQjojUFpHlHPmEFZKOwsgw/GIlDLyGo4R0ommrCUsA6bEk2oGSLh0+V0Zsx2WVFKPC/dPizb14UEooMljxfCoc3iGkuIEosov5lPYaMvnbLRhEiOF4nLqpB41UfIGWk1KVEl+8ZAKtPExUUCwVAAMC1VkNIT93mkqUKG1JCkWZUZhR4rk3xBIWHSOppUNw+eNstFnR5+K0TIqSyeKNvGDJFPTk18ROvmWXZhTLgAu3ilYBupJnRMaKTOkpEJsyaIwY0RiGGS5h6L4UVk2fOpsTJbhtrtCwRbUWU46XKu22XDk4/VH7DAtnXrW0xO0Z27d00xZJyD4omJMZPMpEYzLBLYJIKgDbKsiQynNGzbp6sO2mvKFVVfOHvjZpNMsibTyxFPZN/Fz788SLSY7KVCVvgTTls3p+IstgJguWmiaesVDtMuTj2Xzlw2LNagDbZAyDIiFBF20ACIsjSYiATTk7AkFHC7QNuDcJQ4acNsiDTLbkwjk3rtploBEBBphtkQEBEBAagNNq+WtqJl7U/qVjBFlqUbiNDkvAq6WbfkWgfFm0+CHJ9djhcdtOvKg+BpXMtoBBouL1hTeFEkCwf4MZa2lQ3es7E+bOnuG0J8bYbi2VZQlA0Qkmm2RMAmp7hpzCSqDHptFT6EWckwMN3eqaSqs1a8l2mlKwvel/zMDv/AFSIS/8AQ17bcGgn+ZGkx/3HX/8AfnEm2n96X/MwO/8AVIhL/wBDXttq6GDrhN0cSlUTQtAWIQ5FB0wLDPbbBwVi2J370WGAoLTQO3bQssgIdoaBx2Uri/e//wDSaQ3/AHTmL/6LBm2yoI3nenCHoMhFAPp8zGjyHDCAjnWi8MI7wuJtMSihIyLh43E7tptyL5w2Lptp27aaY7LQsMiIsh9uJd4PokjNkmxGCKoRWwntP2yDESyvKLrJFsyDoDLRNlUA0BZowDhyD9pyDAvQcugeC0DtimKfozN3Z/UzRP8AaNh3/wBxbKVm/wCmp6Zv8zppf+KqN/xq2zeW28UkFNOOoYl5DJGYbteixTdpKW2qQ6lFU9k09dvHjImzDmIjT1067LpqrbBd80A0DsDWoaR/Rmbuz+pmif7RsO/+4tv3peuHQAhqBRWRYEJo6qQeg/IqaXJlFT1Ak/ZAQZfFDpQu5Ml3oA0IA8cvWGwARAGqCOylSobG2rJOTiguekEl4/gF8ov4dNKCgmOnioQbTTYmkx6Dk0DRV428aZYBtoOw32qNhcADb6U14oiiCZcxhFsGQl8+olh1FNKqbCgKDaa8WBKdl4acuTDokoPnhhwSAybLkHBVsyqPi7tMLNuTBt2+dqVzhr5mukyv01R8VMnHLC7MVKOS8hxNabY+MH2okLtkV58w6u8Asmw4+UzT8z2BcuzAkSrbx2+PFu1HburJpkIMj2OJPxQ0KObmImw/EsI/KTLRITimlkjJr5PcMv2WGnz1fh1YLLKU0FHRokltPCzb0ThcHn4ZZSPn/r1mknTcn+7UodlOmvXbZUs8KnEMioI7t8wZCFpfJBh6JxhPUWgZdqsWPXj4W3YPXgKikqlnRdz2ZrI0LuZwspcxZOPicIzWhJNTiJMg4egjpcTJsPuXbCCTcHi4umUGIERyXcFEFWqwVEu5KJp96ULFiagnKVILFf8AiWiX/uAsf+rjO1aHRpOme8njUwnskJPnJsvYgcQu7iR2UhSMooFCdpjxfaSm3jMItsNEvlFo+osstH6smPiTQFqC5f7TH6WFnVEqyhmCU1KpTlMNw4SUYehgyppzZSNF52SSDbSkqrposdeI6knO/KESSSrkibJhYeuVI2cNm2mHZw5xnuf/APplP3/6Rlp/6RHWylSmwFM9ZeSGT5uTfQDEBKifBavGMdILSMtEjUOlkJwon1J2CIpA+XGHrlNICZYJvmXht8LTLLtloXjtkYWN4lqck/qESJVlJXLx9afwsoxaYWWTqCsIwF3SsWQHRJp20qEyrJgXjZAyDTLkWxd9hkWwZBtmsm2r3VtA2noUWC45l4px+lTIh2IXR8iWNprpPfJAeSSVNMUiyg7eMmnCiWUHjl67p5Ntw08dvAEGqbRvfowNEH7SpE/+sIN/9xbKV29L7eJaVkCAoIQlONVpypIkIQ0kKDliC4qfMOjyajEiZt2w+dJbTp6y7MOXjLLx2007bAAaYaFkQEY3JcahZWw7r4iee6qtHXEtVNfj8+TV2EVVfm3hZeQVEgmNtJDoq2pO2nxkw6YbYbLMtOQaFt6DLLIiGxf0YGiD9pUif/WEG/8AuLY/RgaIP2lSJ/8AWEG/+4tlKmlk3O6Xc+4XOxjLNVNLCCnrpqGzRo4lKKO9YViRBMUjDhksplyxhthkorkXgP2HYuWmnrTtlsW3bwGYi5robGrfeMO5VRKbOP5cS4ctJhsgWMPHH8KoaRXS3EhZ20Xadtl36/Fpr5DOH3Lx2edpolmnT9l6RKMOt56YdckkFqOIYknKyRByWhOOIgOv/wCFj9BKI7pVFHF6YUjZFOcOmnz9+SRSpRp4z+MFhyXZEew6ANtX6eR+SN6DPIkfHyZhUCZYE2Hlmnnxw+hr5cGAEb9pMctvmaVq6ZEaUuClfH3iGmuBpHost53yURnUvVFIi9Oh9RLQ88fuCztQdkza3C8SFHLx49ZJKKcaQTJc0ZciAnnpog+fsNGHL18+6N1qxmExd34nx6DLthuMUyUUSP3Tr0C5tYPoh44VAKjQSpp8+LNBUey06EKjSo/X3phsqX0wunJhphl6emTCZUkDQ0abMsEV862ywHFoCZM20IB9BlseG0Z8wtJsWQfpDhmfSjOZeU0haRoIVXErjKIoOUsiVio2TZTmHao8jE0UeOyRc24PF2mYacMvQFll2wXqD0FK21N/9iw09f6pIf8ArObu0sWjv+ZdkZ/qeIX/ANpa2idm/wDsWGnr/VJD/wBZzd2li0d/zLsjP9TxC/8AtLWyldJ7V29IklZZz01XzzhaacNfOlBTCMwV8iR+WYgRPIK5eZCGnOTfxqHFVIOPewTUzznyD4w8LNeX8o05aeu3LbuxJtBbu6f5s/UF/wB7Mx/+FaFdlKkchPQtpXgeJkGMYXlb8lxHDKqSW0NR+e8xjvxFUTn7Bkma+KKMXGyBnyL92w35E4VMF3lOy9dNsCLIx9bxz+ax01//AEhCf/CSa2m72go3oZJVUtRkjE5COMpy2fhRJJI6g2+fF2SKqajpScJ5xowXdvjDhksbeOX4vnDl6+dAwLbp222yyyKlfS3sP8s2Qn/cZc/3wI+0jOq/S4R1SwzC0NnoyNwYxDC6YXGDZRFcrbRxownvCAlm3L5STQcssg88qD0HjwREOx2AAe0EGGrCV2oSWEZy0J6gZmlJlqas6MmYcNlImiaJWUoiWVSDo8XbexKhoj0qJgw8cvQdlXb928B2LTxthpllkZztbUy16U+miZEVQsafEIielEuHUlSLtNOzCY9iZZIIhpRLPmBB4XOkk04dfp5l2IPC6gwVfMCy0wDQKVERH2j/AEmSxXX0MxprOLJy+VfiVPJZCXZuJDSaaZa7LZZWZhlYWGUky6H9ecKTRV65AQF6wwAgO3Qkm92/KxePQjNCX2pN3HSIhRIjrTl8iwqmPypg0hqJRTbSzb5xFL58mm2vIu3RguaLsnCgPWWnpWtGWvuaKdDMkY6kYgzMmsgvo5iSYTtXPOWH62uJxKH0p2qnEwq4JsI6inNv1QwBBpQNqJtp89cPjXxMqy6YLvX5vXMlUU3pI3hT+ScMLKgblvMNwyT+IHXwvnjRBWhs1EUMtG2Ao5eqsPLrhtHcqgsMmHyS+PPB8kKi/cgpX0dHP7JBqe4/4On1/wAMKL9mNvx6ev2UWb//AHZm9/8Abw256hxxqJMa2tR7vTIcLEZhBHU6Gz740zCDbsYV/CfRRdgEalDiR22lFpGaAXToD1GWvItg5+MMtbF0SMR6719xQ7mk+dmJisE5ksxq+dAlMunsRgy7BUbYBDdOUcGWjPbEATXTsnT9YYZYoGylWBdsOmI4fmpfx0WLOXpgyYg6J3Bcu4dtvn79++RDzt05cunYNPHr168aZYdu2GWm222gZZAWhANsx24r1KS41iRlGSKo6d5vwfL2ES0MuCSwkxE+MOzZyI2FVVfv1FyDqAIsZEs2mP0ssyIny4+VLPQ+KMgAPnylRNaTJsT60qlI5Kp+meYMZhG5iHjD1s7D8Zoop4w+7WXbDLtlxCqj8YAz8sNC0LQuvJeQZAAb8oIs9gfph+oz9phGf/3uOv8AiHt9z8BW9C/bOSw/+uTv/IvtyfE0z9e0K6gUrTeo6gEt9HCwfh5OLKpIqmPIUYfxIQLqJFt+efy+Lq7Lp04Mu2TbTtCetu3oNsuWH7AMttKU3VPqAn9qfl6jwCf0tx7B7lIjJPi9lTJosaLD1+8T0SIUZki0VfQinsO2HrK+2YF+D5tplosy7B00D0W2JiNJaYpI2muS6UsJ55JVCECJBc8mqRQwRPkzDDDfbcGyZp26MF3zH0nT52w2zxZDbin8BW9C/bOSw/8Ark7/AMi+23pFSp11wxM1BWp2TygWNJcFXCwytw6iPzLaidfGEc8XSG3DLyWcOMCyUV3pI2+qrlqOnLYgy/EAcPFK4lnaTO6w94EQkqoqZ53LeXRgyim3BR+Dn4onw8lu1iOjDgABthwqri86+bLB8Hb566dOkl49Y8mT8mx3ZPDQdIeMZSrcOwJLaHYOjFGQjr+CV2HSnxBVbWyJZ4/TiS6fBps1EJNTfu2E8+8XHiibYcGWzRZ86OuXD5jijTg8CHd5/OhMVB8ibX1icTtNYe0Bt8KiqO4uKg7ARCvaRCj0wxQBEXDItUoAiE3poyXJFjBw2+dlypRw9MmTD1oGHTgu4dtPXz540NmXbp2w0220NmWWREcbKVFpuqZtKsYSqjCWi0eenn0r1hMfIDZl523ziF4sdKD4sluha/GPS6Yro6u8diLTfxVwplSTPkizko6Z0Fvev8V0kv8AvcjL/wBZoW3Nmj/TVEepqIZqm4WmktSjTYbfI5l8dSUc6qCqDEZ5eeJ6c+dE4rhgXPxJwmGXoNNPzoALzs9h0LQNvPi61NNy/pzWoCTl6baxNd5FCWuHSxtXSDqS2jMJptPcPC7hg5FUUNPmTjRtl4207ekwYFwyDTt6LQNMKVZ3cfrDn/6E7/8AMZ2rlR5E0zoO3jMdxFJuFSUazGIRhFIQ9DSiTOnyaiBuAzpJXF8UT1VENvfiaGYUj7sXSmWBh6WYePPLO2Wi72xq4/WHP/0J3/5jO1dGM5uosiN4/HE1IiTFRYR4YjCK2TacigUFSMCtwCeh4v8AF/jxgoV/EmVVy/feVfsfiHb3sdp52GGlK67/AESu80/atwX/AOKEYf8AKnt+U9qS3lr0kcdmdL8GOi7wqYYMPQhGL2RduW3TbL14DTU0WmQFh2LTQCLLQAIVFkQsOS/pt0mP6msz/wDYwp/xh2/If3s0mjZE6VYltM1lsyUMF2GmmYV7LLT5y27ZaapEAj2QFoBGgCNAGgCOylak3QP/AE+nt/3Il/8A+mxbtOHtB5ugf+n09v8AuRL/AP8ATYt2nD2UqC3WOZcsbxyQDxttllgoqyHEw0IgAOwYmSaMNC0IjQABy8ZbGtLDXG01apG0GIhttPWouhhIPu2GHjwkqL6UQNsMPWQbdNtljZt0+ZYeMCDTDTTAA2yINMiIDXasvqumSqTJ1LzNm/BYPT0OQFFMNJKQvFWQMJpNiGPi6OiKIP2GqNFF1aRD6ont9oAfOzIAyLFWQCXeKtH0gtZ71B1FqMVzIJPpgQlDZt2UhZchUulFHRRMdFBJNOVODFk47UCD90+IKjDw815NQLGHYOnIsC7ZUrlXdFiAr8/hAQEBSIEEBC4CAnYvoIDxAdn7oD/pzPn/ALmS6/8ASoz2890SyDK7P1kK0ZR4DZCuaAci8Ari9tvTdAf9OZ8/9zJdf+lRnspWxt7HNSJIdhGXUrUU2ZIJEeP15Zit4XbbcipkoaeIztLRnrbIB5Ui8PKT1RPFxaAG35BMFsGmAaZHu3T3pllhp+hBESoZh1GNRU6Ti3zhjp8QLmIhXlV44ZE+ZZVHzpo4US237T35OSSz10TJlRYZ8m8MNmDL/WOuHSuY1My8TGYbNFSUw4EMKKlCQn2wcp6uXU3JZhZhw4a7LQkhUvk9PfkTzYC4cHyTh0a8iUNGDRfgqRG81WJYJLmWk/4NWYkMQYDUOO4qhYylv4k7KK9FP+ILiYoHSSUrnCbLgSwrZRbKNG2S7ts04Omnz9SeqVN0tISJEac/SIhR0peSTTPZNJa0nlFROMs0EOy/JHnL8s+ZoIhR46aCgiFLjtA9qEhkloj1kS2jeUAvUOFoxcpqyqQgTfPRJMJxtdeI0YQw5LNNPmm0RUKOnSglOHwPWEtVfAKa6cspCcDnqCKN7RJQimP3kIQBMmIVr4uLZQotuIdhpJEwIB2XJxTLLsQnXAMiI+UbLoxxm1HYtg12meetPsu5k6+J4Mak5tGkwlLeAYiIJRJBT22GnRk3DbRSIk6BUsi29fmi6O4bVyipEquptA/U/lR8WTu09NPXiKpU7exsbGylGxsbGylGxsbGylGxsbGylGxsbGylGxsbGylGxsbGylGxsbGylGxsbGylGxsbGylGxsbGylG2jZ9LzabCpVIctiw+Xzvk3lGuyIkU/wAmZMAFPO84w2SYaAPNadttsNWaoO8tuSdQxppuIkIkIj2C6K0aZDgDRw8YdND3iBFgB7g5bdGyrivJP5st/JEj2xWG0sVsuQYJhfEgH2TXPuxsbG3sV41Pdu23rbDp0w28ePG2Xbt27ZFtt422IMsMMMMgLTTbTQgyyyyAi0IgAAIjt1rKuVDKADqJYocuxV2Q8qQT3osNukhkAqBoyNRdtKFPOdhUWCLPniImxASuPyQhyG3aaejZUNFXhxMfv3TIGW3bLhEcOXLDxo69BsQBl++YabF0/b8x06Za8kPlReCx8qOJqPYnX0xBQXrxzDrlYT2X5hntO3q09dnXIg22A0bYT2GwBouXaAGnzQMmDDINA5cl+O69y6zWbcqqyLlwg8AcI05g723ELJPZaS3aVb1yGZj+TQEZ6Qx7PAZatAHTi6kpC+nvUVZdOX5ZQBphhy8bZYfC9dsNPAelGhHtsmS7IC9YeOgFp2DItNALHaAeII+l8qwMf7L5ls0jmnrbKaqMsh2HoAHbAuZZZqBc4wxXtO2uyy/Bht6XFthh4DvoSfB02mocOnyBh6VOFIjdvi5hy0LD109YTzwstMtB7QaZEBZaZEWWgaZaEB/XBUaoc0kMxDkRlywqoluweIt+Y7Pu2KUUU4ag26fOmwZetsOmgfE3wMvXTXk+y0zz2GuWUF0da0SQ671ggYh3ADhuO4je8Ld641o9S4oBttuaQDhPw8RvB4w2NsljBDLQ3EywhlDvygWTjQOXRkQZZbEGnTt605egx5gvyrTxoqYaZBhlp+5eNMu3YCDtnGtvTBDAMNCARuyIkZV5pBUlTqCQd+YMHOv3paiYSFIgqFGhYMp5succiAiAC8LvWXrLLVMsN9nsNsjUGmGmmWgEBEBkeTzrlSIElEuNS58oWOuBGgiLk05YfuhEQqA1YeM4ty2jS273lUaaOS+hh60IiLBJ8VAR/JInTRJgO4GC7IB0Cm3Dty9VG4Er4iR7jXbsLHE6biobvBA+NbB2j8dOAgfXLM1FdfiU6csnYRmOywHml24ggpUewQadOmAHssG3yc00oGxYYDy4NeWfNtvRDaQPbg6fLAJusPSioO/NeRNCc8ocMCGXhdEh5LiBy7aHiDD8w08ZC9BERtt9t9Gjm76R9ZfRRztel/Uf1qW6u5j6B9Hn1vsEjim0+rllwdQV11ryvWpcOyejtqH29j9OeiSp3j6/tI9D3B2Na9JOp7eyukdjY2NuCoo2NjY2Uo2NjY2Uo2NjY2Uo2NjY2Uo25U05NAn619axF75ryIoc05RAVAR/XCyPBayhv22Q4ssmHzLAiAUBq2RHbqvbkMg/CBt4bCZp6IOU6eenmIIVLMtD2QNxfLeIncUvW2BqANtl4UbF2LoAaaBloXgtAzRnb7L1WQ7V6I+kX0Ugm96T+j/0i9pRqw9XvTvq765bSQN/R7F6tbVdbgttmOQJr3fQLTc9IWd9/wBGXlUbz9X2jZdubti3sjseQJ3VI5sbGxt+K110bGxsbKUbGxsbKVzxqZ/RCfg+I/oavk35/wDzpTvj3yp83Pi3zX+Tlj5R7Pzo/hd5b5R+R+z5P/BfZ7fkvxXlto64tirepQNDC/GMUKEEJUOwyknlpZUHwSfaZLEE9w2YftsOnYNPTD9phjyZYq4YeGTZht0WLOnr967dtd46o9VkO6W0aHlSIYLi6KmoqeqZRHeoYJRdFcqKY6LP2iC2rHTwGU1+ccmfLEQLpCiJlyVPtsM1JvGdo2YiVNY28JMpsOk4OfyakOZMljZ82edn3CIoFnBhk04UDyooOE1Tj8yUeMMCmJqCRJIXyg5KmD7si+cfKhVSsIkzqv1/z9W1WHJZRZCawtI6YCwcTzyJLVEfim/GXRN4aLArkigG3ZcyYLOjPxcXjTgTJcXgMg9YEe05R/plv4SoO/Cz81vwb/LLn54fE/wX/Gvkfyb3y3kPkf8Ahn5Tt+Tp8S/HZpau2mJx6A4+kqpQbNvRyrLQxTBqaRLLaE9Ui/zgVDxMqwUOxElNHxdpSm6Xi4v/AJywgZB2SMstvnSUTOODopLjNJZbymInUTIkr54yHjNDmKoKKXD7pzChQSx9SWVM06TyjDUGxe+RTiWBk48ZCrK8oMD2xF07ZZYBlpSpZ9vmq6MkRCmm0ZfSk1cR1B15E+kq5EqpJp1yDbLwHJsiddPypl122GG/JvnTbHbYZapVkBDRmpfT2j6lpelJercRKUMkykTpsTMqKUUKnDLb9NIKxFgq06NtMugdPWFV48abAe2DTpgACjTW3Bn6UTLv+q/Gn/gFD/8AuuyldcregfSLECg+Uz8mEguZfiItukSIY1hlPZERFr8SkQ5EqUlFgq0NALknQAFGQDsssgGwZcaWdPUpTTlQgKVELJCqVeg/KLR1waiNeJPWWhbZeEV6JzSysEWgauAlDrnDIYYZAOBf0omXf9V+NP8AwCh//ddj9KJl3/VfjT/wCh//AHXZSpeNoqtfOryYkuFT8AUsIRiJNiyM0oiy6jvyIvDJ5PXRaJgSlwTTnhk4aWHxoXyO+VX4FjyYfdGXKWmvDLxOWXOPM7ouXbLTLQTfjQRZaBqnyCh3oNafru0rpyHYfUFdJiA+hpB5eQHR9yhLRtOJmVVGdKrJdhTdpSg+ctmk9hQYKlmDrJR66Ayw4dMPu2ywyAKVwnoI0mmZAQIpxLHhMuMzpiFy3y0RbZcmfmvDjrtPicLNPwafO3xwy+eNH4iacNAVemmSKfQwyjuzpnhuesmpw6EpwGp8af3JoxKtZMGHp9OclDCijQ+UOP8A40egyM00s0w21CovmQbh5bFtw0QBkoW+UCi0UKnVCenZGmWWmRZaAGmWgFlploAFlpkQoICA2EBCwgNhCw7KVE/rziyJY70NQZGEXQe+gKIYji+ClU/CRg/8omEj4yTiBss7fmBKknjt6ZKeQOtEjBZycT/jIEDzDJwu/ZZ6f0HuXJjSBJ0uYdO35d+hxG5fuHztl65fOXsYRKw9dPXTYNMPHbxhpph47bZFltkRZaAQEQ21HvS/5mB3/qkQl/6Gvbbg0E/zI0mP+46//vziTZStB6tYw0xaVDECFz+kWUMaDHDmJHzpopBUvkME4IdbQ2G2XgPoMU/jImvlpkWRZFz5H4u1UHnlQ7HYCTp505KiWmqbOn2SrllRTyZ9lyMrYEbF0Bwu7MA6FsEBkGxdg87ItAyyDQhXshWgRm73VNUVBQkKJAgdOg6JTKB6JQq/Mg7Ft/AvYB4Ll232Ba7LXZ7VO12WqVoO36UjepRClJKYl/oX1l/8mpxIh5f8Ih515b4mWdF/K+S/Bc88n5Tyfb8n5R52K9nttU7QqVJx+hr05/1AZKf7VcC/+8Ox+hr05/1AZKf7VcC/+8O0a/6bDEP7VlZ/2xz3/JXtsGVG8pXJmTKgiXz/AE6KsOOYwiRLh96vPY8NqDpIYUTLBdo+8JNy4TWTTJcGvKC5aPkwbAKCYd+kClSYwxCMKQSlMIMGQxD0Iobp8+Mu0aGEVNQEp2YMtA2YfsJyUWKE2Hz9sAafPWXINvWgBptpob7ZDsbGylcV6v8AWRD+l5MSEsqijF0xopKmDaBDzRhoonEU9y9Ep8trxl0y8MgTbOA24IkCbsDKo+KnHIGiDDhs0zyilRRvWpmEHa8kIsJSzTVJ0BoiXUUiCko0w5eAAsMgjxY3FEREmgAasu1oo5fCHnNA0AsiJvIpGzPUJgS41Fy7h41F5eB0dISF1HTyT9VNpTyGImU4pSFcwklu0cPIpt6rmyyo2UYaZT2CbD415JwZafu9iQbvVpDqqYX+e8OR7BcQO3IApkXKUTiBJdnGaMvXSepFFAuoP3YNVo0eRU54zQWGmBEAaaUrV0Tx/vQ5RI5yJI0haDJmwomFXr9eZLIsJrLr5NZdNNHWjyVBxiHogEm7LMvmzhosnPCZVwy8em2mXADXqzQ/N6R84YRiJZlfKuDZRRgmvUgjMOGYVh2H0cHwtuzz1CUXaghpaW0soxhoFdlOE+4dmk807UizxwDDbo4e0nH+9TlAUSDZKVsIxtG8XnHTRZEcKiSWRYf+PGGGnRdo88BRNrRsHb9t218nEkjtn2WWyzJ8k02w/D8e7G09zClkkx5MqYKMehV7HrhFTYchtTLvE9V+S01+fOm1lSSXjLt6mujZg2XLpBY05LnAcFzhlos7JmyT0wpUqJ4wJMkcNgwDwSpUwYBgR7INi4ctvQYFoAEWQaFmgjQaVrQcbQzw3vR5rxi0cZhHTAaippPBw0fZhtciRcaIsmhfAWE4CZBxoSwGBLvwcC+7APhcPgd9rybfZmPWv+kyt/3MP/8Aor3atHon1aw9pXNTHfr8IrMVhG7iFHJVlIPkSQkRh55ELb5owJ1loHgGAWnQOgd07HkHnb9JnZSvtTlj2fE4J/QNPgzpvmGhHIJbgtt1DbiG4yPllD5mxGYiF0DxSeQwVel/j7ZgSrwWSb74uyyD1nyoj2A7HWt5ZPCGk1+sRFpJXkBIKi5ZMqq0di9KTS7Rh87LuGX549BLgq5F+YeunDkHj1kXj547dMdpttlkfrfpu0u/6kEaf+HkP/7ltz/qg3iUGz9kpFcrEiXMTQ+fiIxDr5yqqKslGiZYEWJEpcesvXBZ2y+bF+6Tm3DsWBAGXjxlprzQHZSpfNMs5zWoCTcMzUOIBeGDEQGogLtoxVQeKjkqCKvqSKw0ydelSTb0TDBADDQCWY8m09F2AtgyDbUbmuGBJiyC1EQprMliktKiX/C1iMmGHD5+UTlgimDDRl2vOyoMvCsPxbCrThK+UWBD4sqOjbT4wWOHEry/W+7e/mQ5cf8AdKO/9/cRbdzPHbD1ht09YYeO3jDTt47eMg2w8YbAWW2G2GgFlphpkRZaZaAQaARAQEB2UqvTMKb0195PMGX0sIOgV5BcGQ8cZVV4XSi+iEqkNnAdFFOLYjWRTEgq6LpRD40Th5NYKODBwycMl2Hpw0ouHBOQneGISbC+ixXhlGcfFkiHTMtUJKLVAfi6akLSSnkXFQBkB8kVLundQZZAezYAC20gZNPIJzDbtPIkyLt41223ZMs5KsNt0BnttsuGGGWmuyAM9oQEaAAVoG3Ge8HhSKI00xRYgQdDa/Fi6ZXYPfF0WGUdRXld+6KxERfmXrlNSyxo49dl3LDb5+2w5aZdOmWnjwWWGREFKjim/wDsWGnr/VJD/wBZzd2li0d/zLsjP9TxC/8AtLW0Ws/odiCE92PIeHopQliGl9NmW5YUUOIEw6jK5Bt+cmwacsHU1RcFjpVp8WfuDDpl+4di8cPnT5gBdvGGhlK0d/zLsjP9TxC/+0tbKV0ntW4k1NKYGmPUTOGYBeSUYR+6iF/HMLuCLt2tw85dOz8ckVt0qsKDEKxCybdgyjMuWSzBZ0y+ZNA/ZNsg6B29sj7GylQ8Od4Lqli1t4XgDSAuPzFeyy0+TI+iVwWaHDRtpOh9BdsMBUKtPDBZm4VbZqG2nNbavEMQT00brsXI3zdixYgWWSnE6B5F8XBFiI9GYGVpKYcGXxgw6dp6k8MlXbt+YfvmXbpkHr5432mxnq2h718yymRGOpvT8vwjL6N4qQkUlDDCwtQ3Ca8uJKS2XmAZOv2VNRTCBomQacE2mTb5k0+dC7LNA/bBl0IN7KVr7ew/yzZCf9xlz/fAj7Sr6jpRMT1krHsrwNOiB2Ikty2jHn/b+LlF9HPlFtDeGWnbLb1gk2qJxUuoNuWHj0CD4yDt28aEGGoqN7D/ACzZCf8AcZc/3wI+04uylQHym1cTy0WQs1IqakjFZcCHz6q7g8ydUzkPNuWFE69OtEiam5Ql9MipFbUzJw0QOpZgGmWDTZR0ZfOHJd0X3BpLlNOaeWpZQ1gzrhs3B6WUZNv4PRlAkYTW1I4+Rm4bRSyWlHwYUGIdh5CfPDALJp26+VldkmZKieaeqj0tMhsbKVCLo4/ZH9T/AP8AT0+/+GJG2/Jp6/ZRZv8A/dmb3/28Ns10lwNGqNvBdSESrEHxSlQ4qHJ3NJi+pQ+rEURRZUJsI5wg0QVTRR0RNgdKMNmigl37wDJZhp+57bpkWgwrT1+yizf/AO7M3v8A7eGylTi7YbMUgUVZfR0lqC8MKkFKDYnIHYnBoGBhwocRDxcyvA2L8sDAo7l42oA0JkuDPxeov3VPKM5ltq6eDItSVm+yyFWmpXTAZALBURhNWAAqNACo87bKVDV+h/kP/nlDP/hlx/ygbfDfaWNMRlVYXTG8GQH626bdPHSy+aSXqq7bcMgw4bYUG45aNsNuWGWWHTTL4BdssgywLIAAbcsacou0jw0mRQ61KyujqYKoaPpzyFTMIKB0k5TSDouZZUnB1kpMWCAePTBhos8ci2XUBZYdtgD5wAiw30l+FTdW/ta51/8Ah5Y/5ftlK15qDgiDJWwSQiKWWtNRnBEBmJSKQZhdJXnzgyUSTKcrmzC202Ri9UfeRKmyJEm0y0WZdi2oOxaestAwy3OLo6PHVLTDJY8onDR86Zgso9MnDph6aNGHgmTYC8fmH7bx89bEAABbeNtNCAAFbbQ+/hU3Vv7Wudf/AIeWP+X7aYfSjMKVsxZMIJ6TMORHCkvoeNn4SREKKRdtqhJlIF09esi+ZiGKHpgu00dAXL80sGDTfng8ZYBliqlcJa4dPU2IWnJDereQCSdWV9IbSTcXJCOTfKKqXVUBwyQKrgIxQGTSyhKyA6coUSESYPDLosXbMPmHhI+cfkNNx9r8ntqIg9RkrLGRakhxhFZJqHYlUkFQWInU/k865YcK7hLSgh5K+a7s85bfFzagrKKoynJRkwIP3Bhh2qOJ4djZSuPNEunEzpwk86RIg+LNx7FigMTRo2VeuzDkgbeF3RZNh5wbdfizLlDIuwZfPXTT0u8Vjis9KP3xN6XeDHnvev8AFdJL/vcjL/1mhbTn7QYb3r/FdJL/AL3Iy/8AWaFspU5Tj9Yc/wD0J3/5jO3zX6AgmnzwwZREgw/etdp6/fppN8+eNUAO08ePHLTbbVAAKtNCNAAK7ac1DyQK6hpSKMrzkRP4WcKptBUGlgsmu1Z64aRz5dQZdASenCDDwDAufJNNCZYF2DXbBlsQ7IxzfpQUPf1dVn/xBI/8a9lKyrewpCSnSVl29T0tOIvW5ol3bbwmSLFnjbv5pxM12Gm3DphppjtMstdkRFntMgNKgG3aelqHkAxpukU/foaO/fPpVQO8evnyYSePXrxuHyLTbbx424abbbaERFppoRaaEREREduAv0oKHv6uqz/4gkf+Nex+lBQ9/V1Wf/EEj/xr2UqYQklJicLwU9OIEBegyD0SRMuVF6DHaFgHguHbsWwYFpoWQar2e01SlR2jo3hmoaYstIbR5TS3hCJGl6bxR+jlo6Il2jDly6MPmiB+GIVcp7x8ovo0POnrhjtvC5dognqDowkAdUnoGEfSX6UFD39XVZ/8QSP/ABr2l/KpBNwSRir9y4Otobst8QMmC7pt6XNFyD1N+Olu2DwSpl4UMGi4vXLYPALmjBfygunzxltSo6dOehdLh3S3GktJmF3ZaNZ0knChFxhywXNmYSMp7Iv4JTiz1hsXBs1CB4flp/2XjRd4snlIkwYMEGHL55p7QoT1MSJnJEmmWMYOfqMvizpSil+vGn5twiw6X89yWiODVdsm8LrSXFx5kqUah4ALmHSgJo+8BJOJsSFzExexspUHu6L/AOn8/v8AuTAn/psX7P3QH/TmfP8A3Ml1/wClRntmu66ljMmXy3O99HsvY4ghyqpcGMJb2L4TXoadqTZQ3FTZpgg8WSBJk40WZMF2jDJcXguWX7kXgMg9YFrCt0B/05nz/wBzJdf+lRnspU3+0Du73SkxZ1e6gyCwmkFUi9hmYLT0kpEy54o8aYmpCzTAvCxp29ctiw1dkWmBFkbhQdt+Lm63+WVpYWP0RUYFPlZUUFL4q7hftsFvjxt8a+LsN/O9322HPlfJsteTY7QMgPYZr2Qx0vukU0o+eGSmoKJCph6y0y9fl4KLuHzxlttl42y8euouZbbZbbZZbaBpoQabZZaGogAgpXZGriCoNRNMk7z6LCUMpB5iAFZ2ydS0FKTzbLDxsuDbDJgoUdPmWGws2yDYA0FhAduf90z/ADOcZ/6tUR/7xpc7YC+3Tzkw6bcGNRsXP3L1kWXjl9CLL108ZHLLbtuMGmG2R4g0AgPLbyKbpgmQdtOSOoeKSbppsXjTopBzou7aeCyyyLxphzF7DItiywwyLYh2hZYZARoyAApUweM7fhT1NNVnDRpKUSKmWZfPS7RlPNlzrhl+5a7L5w0+LPHjsHzprzXrsWu27as2yA224yl3o+Oy20+zbkinTWWlo9MthebKxeeTGyBlEfLEOkENgqJZ2rqD0yniJDtHGXRss9fFjhpw7B22LL0fgaGdJUbaXSUwgjSMUVffxmaQviaTDLxUfIqe5QwVg+UXz5WIJj5tUUWFN25eu3BF26LuSTDDZs923XxVSu+tjY2NlKNjY2NlKNjY2NlKNjY2NlKNjY2NlKNjY2NlKNjY2NlKNjY2NlKNjY2NlKNjY2NlKNuRdQpdpmJ0U0IeY+QWS7I8BaLKB540HsA2xXvDbrrbQOoFEaOQ8lrjpjtNIx5twYEAuyUUwdO/KNCGWWDZcq7ZAcNGB7IhUQa6NlYLfSdDK95BjxMCufalxWHjdDeBE+ya5F2NjY29ivHpQaaAGgBoQBoOy0ACIA0yDTLQMtAGQ7TLLVBqHaZZHIAO300P/p0j/wDdRP8A/S3O3y9vporTLKyktNNAyyypkGmmmhAGWWQNOhFpoRoAAAAIiIjQAuO0Noew+6pXUdo99dT6hf8AEwi/93mf/V57bkZlpplplploWWmRBplpkRBploBqDTIhQQEBABAQGoDcNuudQv8AiYRf+7zP/q89tyLtzbH+8j9ZvfXRtf7+3Yv+KKNjY2NuquajbvOUpdotLyGXbQUFosbMBX8k2pHTTA+1h8yIdB24UKFX542WJFmBeGThhyVLuwy8fmHjLp0wHVp42yyHUdpH0dOdpCSmJTkQF0mkChFhoAp2mSpd24BsQzVvsdtoRERFoREREREduHbm6iLxYt/JEfzq7thXru24KF/lGf5tfR24Q1ANAe1e6QyTse08QkCfq4YZC/YLqsJJCM5bbDgy0/dNMMiNhasFw27v2j/Un4RnrtiYw6HyqfJmRKHDRlkB7QFYqmAutxI6eNjUQYafwwyDAOxZBpplkHnaEA7O32v0ZobfpX1g9JEfkvRXqN64Pebcg9N+hto9U7BJ3Y9s9YtmtDi1xQMyK8r1qbFsWwbMPtbX6d9DKg3n6lttv0tcjjhs+jrrn7qk6CuoNjY2NuCoo2NjY2Uo2NjY2Uo2NjY2Uo2NjY2Uo24x1oFVKF4XlvqCQCj42t6c5lIEenCxYAEyoQKffukKPUh3VpgWXZ1KNF35t55RgHRMiYeNWZ7TPZ23y1xFTIjRVeHloo7Poy8lqCKrEXwCLk6mKhR8RPlHoAICLsyVfvXLwAEB7LY0EB2+g9VvTS+r3rD6L9L3bH1vZdl2jB6Q2KcI2/0Vtdu5sXpf0eWkYV2/0ZtG17GzT1Vvk7q7PR+1fUtt2fasONbVwG5bmOkssCl61OUdJaZ7c7sVbiR1dNiBISl5GOOVBHW00irpR8uItODyapFXR0iccNCAC05MlXzp87EQARYbZEQAbbfS2j40RxeowIZjXR9Hig0+i6Sb5s/Lk+deMfGY1kksGxfQwrluywy7fP4abNOkFXdOWmmE4Xicns9tsoZaYkH2+P8AXL1bueqnrF6Q9D9N9b2NGt7X6H9JKsWvS3oPb7SbZ6H9K2cgMG3ej71i+yDOxea7s1wLes3EX6PabIsXWRW6S2wW5YujS9YuqLlm6OT22ViPzWlTBUgGxsbG3y9YUbGxsbKV+Q2QInwLgeJFDoFDDBwqBss5MgWNu3bx0waLg+Yb8iYYdPnzth+77L1l29eMA0DLbQD+vY2NlKNvyGSBA48KvjhIoaekXwGCT0yWcv3hMwFKPyrb1hpou+CgUeuhYbCgedbb9exspRsbGxspRsbGxspRsbGxspRsbGxspWNxTBsIRyl/IcbQrDcYooGXJ0EiKUNMiFLA4XZeMuDfyerFTZT4y4ZevWXL/wAj5V2y8eAw2yDbVf2IEPIEKJBKH4XQ0eG0FNYeO05EQEwkjpBB29fPTL12STU5wWJFWHph8+fvGXDl2y2+evXrQC28aaH7GxspRsbGxspRsbGxspRsbGxspRtr6IZSyri4w/NxXLOX0TmjIi0ZMxDBkOLRgw0IUFp++Uk0y8eiIAACLxpoaBTG2wdjZSsHhyWMtoOfuzMIy9geFjLplth0YhyE0FDfu2HjIsNsO3qYnlXjDLbAiy2yy0ANMiLIgICIbZxsbGylGxsbGylGxsbGylGxsbGylGxsbGylYzFcFQbHiY7RY5hKGYzR3Rx0oOkmK0FKiJMdH3Dp+4cnnZBYKHCrBxy5MmXLoyy6B87dGH7thsGHrwGvqI6Kjw6lkUOH0lNQkVLLuyaYjo5AqmJacUdBR0VIp5J04KFC7sLO3Bdy7dMBZlkNvpbGylGxsbGylGxsbGylYNFksJax6aIHY6l5A0aHUph47SzcWQkgRGaTXb14w+euyBhYTzj0mw8eu3b14wXbdstvHbDbQC0yyIZzsbGylGxsbGylG2DJ0sJapEUnI4SZeQMlxqotnHihGCdCSASik88UBqfeHIgLJ7pWMtnhucbfG22jI3fC2O2c7GylGxsbGylGxsbGylGxsbGylGxsbGylG2CxfK+WcwnxExH0u4FjgwmO3zlNfxfCKBEr5PcmWnbZh0RerSedbKO37bp02+duGnbL1p27abBoWGRDOtjZSkAAAAAAAAAAAAAKAABYAAAsAAGA2XY2NlKNjY2NlKNjY2NlKNjY2NlKBABAQEKgNhAcCHIdsHg+WMtpetn3kAS9geB3iqyWYVHkHwmgwy2pMExfNFGD7SKQJNHGSrRkw0WZMC8BwJh8LoGRet9rONjZSjY2NjZSjY2NjZSjY2NjZSjY2NjZSjY2NjZSjY2NjZSjY2NjZSjY2NjZSjY2NjZSjY2NjZSjY2NjZSjY2NjZSjY2NjZSjb5qylFFxKUEg8z2yqiVelX1KdpkHrIgy9YEcPXLfZeumvovGGWsht9LY2kEggjIgyDwIqCAQQcwRBHEGo4YiQT0NLJ5FUWBZMEnzTAN9kWWDDkfOcGnNa1cmHQsvWBqIgDXYao2y0AfF27mmbLkvG5BgwUF2WiBPdNgRMN+a6NOREW2iBtoAEQdtNiLTh9QRLPmmhAPJvXzLXEygnHko4/T1Iq+JHSzwXb8u/YFh4w0HQbNMNBRp28YFp28YFlt200w0y0PsWLwvIM+uAA458RyOvLSvHv2TZcjMoT1W5cDzHt1r8WystNMtMtMtCy0yINMtMiINMtANQaZEKCAgIAICA1AbhsmxtvWFZPEEZRLFLki4XVR6fdJzLbJZhp04ch2m6A0+fAXdOgMPxYZZd+Xfdt52QHzu08etPMY2NjaAqqIUBRwAAHgMqkksZJJPEkk5ZDM8BlRsbG2wYBl8qxwoMsumXhRGLvGflFVaYHybtmoCJcr2g7L862zZl2FWXICD1/2WRYZeQzKgLMQANSfPsqVVnYKokkwB8+A4nQb6zyRkGPFJYaio65EE9Haadp/bZHsmlRtgWe2xWzTBB02LxoaWMvC4sj2nTwA672+ckpRFDTSaSmOGS5Ei5ZcOHQCIiDIVFpttofOePXrYtPXzxoRaePW222hFpoR2+jt4166btwtoNFHBR8TqeZ4RXs2bQtWwu/VjxY/AaCvnqyqnoSWpLaubdEEpHTziqpnn4iy4JJ6eWeGzpt8IAIg6LlnL188EAEQYYaEAEbbR+aSi6hEkPTAnktlnpVYn3MJcjYoXMAAGCMGEn7xGgpLeADTdWCaaWMPizflGgeFDrhsBoNRyjWLFh+M38IaVIKPtOYpm++YPR6eJtsiYhCT6UZB9ESoY7TIsOn0QtlniKlunrQMH/JqBBrsNmi7Te+kdITkBISkJIKuyKSiJpFISyTkBB0TTk0q6JkiroBERB2XLOXTpgBER7LAVEdv1b0Zsp9XfURmvDo/Snr3tOz30tMIu2PVP0JtF02brqYIt+nfT69JZDZ9H6t276jotqtO/wAht14ekfTyqhxbL6Bt3EZxmr+ltutpjQEH7Ww+jzhcj870kyE4rTgfR2NjY2+crso2NjY2Uo2NjY2Uo2NjY2Uo2NjY2Uo2NjY2UrlbUnKmLFwYUnVJ178RntJl+YVoSYZ7DBaOIefCAxJLddEW3QP06ICIGHZAHrwALH3zx05ekvlIwecdNyAnzBuoeXxKOITafETbp88SIuhNSHycQQRFZIGWVaGl4q0w5fOTRN8IiXfvHDhg+TacHHTt2D1p07/dtxtNWUEfy+j8xqT0yMlXExHjl07mfK40++JwrO5BKi0207MMg07cJsck2BeNI66HYafP2vxzwG3x50rfa7J/S31y9C7L6p+m9s2f0Z6X9F9MPUv1i2xxa2Kyu03m2i/6rentoI/Iehts2u5d2v0V6SebfoP0ptO1HasPoz0lte07B9D6N221fsp6O2u4tprZb6htTmEtlyWbZNob83Z7jkvaunLZ7rPjizcd7UlOxtz9IPUnLnUIiGTELmjKLGKCyy4jmWkSOhTI4gdUZbacGCS0jmAdGGirJlht0VVi7tsiap5NpsuedmiJboHb8k9L+h/SnoD0jtXoj01sG0+jfSWxXOj2nY9rtNavWyQGRgD1blq7bZbti/aZ7O0WXt3rFy5auI7dd21csu1u6jW7imGVhBEiQeYIIKsJDKQykgg0bGxsbebWd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xsbGylG2HxbA0PRmWByrlRAy6YaZKqRYWXR8r2qjRh72WmXjrtD2hcP2HrkREWgYBujYZhsbSrMpDKSCNCDBqGVWBVgCDqCJFcaxHIqK0pt49RWy8QEgq0wDppgooMsAIjR4UMNg6eCAUAPixl828EBEHLFmdtUn4eXktpphRRVUi0yNB+NEDTgO8Gnjpllpkcg0yIstBQWREBAdpINjbsTbbgydVfn9knwBHgBXG2xWyZVmTl9oe3PxJqMt25evWuw6dPHjYjQGHbDTbQjy7LICNfZtliTAEZLbbDKfDqo0w2IABgyWbIlL5H40d+LuBBkLiDLxpqlKMiIsgMhGxtY7c35tsA82LewBffVRsK/nXCRyUL7SW91c0QnIFh026OReeYf9kQb+SExt4y6a4gyaPtMu3rQcG3RV27EBDzTbTOejSREmmlXBEgWckyZZ2DpwWLu2XTp0wGAZYZAACo1FobtNNCLTQi0IiP6tjbkuXbl0y7TGg0A7APfrXXbtW7QhFidSc2PafgIHKjbTs8Z2QlIeBTkZROL46ZevmEuFoXTx7a5GMTGwaZTIeRSzLD169Mm3oAL98w5fMkSjL428dvAdMunnzp36g4AkSjl38SGTCvFa0y05gyXkPuxUYyjNSabZcOCiOkuAeP2SwmW2HRlUMMMEitfJg2+ONlyZjmKWsrY5jyOHGoLUUyWfR47cvXcuJbFnoGoZk6iGRZbB24AWm3KjGRthl22qrI9tp0/D8S2Lbkk7S/0D1W9UNnfZbfrT62Lf2T1XtXG+p7IrnZ/SXrbtdloPo30NiBdNiW4Anpb05gbZfRtrHatNtHpN9m2K78/6X9MvbuN6L9Em3e9Kso6W6QLmzeibT6bTtkGDeKktsmwyLu0vDOLeyi5eX7un+WsUJAxNN6a7347OibT9wqRQw12Wy8HIbm6BL9GEG3oOSCET8g7O+SeCBg66Ydvnpz5PcHH3SexsbdPpr0vtXp30jtHpLaxatvdFq1Z2bZrYs7JsOx7NaTZth9H7FYBIsbFsGyWrOybJZBPR2LKKzM2Jm4dj2S1sOzps9ouwUu73brY71+9ddrl/aL7nO5fv3Xe7dcgYndiABABsbGxt5VdVGxsbGylGxsbGylGxsbGylGxsbGylGxsbGylGxsbGylc3Ti00QpNBaIx+gLa5KqcqGw6ZQJswK/aIRA5YcdgHZBfKO3xcpFSK07YZLv01UaB42SBoi5Olyb1+5e4gman5/SHolao5XG46hEp5jE+5Ipraun/ABUGmgZOx1ADIOFKHXjDDTkVBQTnbtKB88FwmETfZ8o12BsbfX7L61i/6P2b0H61eidk9bfQmxp0WwWtuu3tl9M+hbJJY2/QHrBs07dsFnESy+jtqX0l6DFwtef0Q95jcr1tl9L37NtNn2hF23ZUEW7d1mW7YXhs20LNy0u8WmFzZ5luhLGabK7UFJSdJR2alfMyE4vbeO/KtJhBTdl4gLO+wDwWj0MqIE4hT6MCIiB5MLj5rXFhqm4tuFpi6TtPc0jTanFUsUBhdaeA/CJYdZMwlEQG2G/KOzj1YhkwlGzhl08AG2Hig2bZqAMtMNMB2dteONKEZQuAMSw1aakIPKsf9Do69FZKYKARZCzDoglr5B15AuyyAALpsy+FoatC8qNuK76pfR76RPSeivW/0x6us3/1D61egj6S2expCr6d9Wrl/aNtiSGdvVb0eREi22KF9Fds9FXcxtG0bKx1TabHTIvZf2Ys7xxOy2+IG6pLNjaN8JS60S/4slrxOsOAsyyf02yqU34Bb0jL487bbGgXaFmojUemzvwWa3P2+f8A5LkpP/fHbm/qc+h930rfR9G7FsH0ohv7YL9GzqDxAdhwJq/Sej/91dj/ALj6T/8Al5qR7Y2jh/BZrc/b5/8AkuSk/wDfHY/BZrc/b5/+S5KT/wB8dn9Tj0R/Gv8AR5/eP0pf6NKjpNg/3U2T+4+k/wD5fUj2xtHD+CzW5+3z/wDJclJ/74/evdQ/BZrc/b5/+S5KT/3x2f1OPRH8a/0ef3j9KX+jShu7B/unsh/9z6S+OwCpHtjaOH8Fmtz9vn/5LkpP/fHZfwW62/2+Qf7l2Uv/AL49/wBwu/qceiP41/o8/vH6Uv8ARpVTd2H/AHS2U/8AufSHx2EVI7sbRxfgt1uft8g/3Lspf/fH717qASt1t8deQD/8i7KX/wB8dn9Tj0R/Gv8AR5/eP0pf6NKdNsP+6Ozf3H0h/wByqR3Y2jj/AAW62v2+P/kvSl/98Nj8Futr9vj/AOS9KX/3x2f1OfRH8a30ef3j9KX+jSo6bYf90Nn/ALlt/wD3OpHNjaOP8Futr9vj/wCS9KX/AN8dlCV2tr9vgA//ACL0pv8A3x2f1OfRH8a30ef3j9KX+jSo6fYv4fY/uW2/90qRvY2jk/BdrZ/b4B/uXpTf++Ox+C7W1+3wD/cvSl/98fvUelI/qc+iP41fo9/vH6Uf9GtR9Y2L+G2f7ltn/dakb2No5fwXa2f29/8A5L8pv/fHv++T8F2tj9vf/wCS/KX/AN8Nn9Tn0R/Gr9Hv94/Sj/o1qPrOx/wy0f8A3W1/HZhUjWxtHL+C7Wz+3v8A/JflN/749/3C5+C7Wx+3v/8AJflL/wC+Gz+pz6I/jV+j3+8fpR/0a1B2nY/4XaP/ALvavjs4qRrY2jl/BdrY/b3/APkvyl/98Nj8F2tj9vf/AOS/KX/3w2f1OfRH8av0e/3j9KP+jWoO1bJ/CbZ/93tHxsCpGtjaOb8F+tj9vcH+5flN/wC+Oyfgu1sft7//ACX5Tf8Avhs/qc+iP41fo9/vH6Uf9GtPreyfwlP7ntH+ZqRrY2jm/BfrY/b3B/uX5Tf++P3qPSi/gv1r/t7f/JglN/74bP6nPoj+NX6Pf7x+lH/RrUfW9k/hC/3O/wD5qpGNjaOf8F+tf9vaH+5glN/749/3C5+C/Wv+3tD/AHMEpv8A3x7/ALhcfo69Efxq/R6f/wDB+lD4/RqKj65sv9mH8i9/m6kY2No5/wAF+tb9vZ/5MMpv/fDY/BhrW/b2f+TDKf8A98PvXupH9Tr0T/Gp9H394/Sh/o2qPruy/wBln+0ufFBUjGxtHP8Agv1rft7f/JhlN/74bKEsNa3HXYA//Iwyn/8AfD7j4bP6nXon+NT6Pv7x+lD/AEbVB23Zv7IT/aP8VFSL7G0dP4MNav7ev/yYpT/++Gyfgw1rft7A/wBzDKf/AN8dn9Tr0T/Gp9H394/Sh/o2qDt2z/pMf7RviBUi+xtHT+DDWr+3r/8AJilP/wC+Gx+DDWr+3r/8mKU//vhs/qdeif41Po+/vH6UP9G1Pr+z8W/kmpFtjaOn8GGtX9vX/wCTFKf/AN8Nj8GOtT9vV/5MUp//AHw2f1OvRP8AGp9H394/Sh/o2qPr+z/f/k/jUi2xtHT+DDWp+3q/8mKU/wD74bH4Mdan7er/AMmKU/8A74bP6nXon+NT6Pv7x+lD/RtUf0wscLn8kf5VSLbG0dQSx1qcddID/wDIxyo/98PuPhsDLHWpw10gH/yMcqP/AHw2f1OvRP8AGn9H394/Sf8A6N6j+mNj9G7/ACV/y6kV2No6gljrU/b1AP8A8jHKj/3w2X8GOtP9vT/5McqP/fDaP6nfon+NP6P/AO8fpP8A9G9R/TGz/Y73hb/zlSKbG0df4Mtaf7ej/wAmSVH/AL4bH4Mdaf7en/yY5Uf++Gz+p36J/jT+j/8AvH6Tv9G9QfSVn+xXz3WvjdFSKbG0df4Mtaf7ej/yZJUf++Gy/gy1pft5w/3Mkqf/AHw7/uF39Tv0T/Gn9H/94/Sd/o3qD6Ttf2HaD3WfjeFSJ7G0dn4MtaX7egP9zJKj/wB8PvXuoBLLWlx1zgP/AMjJKn/3w2f1O/RP8af0f/3j9J3+jen9M7X9g2jwsf5+pE9jaO38GWtH9vN/5MsqP/d+x+DLWj+3m/8AJllT/wC79n9Tv0T/ABp/R/8A3j9J3+jeo/ppb/g+0+Gz/wDeKkS2No7fwZa0f283/kyyp/8Ad+x+DLWj+3m/8mWVH/u/Z/U79E/xpfR//eX0nf6N6j+mtv8Ag21f9W/7zUiWxtHb+DLWj+3m/wDJllR/7v2PwZ60f283/kyyp/8AfDZ/U79E/wAaX0f/AN5fSd/o4qP6ap/Bdr/6r/3qpEtjaO78GetD9vKH+5llV/74bJ+DPWj+3m/8mWVP/vhs/qd+if40vo//ALy+k7/RxUH0sn8D2w/3p8drFSJbG0dwSz1ocdcoD/8AIzSp/wDfD7j4bL+DTWf+3k/8meVP/u/aP6nfor+NH1A/vL6Tf9HFQfS6fwLbT37F8dsFSIbG0d/4M9Z/7eT/AMmaVP8A74d/3C5+DPWf+3k/8maVP/u/Z/U79Ffxo+oH95fSb/o4qD6XX+A7ce/YfjtoqRDY2jw/BprP/bxh/uZ5Vf8Avhsn4NNZ/wC3kp/8jPKr86hs/qd+iv40fUD+8vpN/wBHFP6cL/ANu8dg/wC/VIhsbR3/AINNZ/7eT/yZ5Vf+79nfg01nft4g/wBzPKr/AN8O/wC4Xf1O/RX8aPqB/eX0m/6OKj+nI/3P2/x9H/8Af6kO2No8fwaazuGuL/yaJVf+7w2T8Gms79vGH+5nlV/74bP6nfor+NH1A/vL6Tf9HFR/Tkf7nekPH0d/8wqQ/Y2jx/BrrN/bxf8Ak0Sq/wDd+x+DXWb+3i/8miVX/u/Z/U79Ffxo+oH95fSb/o4qD6a/4N9In+29G/H0iKkO2No8fwa6zf28X/k0Sq/937H4NdZv7eH/AMmiVX/u/wC9e6j+p56K/jR9QP7y+k3/AEc1B9N/8F+kj/bejPj6SFSHbG0eP4NdZv7eL/yaJVf+79l/BrrN/bwh/uaJV/8Au/71HpSP6nnor+ND1B/vL6TP9HNQfTZ/3K9Jn+29F/H0mKkN2No8/wAG2sz9vB/5NMq//d+yfg11m/t4Q/3NEq//AHw2f1PPRX8aHqD/AHl9Jn+jqn9PD/uT6T/leiv/AJpUhuxtHl+DXWZ+3gD/AHNMq/8A3w7/AL5X8G2sv9u//wCTVKv/AN37P6nnor+ND1B/vL6TP9HVR/T1v9x/Sn8v0R/81qQzY2jz/BtrL/bwf+TTKv8A937H4NtZf7eD/wAmmVf/ALv2f1PPRX8aHqD/AHl9Jn+jqo/p63+43pX+X6H/APm1SGbG0egS21l8db4D/wDI1Ss/93/cfDY/BvrK/bvB/uapWf8Au/v+4Xf1PPRX8aHqD/eX0mf6Oqj+nz/7i+lv5fob/wCb1IXsbR6fg21l/t3w/wBzVKz/AN8Nl/BvrK/bvf8Ak1ys/wDd+z+p56K/jQ9Qf7y+kz/R1Uf0/f8A3E9Ln+39C/H0xUhWxtHr+DfWT+3d/wDJrlZ/7v2Pwb6yv273/k1ys/8Ad+z+p76L/jP9Qf7y+kv/AEdVB9P3P9w/TB/956E+PpkVIVsbR6/g31k/t3f/ACa5Wf8Au/Y/BvrJ/bvf+TXKv/3ds/qe+i/4z/UH+8vpL/0dU/dBc/3C9MH/AN56D+PpqpCtjaPX8G+sn9u7/wCTXKz/AN37KEt9ZPHW4A//ACNcrP8A3f8AcfDaP6nvov8AjO9Qv7y+kr/R3Ufuhuf7gemf7p6C/wDndSE7G0ewy31k/t3QD/5GuVn/ALv2AlvrJ463AH/5GuVn/u/7j4bP6nvov+M71C/vL6Sv9HdR+6G7/vf9Nf3T0D/88qQnY2j3/BxrI/buf+TZKz/3fsfg41kft3P/ACbJWf8Au7Z/U99F/wAZ3qF/eX0lf6O6j90V3/e96b/unoD/AOe1IRsbR7/g41kft3P/ACbJWf8Au/Y/BxrH/bt/+TZK3/3fs/qe+i/4zvUL+8vpK/0d1H7o73+9305/dfV//wCfVIRsbR7jLLV4/wDMOa1zjbkbNAR0+yzTn4havZMuTjbbAjejQM1DIY2/E+0yxfEgCzMfVFqBiss1+vpSJE5SBUM4A2adnU1DJPPLOGgr+LYMOhZEQaBsKUGy+ofq/ZOLa/pJ9W71sfaX0N6G9dNt2kj7lv0t6uer+zs3APtdtZ1ca1VvWHbGEWfV70irbjte1+iLNv8Atm2X0ht1wDssseRrr6ZE9JPyhLPDMyJiQvCrbt2D0E46ou366YYFntg0Sh0gBteP1ZEGgAkmvxo0xbz2a8pKWpGd86qpmm6W5uC4XNea3O6cSe2lkfiwtMg0cgyBmgfqC88bZB8JE8oMPEwXzsHCiSK9sHjOVQFpikTLYwwoQzLpEaWmWxfDEC+BmKV8TLTflHht2qxE/UzRQw9eVbbbItlWaiIMsssj2dt9belsw9RfV8i56K9Ebd61+kUM2/SHraljY/RFpx9m7a9VfRu07Wu0XFMsq+lfT3pHYHAVdo9F3FxK3FevenPSAK7RtVn0Vs7faseime9tbLvVvSm027RtqRkTsuw7PfWSbe1KYI0BKrT1DUulg7HC4sLMy5tLLD1lcmfGb5o6uPWH3aB4RQyrx6/Kw0jssNNOHKemtC2wUECb02/Ku3Ll1v8A2NjbyvSvpf0l6c2xtv8ASu2Xds2pkS0r3MKpZsWhhs7Lsti0qbPsmyWE6mz7Jstqzs2z2wLdm1bQBRrsuybPsVoWNltLZthmcgSWd3Mvdu3GLXLt24etcu3We5cbrOzHOjY2Njbza6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NjY2NlK/9kAAFEMFAAAAFNhbXN1bmdfQ2FwdHVyZV9JbmZvU2NyZWVuc2hvdAAAoQ0RAAAAQ2FwdHVyZWRfQXBwX0luZm9leUpqYjIxd0lqb2lZMjl0TG01aGRtVnlZMjl5Y0M1dVlYWmxjbk5vYjNCd2FXNW5YQzlqYjIwdWJtRjJaWEl1Ym5Od1lTNWhjSEF1VFdGcGJrRmpkR2wyYVhSNUluMD1TRUZIawAAAAIAAAAAAFEMnwAAACYAAAAAAKENeQAAAHkAAAAkAAAAU0VGVA=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5C8462-3947-4AF0-850C-D5E324963502}"/>
              </a:ext>
            </a:extLst>
          </p:cNvPr>
          <p:cNvSpPr txBox="1"/>
          <p:nvPr/>
        </p:nvSpPr>
        <p:spPr>
          <a:xfrm>
            <a:off x="336551" y="637971"/>
            <a:ext cx="1151889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/>
              <a:t>물류 혁신과 서비스 혁신을 통해 성장하는 원년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FDD0E4-9B86-4EA7-8FC4-BB62479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B5F83-15D8-40F8-9CC2-700DDE731548}" type="slidenum">
              <a:rPr lang="ko-KR" altLang="en-US" b="1" smtClean="0">
                <a:solidFill>
                  <a:schemeClr val="tx1"/>
                </a:solidFill>
              </a:rPr>
              <a:pPr/>
              <a:t>17</a:t>
            </a:fld>
            <a:r>
              <a:rPr lang="en-US" altLang="ko-KR"/>
              <a:t> l 21</a:t>
            </a:r>
            <a:endParaRPr lang="ko-KR" altLang="en-US" dirty="0"/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786581" y="1808162"/>
          <a:ext cx="10823890" cy="45354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6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70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2027년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2028년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2029년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2030년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2031년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매출 (억원)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3,100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3,800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4,459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5,081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5,665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3,187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4,264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5,916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7,868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10,011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매출 성장률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+35%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+23%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+17%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+12%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+39%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+39%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+33%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+27%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회원수 (만명, 연말)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1,302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1,566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1,815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2,048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2,269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1,325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1,674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2,012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2,340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2,662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월 신규 구매고객 (만명,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10.7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10.1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9.5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14.4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13.3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누적 구매고객 (만명, 연말)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546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678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802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919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1,029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558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732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901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1,065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1,226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활동 구매고객 (만명,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71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85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98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122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76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103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164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195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잔존율 (12월)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11.1%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11.4%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12.4%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13.4%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구매빈도 (건/월,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1.29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1.48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1.57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1.66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1.76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1.81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8709">
                <a:tc rowSpan="2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</a:rPr>
                        <a:t>객단가 (원, 12월)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Option 1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31,846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8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Option 2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009A9A"/>
                          </a:solidFill>
                          <a:latin typeface="맑은 고딕"/>
                          <a:ea typeface="맑은 고딕"/>
                        </a:rPr>
                        <a:t>26,000</a:t>
                      </a:r>
                    </a:p>
                  </a:txBody>
                  <a:tcPr marL="54864" marR="54864" marT="0" marB="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6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7681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THINKCELLPRESENTATIONDONOTDELETE" val="&lt;?xml version=&quot;1.0&quot; encoding=&quot;UTF-16&quot; standalone=&quot;yes&quot;?&gt;&lt;root reqver=&quot;28224&quot;&gt;&lt;version val=&quot;351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4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80975" indent="-180975">
          <a:lnSpc>
            <a:spcPct val="150000"/>
          </a:lnSpc>
          <a:buFont typeface="Arial" panose="020B0604020202020204" pitchFamily="34" charset="0"/>
          <a:buChar char="•"/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345B86-EBBA-4D41-8A89-0747765B9D25}">
  <we:reference id="wa104380121" version="2.0.0.0" store="ko-KR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DF6325839054091B968FE762E97E1" ma:contentTypeVersion="4" ma:contentTypeDescription="새 문서를 만듭니다." ma:contentTypeScope="" ma:versionID="87ba5a900f05938296de5105c301d5b1">
  <xsd:schema xmlns:xsd="http://www.w3.org/2001/XMLSchema" xmlns:xs="http://www.w3.org/2001/XMLSchema" xmlns:p="http://schemas.microsoft.com/office/2006/metadata/properties" xmlns:ns2="d81390df-f2d4-4bdc-8b83-8119f0d60425" targetNamespace="http://schemas.microsoft.com/office/2006/metadata/properties" ma:root="true" ma:fieldsID="65fd6f65ec8750357d90e6bbd91ae10a" ns2:_="">
    <xsd:import namespace="d81390df-f2d4-4bdc-8b83-8119f0d604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390df-f2d4-4bdc-8b83-8119f0d604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2B7C3D-CEE0-4DA3-AA26-AAADBE11ED3F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d81390df-f2d4-4bdc-8b83-8119f0d60425"/>
  </ds:schemaRefs>
</ds:datastoreItem>
</file>

<file path=customXml/itemProps2.xml><?xml version="1.0" encoding="utf-8"?>
<ds:datastoreItem xmlns:ds="http://schemas.openxmlformats.org/officeDocument/2006/customXml" ds:itemID="{DFF3EA3A-3A6E-4091-AED1-8BE4C09E68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AC0194-C9CF-4161-98A2-1845A47A54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390df-f2d4-4bdc-8b83-8119f0d604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175894</TotalTime>
  <Words>1406</Words>
  <Application>Microsoft Office PowerPoint</Application>
  <PresentationFormat>와이드스크린</PresentationFormat>
  <Paragraphs>366</Paragraphs>
  <Slides>17</Slides>
  <Notes>17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이상협</dc:creator>
  <cp:lastModifiedBy>AD2302001P01</cp:lastModifiedBy>
  <cp:revision>7024</cp:revision>
  <cp:lastPrinted>2026-08-31T07:53:02Z</cp:lastPrinted>
  <dcterms:created xsi:type="dcterms:W3CDTF">2023-03-11T01:13:24Z</dcterms:created>
  <dcterms:modified xsi:type="dcterms:W3CDTF">2026-10-06T23:54:34Z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2023-08-13T06:28:57Z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0e31cc1f-f96a-4d48-bf7b-594a7997dffc</vt:lpwstr>
  </property>
  <property fmtid="{D5CDD505-2E9C-101B-9397-08002B2CF9AE}" pid="8" name="MSIP_Label_b0d5c4f4-7a29-4385-b7a5-afbe2154ae6f_ContentBits">
    <vt:lpwstr>0</vt:lpwstr>
  </property>
  <property fmtid="{D5CDD505-2E9C-101B-9397-08002B2CF9AE}" pid="9" name="ContentTypeId">
    <vt:lpwstr>0x010100C5FDF6325839054091B968FE762E97E1</vt:lpwstr>
  </property>
  <property fmtid="{D5CDD505-2E9C-101B-9397-08002B2CF9AE}" pid="10" name="MediaServiceImageTags">
    <vt:lpwstr/>
  </property>
</Properties>
</file>